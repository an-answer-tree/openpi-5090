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Default Extension="jpeg" ContentType="image/jpeg"/>
  <Default Extension="jpg" ContentType="image/jp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notesMasters/acpdV3_notesMaster1.xml" ContentType="application/vnd.openxmlformats-officedocument.presentationml.notesMaster+xml"/>
  <Override PartName="/ppt/slideMasters/acpdV3_slideMaster1.xml" ContentType="application/vnd.openxmlformats-officedocument.presentationml.slideMaster+xml"/>
  <Override PartName="/ppt/slides/slide3.xml" ContentType="application/vnd.openxmlformats-officedocument.presentationml.slide+xml"/>
  <Override PartName="/ppt/theme/acpdV3_theme1.xml" ContentType="application/vnd.openxmlformats-officedocument.theme+xml"/>
  <Override PartName="/ppt/slideLayouts/acpdV3_slideLayout1.xml" ContentType="application/vnd.openxmlformats-officedocument.presentationml.slideLayout+xml"/>
  <Override PartName="/ppt/notesSlides/acpdV3_notesSlide1.xml" ContentType="application/vnd.openxmlformats-officedocument.presentationml.notesSlide+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ns3="http://schemas.microsoft.com/office/powerpoint/2012/main" xmlns:p="http://schemas.openxmlformats.org/presentationml/2006/main" xmlns:r="http://schemas.openxmlformats.org/officeDocument/2006/relationships">
  <p:sldMasterIdLst>
    <p:sldMasterId id="2147483648" r:id="rId1"/>
    <p:sldMasterId id="2147483649" r:id="rId12"/>
  </p:sldMasterIdLst>
  <p:notesMasterIdLst>
    <p:notesMasterId r:id="rId4"/>
  </p:notesMasterIdLst>
  <p:sldIdLst>
    <p:sldId id="256" r:id="rId2"/>
    <p:sldId id="257" r:id="rId3"/>
    <p:sldId id="258" r:id="rId11"/>
  </p:sldIdLst>
  <p:sldSz cx="15240000" cy="85725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ns3: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39009E"/>
    <a:srgbClr val="1856F7"/>
    <a:srgbClr val="FE5512"/>
    <a:srgbClr val="3F059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33C6DF1A-2E35-5443-ABD5-39F8125A6A83}" v="124" dt="2026-07-29T03:29:03.058"/>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0690"/>
    <p:restoredTop sz="94658"/>
  </p:normalViewPr>
  <p:slideViewPr>
    <p:cSldViewPr snapToGrid="0">
      <p:cViewPr varScale="1">
        <p:scale>
          <a:sx n="92" d="100"/>
          <a:sy n="92" d="100"/>
        </p:scale>
        <p:origin x="160" y="192"/>
      </p:cViewPr>
      <p:guideLst/>
    </p:cSldViewPr>
  </p:slideViewPr>
  <p:notesTextViewPr>
    <p:cViewPr>
      <p:scale>
        <a:sx n="75" d="100"/>
        <a:sy n="75" d="100"/>
      </p:scale>
      <p:origin x="0" y="0"/>
    </p:cViewPr>
  </p:notesTextViewPr>
  <p:gridSpacing cx="72008" cy="72008"/>
</p:viewPr>
</file>

<file path=ppt/_rels/presentation.xml.rels><?xml version='1.0' encoding='utf-8'?>
<Relationships xmlns="http://schemas.openxmlformats.org/package/2006/relationships"><Relationship Id="rId8" Type="http://schemas.openxmlformats.org/officeDocument/2006/relationships/tableStyles" Target="tableStyles.xml" /><Relationship Id="rId3" Type="http://schemas.openxmlformats.org/officeDocument/2006/relationships/slide" Target="slides/slide2.xml" /><Relationship Id="rId7" Type="http://schemas.openxmlformats.org/officeDocument/2006/relationships/theme" Target="theme/theme1.xml" /><Relationship Id="rId2" Type="http://schemas.openxmlformats.org/officeDocument/2006/relationships/slide" Target="slides/slide1.xml" /><Relationship Id="rId1" Type="http://schemas.openxmlformats.org/officeDocument/2006/relationships/slideMaster" Target="slideMasters/slideMaster1.xml" /><Relationship Id="rId6" Type="http://schemas.openxmlformats.org/officeDocument/2006/relationships/viewProps" Target="viewProps.xml" /><Relationship Id="rId5" Type="http://schemas.openxmlformats.org/officeDocument/2006/relationships/presProps" Target="presProps.xml" /><Relationship Id="rId10" Type="http://schemas.microsoft.com/office/2015/10/relationships/revisionInfo" Target="revisionInfo.xml" /><Relationship Id="rId4" Type="http://schemas.openxmlformats.org/officeDocument/2006/relationships/notesMaster" Target="notesMasters/notesMaster1.xml" /><Relationship Id="rId9" Type="http://schemas.microsoft.com/office/2016/11/relationships/changesInfo" Target="changesInfos/changesInfo1.xml" /><Relationship Id="rId11" Type="http://schemas.openxmlformats.org/officeDocument/2006/relationships/slide" Target="slides/slide3.xml" /><Relationship Id="rId12" Type="http://schemas.openxmlformats.org/officeDocument/2006/relationships/slideMaster" Target="slideMasters/acpdV3_slideMaster1.xml" /></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Tong Liu" userId="5083135e9e94dac5" providerId="LiveId" clId="{8691FECC-A1B2-5B80-8A54-2FE7DE98EF2B}"/>
    <pc:docChg chg="undo redo custSel addSld delSld modSld">
      <pc:chgData name="Tong Liu" userId="5083135e9e94dac5" providerId="LiveId" clId="{8691FECC-A1B2-5B80-8A54-2FE7DE98EF2B}" dt="2026-07-29T04:45:29.464" v="4131" actId="14100"/>
      <pc:docMkLst>
        <pc:docMk/>
      </pc:docMkLst>
      <pc:sldChg chg="delSp modSp mod">
        <pc:chgData name="Tong Liu" userId="5083135e9e94dac5" providerId="LiveId" clId="{8691FECC-A1B2-5B80-8A54-2FE7DE98EF2B}" dt="2026-07-28T22:21:28.587" v="122" actId="1076"/>
        <pc:sldMkLst>
          <pc:docMk/>
          <pc:sldMk cId="309577985" sldId="256"/>
        </pc:sldMkLst>
        <pc:spChg chg="mod">
          <ac:chgData name="Tong Liu" userId="5083135e9e94dac5" providerId="LiveId" clId="{8691FECC-A1B2-5B80-8A54-2FE7DE98EF2B}" dt="2026-07-28T21:45:38.864" v="23" actId="20577"/>
          <ac:spMkLst>
            <pc:docMk/>
            <pc:sldMk cId="309577985" sldId="256"/>
            <ac:spMk id="73" creationId="{3A103FB9-06C6-47D3-BED6-9DFAD409A4B7}"/>
          </ac:spMkLst>
        </pc:spChg>
        <pc:spChg chg="del mod">
          <ac:chgData name="Tong Liu" userId="5083135e9e94dac5" providerId="LiveId" clId="{8691FECC-A1B2-5B80-8A54-2FE7DE98EF2B}" dt="2026-07-28T21:46:08.469" v="48" actId="478"/>
          <ac:spMkLst>
            <pc:docMk/>
            <pc:sldMk cId="309577985" sldId="256"/>
            <ac:spMk id="75" creationId="{E973D783-3536-4304-8901-5474FEA364D9}"/>
          </ac:spMkLst>
        </pc:spChg>
        <pc:spChg chg="mod">
          <ac:chgData name="Tong Liu" userId="5083135e9e94dac5" providerId="LiveId" clId="{8691FECC-A1B2-5B80-8A54-2FE7DE98EF2B}" dt="2026-07-28T21:45:37.177" v="21" actId="20577"/>
          <ac:spMkLst>
            <pc:docMk/>
            <pc:sldMk cId="309577985" sldId="256"/>
            <ac:spMk id="76" creationId="{937DC710-83CA-4CCC-8665-19B65CC5CF53}"/>
          </ac:spMkLst>
        </pc:spChg>
        <pc:spChg chg="del">
          <ac:chgData name="Tong Liu" userId="5083135e9e94dac5" providerId="LiveId" clId="{8691FECC-A1B2-5B80-8A54-2FE7DE98EF2B}" dt="2026-07-28T21:46:05.099" v="47" actId="478"/>
          <ac:spMkLst>
            <pc:docMk/>
            <pc:sldMk cId="309577985" sldId="256"/>
            <ac:spMk id="78" creationId="{158D50ED-0E2E-4411-949B-C22F089680FF}"/>
          </ac:spMkLst>
        </pc:spChg>
        <pc:spChg chg="mod">
          <ac:chgData name="Tong Liu" userId="5083135e9e94dac5" providerId="LiveId" clId="{8691FECC-A1B2-5B80-8A54-2FE7DE98EF2B}" dt="2026-07-28T21:47:47.841" v="76" actId="14100"/>
          <ac:spMkLst>
            <pc:docMk/>
            <pc:sldMk cId="309577985" sldId="256"/>
            <ac:spMk id="84" creationId="{516A128B-E397-4518-B1AF-B74F3AFC9096}"/>
          </ac:spMkLst>
        </pc:spChg>
        <pc:spChg chg="mod">
          <ac:chgData name="Tong Liu" userId="5083135e9e94dac5" providerId="LiveId" clId="{8691FECC-A1B2-5B80-8A54-2FE7DE98EF2B}" dt="2026-07-28T21:47:41.706" v="75" actId="14100"/>
          <ac:spMkLst>
            <pc:docMk/>
            <pc:sldMk cId="309577985" sldId="256"/>
            <ac:spMk id="86" creationId="{50446C2E-2A1A-49D1-8960-2891EBFC4CC1}"/>
          </ac:spMkLst>
        </pc:spChg>
        <pc:spChg chg="mod">
          <ac:chgData name="Tong Liu" userId="5083135e9e94dac5" providerId="LiveId" clId="{8691FECC-A1B2-5B80-8A54-2FE7DE98EF2B}" dt="2026-07-28T21:48:10.778" v="78" actId="1076"/>
          <ac:spMkLst>
            <pc:docMk/>
            <pc:sldMk cId="309577985" sldId="256"/>
            <ac:spMk id="91" creationId="{D7988236-8046-4F1B-BCD9-14F352813EF1}"/>
          </ac:spMkLst>
        </pc:spChg>
        <pc:spChg chg="mod">
          <ac:chgData name="Tong Liu" userId="5083135e9e94dac5" providerId="LiveId" clId="{8691FECC-A1B2-5B80-8A54-2FE7DE98EF2B}" dt="2026-07-28T21:48:17.059" v="80" actId="1076"/>
          <ac:spMkLst>
            <pc:docMk/>
            <pc:sldMk cId="309577985" sldId="256"/>
            <ac:spMk id="93" creationId="{2C5F00BF-EA6F-4AA3-8618-D27AFC9A7765}"/>
          </ac:spMkLst>
        </pc:spChg>
        <pc:spChg chg="mod">
          <ac:chgData name="Tong Liu" userId="5083135e9e94dac5" providerId="LiveId" clId="{8691FECC-A1B2-5B80-8A54-2FE7DE98EF2B}" dt="2026-07-28T21:52:00.518" v="119" actId="20577"/>
          <ac:spMkLst>
            <pc:docMk/>
            <pc:sldMk cId="309577985" sldId="256"/>
            <ac:spMk id="96" creationId="{39403AC5-B7F4-47B1-9474-A95437CAC1BF}"/>
          </ac:spMkLst>
        </pc:spChg>
        <pc:spChg chg="mod">
          <ac:chgData name="Tong Liu" userId="5083135e9e94dac5" providerId="LiveId" clId="{8691FECC-A1B2-5B80-8A54-2FE7DE98EF2B}" dt="2026-07-28T21:49:35.533" v="95" actId="14100"/>
          <ac:spMkLst>
            <pc:docMk/>
            <pc:sldMk cId="309577985" sldId="256"/>
            <ac:spMk id="101" creationId="{5A81492E-D10E-427D-870E-A88D3133CA3D}"/>
          </ac:spMkLst>
        </pc:spChg>
        <pc:spChg chg="mod">
          <ac:chgData name="Tong Liu" userId="5083135e9e94dac5" providerId="LiveId" clId="{8691FECC-A1B2-5B80-8A54-2FE7DE98EF2B}" dt="2026-07-28T21:50:00.432" v="101" actId="14100"/>
          <ac:spMkLst>
            <pc:docMk/>
            <pc:sldMk cId="309577985" sldId="256"/>
            <ac:spMk id="102" creationId="{6013A457-112C-44E5-956E-7D4601F1B272}"/>
          </ac:spMkLst>
        </pc:spChg>
        <pc:spChg chg="mod">
          <ac:chgData name="Tong Liu" userId="5083135e9e94dac5" providerId="LiveId" clId="{8691FECC-A1B2-5B80-8A54-2FE7DE98EF2B}" dt="2026-07-28T21:49:15.048" v="83" actId="20577"/>
          <ac:spMkLst>
            <pc:docMk/>
            <pc:sldMk cId="309577985" sldId="256"/>
            <ac:spMk id="103" creationId="{5F23F668-B718-4044-8FC6-CE3FBBCB1618}"/>
          </ac:spMkLst>
        </pc:spChg>
        <pc:spChg chg="mod">
          <ac:chgData name="Tong Liu" userId="5083135e9e94dac5" providerId="LiveId" clId="{8691FECC-A1B2-5B80-8A54-2FE7DE98EF2B}" dt="2026-07-28T21:49:27.266" v="94" actId="1035"/>
          <ac:spMkLst>
            <pc:docMk/>
            <pc:sldMk cId="309577985" sldId="256"/>
            <ac:spMk id="105" creationId="{9C949B31-F66E-482D-9D8B-6AE3E770AC49}"/>
          </ac:spMkLst>
        </pc:spChg>
        <pc:spChg chg="mod">
          <ac:chgData name="Tong Liu" userId="5083135e9e94dac5" providerId="LiveId" clId="{8691FECC-A1B2-5B80-8A54-2FE7DE98EF2B}" dt="2026-07-28T21:49:27.266" v="94" actId="1035"/>
          <ac:spMkLst>
            <pc:docMk/>
            <pc:sldMk cId="309577985" sldId="256"/>
            <ac:spMk id="106" creationId="{98828705-AB15-426A-83FD-A0E7448CC239}"/>
          </ac:spMkLst>
        </pc:spChg>
        <pc:spChg chg="mod">
          <ac:chgData name="Tong Liu" userId="5083135e9e94dac5" providerId="LiveId" clId="{8691FECC-A1B2-5B80-8A54-2FE7DE98EF2B}" dt="2026-07-28T21:49:27.266" v="94" actId="1035"/>
          <ac:spMkLst>
            <pc:docMk/>
            <pc:sldMk cId="309577985" sldId="256"/>
            <ac:spMk id="107" creationId="{08A3E747-F329-4F68-B4B0-97ACAFA31D42}"/>
          </ac:spMkLst>
        </pc:spChg>
        <pc:spChg chg="mod">
          <ac:chgData name="Tong Liu" userId="5083135e9e94dac5" providerId="LiveId" clId="{8691FECC-A1B2-5B80-8A54-2FE7DE98EF2B}" dt="2026-07-28T21:49:27.266" v="94" actId="1035"/>
          <ac:spMkLst>
            <pc:docMk/>
            <pc:sldMk cId="309577985" sldId="256"/>
            <ac:spMk id="108" creationId="{642F2C87-F5E5-4B88-829F-D95FAC89C5A3}"/>
          </ac:spMkLst>
        </pc:spChg>
        <pc:spChg chg="mod">
          <ac:chgData name="Tong Liu" userId="5083135e9e94dac5" providerId="LiveId" clId="{8691FECC-A1B2-5B80-8A54-2FE7DE98EF2B}" dt="2026-07-28T21:49:40.479" v="96" actId="14100"/>
          <ac:spMkLst>
            <pc:docMk/>
            <pc:sldMk cId="309577985" sldId="256"/>
            <ac:spMk id="111" creationId="{5952B144-B07D-43C6-922F-38A2EBCBFF25}"/>
          </ac:spMkLst>
        </pc:spChg>
        <pc:spChg chg="mod">
          <ac:chgData name="Tong Liu" userId="5083135e9e94dac5" providerId="LiveId" clId="{8691FECC-A1B2-5B80-8A54-2FE7DE98EF2B}" dt="2026-07-28T21:48:55.368" v="81" actId="20577"/>
          <ac:spMkLst>
            <pc:docMk/>
            <pc:sldMk cId="309577985" sldId="256"/>
            <ac:spMk id="113" creationId="{5C6DDBD2-CCF1-433B-BA4A-1BAAB1BE9829}"/>
          </ac:spMkLst>
        </pc:spChg>
        <pc:spChg chg="mod">
          <ac:chgData name="Tong Liu" userId="5083135e9e94dac5" providerId="LiveId" clId="{8691FECC-A1B2-5B80-8A54-2FE7DE98EF2B}" dt="2026-07-28T21:49:27.266" v="94" actId="1035"/>
          <ac:spMkLst>
            <pc:docMk/>
            <pc:sldMk cId="309577985" sldId="256"/>
            <ac:spMk id="114" creationId="{E0221DAE-EE8E-44C7-A46E-F7437572F60D}"/>
          </ac:spMkLst>
        </pc:spChg>
        <pc:spChg chg="mod">
          <ac:chgData name="Tong Liu" userId="5083135e9e94dac5" providerId="LiveId" clId="{8691FECC-A1B2-5B80-8A54-2FE7DE98EF2B}" dt="2026-07-28T21:49:27.266" v="94" actId="1035"/>
          <ac:spMkLst>
            <pc:docMk/>
            <pc:sldMk cId="309577985" sldId="256"/>
            <ac:spMk id="115" creationId="{27B11571-391D-4FAE-B17E-31CC40A3CB30}"/>
          </ac:spMkLst>
        </pc:spChg>
        <pc:spChg chg="mod">
          <ac:chgData name="Tong Liu" userId="5083135e9e94dac5" providerId="LiveId" clId="{8691FECC-A1B2-5B80-8A54-2FE7DE98EF2B}" dt="2026-07-28T21:49:27.266" v="94" actId="1035"/>
          <ac:spMkLst>
            <pc:docMk/>
            <pc:sldMk cId="309577985" sldId="256"/>
            <ac:spMk id="116" creationId="{055B3C14-A717-4C94-825B-0CA45669D58F}"/>
          </ac:spMkLst>
        </pc:spChg>
        <pc:spChg chg="mod">
          <ac:chgData name="Tong Liu" userId="5083135e9e94dac5" providerId="LiveId" clId="{8691FECC-A1B2-5B80-8A54-2FE7DE98EF2B}" dt="2026-07-28T21:49:27.266" v="94" actId="1035"/>
          <ac:spMkLst>
            <pc:docMk/>
            <pc:sldMk cId="309577985" sldId="256"/>
            <ac:spMk id="117" creationId="{CE1FF4F8-10C0-4BBC-B10F-C4ADB25D9CFE}"/>
          </ac:spMkLst>
        </pc:spChg>
        <pc:spChg chg="mod">
          <ac:chgData name="Tong Liu" userId="5083135e9e94dac5" providerId="LiveId" clId="{8691FECC-A1B2-5B80-8A54-2FE7DE98EF2B}" dt="2026-07-28T21:49:27.266" v="94" actId="1035"/>
          <ac:spMkLst>
            <pc:docMk/>
            <pc:sldMk cId="309577985" sldId="256"/>
            <ac:spMk id="118" creationId="{C0A1E49F-2D88-4AF4-9448-9CC4840795E5}"/>
          </ac:spMkLst>
        </pc:spChg>
        <pc:spChg chg="mod">
          <ac:chgData name="Tong Liu" userId="5083135e9e94dac5" providerId="LiveId" clId="{8691FECC-A1B2-5B80-8A54-2FE7DE98EF2B}" dt="2026-07-28T21:49:44.424" v="97" actId="14100"/>
          <ac:spMkLst>
            <pc:docMk/>
            <pc:sldMk cId="309577985" sldId="256"/>
            <ac:spMk id="119" creationId="{9D401CE9-546D-453E-BCEF-E60F0631E7F6}"/>
          </ac:spMkLst>
        </pc:spChg>
        <pc:spChg chg="del">
          <ac:chgData name="Tong Liu" userId="5083135e9e94dac5" providerId="LiveId" clId="{8691FECC-A1B2-5B80-8A54-2FE7DE98EF2B}" dt="2026-07-28T21:49:00.463" v="82" actId="478"/>
          <ac:spMkLst>
            <pc:docMk/>
            <pc:sldMk cId="309577985" sldId="256"/>
            <ac:spMk id="121" creationId="{A214DDCE-93AA-49CB-BBED-E053BDD002F8}"/>
          </ac:spMkLst>
        </pc:spChg>
        <pc:spChg chg="mod">
          <ac:chgData name="Tong Liu" userId="5083135e9e94dac5" providerId="LiveId" clId="{8691FECC-A1B2-5B80-8A54-2FE7DE98EF2B}" dt="2026-07-28T21:49:27.266" v="94" actId="1035"/>
          <ac:spMkLst>
            <pc:docMk/>
            <pc:sldMk cId="309577985" sldId="256"/>
            <ac:spMk id="122" creationId="{41C5B948-1A97-4418-974D-7775C10141A6}"/>
          </ac:spMkLst>
        </pc:spChg>
        <pc:spChg chg="mod">
          <ac:chgData name="Tong Liu" userId="5083135e9e94dac5" providerId="LiveId" clId="{8691FECC-A1B2-5B80-8A54-2FE7DE98EF2B}" dt="2026-07-28T22:21:28.587" v="122" actId="1076"/>
          <ac:spMkLst>
            <pc:docMk/>
            <pc:sldMk cId="309577985" sldId="256"/>
            <ac:spMk id="252" creationId="{1263F54F-DFEB-4852-8013-86B424D48B7D}"/>
          </ac:spMkLst>
        </pc:spChg>
        <pc:picChg chg="mod">
          <ac:chgData name="Tong Liu" userId="5083135e9e94dac5" providerId="LiveId" clId="{8691FECC-A1B2-5B80-8A54-2FE7DE98EF2B}" dt="2026-07-28T21:45:53.429" v="46" actId="1037"/>
          <ac:picMkLst>
            <pc:docMk/>
            <pc:sldMk cId="309577985" sldId="256"/>
            <ac:picMk id="325" creationId="{00000000-0000-0000-0000-000000000000}"/>
          </ac:picMkLst>
        </pc:picChg>
        <pc:picChg chg="mod">
          <ac:chgData name="Tong Liu" userId="5083135e9e94dac5" providerId="LiveId" clId="{8691FECC-A1B2-5B80-8A54-2FE7DE98EF2B}" dt="2026-07-28T21:46:14.476" v="71" actId="1038"/>
          <ac:picMkLst>
            <pc:docMk/>
            <pc:sldMk cId="309577985" sldId="256"/>
            <ac:picMk id="328" creationId="{00000000-0000-0000-0000-000000000000}"/>
          </ac:picMkLst>
        </pc:picChg>
        <pc:picChg chg="mod">
          <ac:chgData name="Tong Liu" userId="5083135e9e94dac5" providerId="LiveId" clId="{8691FECC-A1B2-5B80-8A54-2FE7DE98EF2B}" dt="2026-07-28T21:51:44.110" v="103" actId="1076"/>
          <ac:picMkLst>
            <pc:docMk/>
            <pc:sldMk cId="309577985" sldId="256"/>
            <ac:picMk id="340" creationId="{00000000-0000-0000-0000-000000000000}"/>
          </ac:picMkLst>
        </pc:picChg>
      </pc:sldChg>
      <pc:sldChg chg="addSp delSp modSp new mod">
        <pc:chgData name="Tong Liu" userId="5083135e9e94dac5" providerId="LiveId" clId="{8691FECC-A1B2-5B80-8A54-2FE7DE98EF2B}" dt="2026-07-29T04:45:29.464" v="4131" actId="14100"/>
        <pc:sldMkLst>
          <pc:docMk/>
          <pc:sldMk cId="917485351" sldId="257"/>
        </pc:sldMkLst>
        <pc:spChg chg="add del mod">
          <ac:chgData name="Tong Liu" userId="5083135e9e94dac5" providerId="LiveId" clId="{8691FECC-A1B2-5B80-8A54-2FE7DE98EF2B}" dt="2026-07-29T00:14:50.766" v="657" actId="478"/>
          <ac:spMkLst>
            <pc:docMk/>
            <pc:sldMk cId="917485351" sldId="257"/>
            <ac:spMk id="2" creationId="{E90340AB-88BC-CFC4-C7DD-FFF4D0AD6B19}"/>
          </ac:spMkLst>
        </pc:spChg>
        <pc:spChg chg="add mod">
          <ac:chgData name="Tong Liu" userId="5083135e9e94dac5" providerId="LiveId" clId="{8691FECC-A1B2-5B80-8A54-2FE7DE98EF2B}" dt="2026-07-29T03:19:38.684" v="4023" actId="1582"/>
          <ac:spMkLst>
            <pc:docMk/>
            <pc:sldMk cId="917485351" sldId="257"/>
            <ac:spMk id="3" creationId="{A8CADBA2-56EB-E2CD-13FC-8A2377C2EED9}"/>
          </ac:spMkLst>
        </pc:spChg>
        <pc:spChg chg="add del mod">
          <ac:chgData name="Tong Liu" userId="5083135e9e94dac5" providerId="LiveId" clId="{8691FECC-A1B2-5B80-8A54-2FE7DE98EF2B}" dt="2026-07-29T00:13:52.837" v="653" actId="478"/>
          <ac:spMkLst>
            <pc:docMk/>
            <pc:sldMk cId="917485351" sldId="257"/>
            <ac:spMk id="4" creationId="{7BB91510-E0EE-CDA9-159D-DD33FFF3D4C8}"/>
          </ac:spMkLst>
        </pc:spChg>
        <pc:spChg chg="add mod">
          <ac:chgData name="Tong Liu" userId="5083135e9e94dac5" providerId="LiveId" clId="{8691FECC-A1B2-5B80-8A54-2FE7DE98EF2B}" dt="2026-07-28T22:25:57.531" v="186" actId="1035"/>
          <ac:spMkLst>
            <pc:docMk/>
            <pc:sldMk cId="917485351" sldId="257"/>
            <ac:spMk id="7" creationId="{9A77B474-867E-B336-2A84-AD0CF7B91B71}"/>
          </ac:spMkLst>
        </pc:spChg>
        <pc:spChg chg="add del mod">
          <ac:chgData name="Tong Liu" userId="5083135e9e94dac5" providerId="LiveId" clId="{8691FECC-A1B2-5B80-8A54-2FE7DE98EF2B}" dt="2026-07-29T00:14:50.766" v="657" actId="478"/>
          <ac:spMkLst>
            <pc:docMk/>
            <pc:sldMk cId="917485351" sldId="257"/>
            <ac:spMk id="9" creationId="{2A3C12B4-84EF-5E7E-388E-598CEE1F275B}"/>
          </ac:spMkLst>
        </pc:spChg>
        <pc:spChg chg="add del mod">
          <ac:chgData name="Tong Liu" userId="5083135e9e94dac5" providerId="LiveId" clId="{8691FECC-A1B2-5B80-8A54-2FE7DE98EF2B}" dt="2026-07-29T00:16:35.146" v="669" actId="478"/>
          <ac:spMkLst>
            <pc:docMk/>
            <pc:sldMk cId="917485351" sldId="257"/>
            <ac:spMk id="11" creationId="{C6B4A1C6-424A-FE9A-82DB-02BFC2A0847C}"/>
          </ac:spMkLst>
        </pc:spChg>
        <pc:spChg chg="add del mod">
          <ac:chgData name="Tong Liu" userId="5083135e9e94dac5" providerId="LiveId" clId="{8691FECC-A1B2-5B80-8A54-2FE7DE98EF2B}" dt="2026-07-29T00:13:55.727" v="654" actId="478"/>
          <ac:spMkLst>
            <pc:docMk/>
            <pc:sldMk cId="917485351" sldId="257"/>
            <ac:spMk id="12" creationId="{E679E3F1-CF03-715A-6973-33770BE4BBA7}"/>
          </ac:spMkLst>
        </pc:spChg>
        <pc:spChg chg="add del mod">
          <ac:chgData name="Tong Liu" userId="5083135e9e94dac5" providerId="LiveId" clId="{8691FECC-A1B2-5B80-8A54-2FE7DE98EF2B}" dt="2026-07-29T00:14:50.766" v="657" actId="478"/>
          <ac:spMkLst>
            <pc:docMk/>
            <pc:sldMk cId="917485351" sldId="257"/>
            <ac:spMk id="13" creationId="{0AAD1A28-0189-DB53-AC98-EAFACD5ACC76}"/>
          </ac:spMkLst>
        </pc:spChg>
        <pc:spChg chg="add del mod">
          <ac:chgData name="Tong Liu" userId="5083135e9e94dac5" providerId="LiveId" clId="{8691FECC-A1B2-5B80-8A54-2FE7DE98EF2B}" dt="2026-07-29T00:14:50.766" v="657" actId="478"/>
          <ac:spMkLst>
            <pc:docMk/>
            <pc:sldMk cId="917485351" sldId="257"/>
            <ac:spMk id="15" creationId="{5DC8033B-CB4F-A583-217B-5906B3AA248E}"/>
          </ac:spMkLst>
        </pc:spChg>
        <pc:spChg chg="add del mod">
          <ac:chgData name="Tong Liu" userId="5083135e9e94dac5" providerId="LiveId" clId="{8691FECC-A1B2-5B80-8A54-2FE7DE98EF2B}" dt="2026-07-28T22:34:53.847" v="373" actId="478"/>
          <ac:spMkLst>
            <pc:docMk/>
            <pc:sldMk cId="917485351" sldId="257"/>
            <ac:spMk id="18" creationId="{367C4B4C-C0F5-FA14-AEE7-2DE6039593E3}"/>
          </ac:spMkLst>
        </pc:spChg>
        <pc:spChg chg="add del mod">
          <ac:chgData name="Tong Liu" userId="5083135e9e94dac5" providerId="LiveId" clId="{8691FECC-A1B2-5B80-8A54-2FE7DE98EF2B}" dt="2026-07-29T00:14:50.766" v="657" actId="478"/>
          <ac:spMkLst>
            <pc:docMk/>
            <pc:sldMk cId="917485351" sldId="257"/>
            <ac:spMk id="19" creationId="{FE69CDDB-CE51-F1D5-7C66-CD2E07CE58D9}"/>
          </ac:spMkLst>
        </pc:spChg>
        <pc:spChg chg="add del mod">
          <ac:chgData name="Tong Liu" userId="5083135e9e94dac5" providerId="LiveId" clId="{8691FECC-A1B2-5B80-8A54-2FE7DE98EF2B}" dt="2026-07-29T00:14:50.766" v="657" actId="478"/>
          <ac:spMkLst>
            <pc:docMk/>
            <pc:sldMk cId="917485351" sldId="257"/>
            <ac:spMk id="21" creationId="{0B82867E-C115-F758-4582-152A56AF8468}"/>
          </ac:spMkLst>
        </pc:spChg>
        <pc:spChg chg="add mod">
          <ac:chgData name="Tong Liu" userId="5083135e9e94dac5" providerId="LiveId" clId="{8691FECC-A1B2-5B80-8A54-2FE7DE98EF2B}" dt="2026-07-28T22:36:37.692" v="421" actId="207"/>
          <ac:spMkLst>
            <pc:docMk/>
            <pc:sldMk cId="917485351" sldId="257"/>
            <ac:spMk id="23" creationId="{2B214BA7-031D-7F69-4A06-5FDC653C4C90}"/>
          </ac:spMkLst>
        </pc:spChg>
        <pc:spChg chg="add mod">
          <ac:chgData name="Tong Liu" userId="5083135e9e94dac5" providerId="LiveId" clId="{8691FECC-A1B2-5B80-8A54-2FE7DE98EF2B}" dt="2026-07-28T22:41:27.199" v="547"/>
          <ac:spMkLst>
            <pc:docMk/>
            <pc:sldMk cId="917485351" sldId="257"/>
            <ac:spMk id="24" creationId="{F0D79DBD-AF97-3AE9-6E35-DE96FE88AE5C}"/>
          </ac:spMkLst>
        </pc:spChg>
        <pc:spChg chg="add mod">
          <ac:chgData name="Tong Liu" userId="5083135e9e94dac5" providerId="LiveId" clId="{8691FECC-A1B2-5B80-8A54-2FE7DE98EF2B}" dt="2026-07-28T22:41:27.199" v="547"/>
          <ac:spMkLst>
            <pc:docMk/>
            <pc:sldMk cId="917485351" sldId="257"/>
            <ac:spMk id="25" creationId="{B0F1E176-9D52-CE3D-969B-37FDAFE51D6F}"/>
          </ac:spMkLst>
        </pc:spChg>
        <pc:spChg chg="add del mod">
          <ac:chgData name="Tong Liu" userId="5083135e9e94dac5" providerId="LiveId" clId="{8691FECC-A1B2-5B80-8A54-2FE7DE98EF2B}" dt="2026-07-29T00:14:50.766" v="657" actId="478"/>
          <ac:spMkLst>
            <pc:docMk/>
            <pc:sldMk cId="917485351" sldId="257"/>
            <ac:spMk id="26" creationId="{B91061B9-59D0-1D6C-CF47-55AF1F70BCA0}"/>
          </ac:spMkLst>
        </pc:spChg>
        <pc:spChg chg="add del mod">
          <ac:chgData name="Tong Liu" userId="5083135e9e94dac5" providerId="LiveId" clId="{8691FECC-A1B2-5B80-8A54-2FE7DE98EF2B}" dt="2026-07-29T00:14:50.766" v="657" actId="478"/>
          <ac:spMkLst>
            <pc:docMk/>
            <pc:sldMk cId="917485351" sldId="257"/>
            <ac:spMk id="27" creationId="{7A8BDE5E-D1FE-B1BF-5773-598B75C70E39}"/>
          </ac:spMkLst>
        </pc:spChg>
        <pc:spChg chg="add del mod">
          <ac:chgData name="Tong Liu" userId="5083135e9e94dac5" providerId="LiveId" clId="{8691FECC-A1B2-5B80-8A54-2FE7DE98EF2B}" dt="2026-07-29T00:14:50.766" v="657" actId="478"/>
          <ac:spMkLst>
            <pc:docMk/>
            <pc:sldMk cId="917485351" sldId="257"/>
            <ac:spMk id="29" creationId="{8E7BE4BC-B903-7660-0323-FD18D73C9EAF}"/>
          </ac:spMkLst>
        </pc:spChg>
        <pc:spChg chg="add del mod">
          <ac:chgData name="Tong Liu" userId="5083135e9e94dac5" providerId="LiveId" clId="{8691FECC-A1B2-5B80-8A54-2FE7DE98EF2B}" dt="2026-07-29T00:14:50.766" v="657" actId="478"/>
          <ac:spMkLst>
            <pc:docMk/>
            <pc:sldMk cId="917485351" sldId="257"/>
            <ac:spMk id="30" creationId="{2DB2CC8D-4577-1FDC-9395-FBC99C282C7E}"/>
          </ac:spMkLst>
        </pc:spChg>
        <pc:spChg chg="add mod">
          <ac:chgData name="Tong Liu" userId="5083135e9e94dac5" providerId="LiveId" clId="{8691FECC-A1B2-5B80-8A54-2FE7DE98EF2B}" dt="2026-07-29T03:19:06.610" v="4020" actId="1582"/>
          <ac:spMkLst>
            <pc:docMk/>
            <pc:sldMk cId="917485351" sldId="257"/>
            <ac:spMk id="34" creationId="{24117822-CAA5-AD3B-E847-457BCBB18FAD}"/>
          </ac:spMkLst>
        </pc:spChg>
        <pc:spChg chg="add mod">
          <ac:chgData name="Tong Liu" userId="5083135e9e94dac5" providerId="LiveId" clId="{8691FECC-A1B2-5B80-8A54-2FE7DE98EF2B}" dt="2026-07-29T03:19:06.610" v="4020" actId="1582"/>
          <ac:spMkLst>
            <pc:docMk/>
            <pc:sldMk cId="917485351" sldId="257"/>
            <ac:spMk id="35" creationId="{F3588F7A-8AB6-9C49-7BF1-380B7A0AB1DA}"/>
          </ac:spMkLst>
        </pc:spChg>
        <pc:spChg chg="add mod">
          <ac:chgData name="Tong Liu" userId="5083135e9e94dac5" providerId="LiveId" clId="{8691FECC-A1B2-5B80-8A54-2FE7DE98EF2B}" dt="2026-07-29T00:34:00.812" v="856" actId="113"/>
          <ac:spMkLst>
            <pc:docMk/>
            <pc:sldMk cId="917485351" sldId="257"/>
            <ac:spMk id="36" creationId="{57E0F841-93F8-7AC2-E596-8CD56D042F67}"/>
          </ac:spMkLst>
        </pc:spChg>
        <pc:spChg chg="add mod">
          <ac:chgData name="Tong Liu" userId="5083135e9e94dac5" providerId="LiveId" clId="{8691FECC-A1B2-5B80-8A54-2FE7DE98EF2B}" dt="2026-07-29T00:34:02.886" v="857" actId="113"/>
          <ac:spMkLst>
            <pc:docMk/>
            <pc:sldMk cId="917485351" sldId="257"/>
            <ac:spMk id="37" creationId="{F9CF22E8-5DE4-C123-BD39-444F3F68968A}"/>
          </ac:spMkLst>
        </pc:spChg>
        <pc:spChg chg="add mod">
          <ac:chgData name="Tong Liu" userId="5083135e9e94dac5" providerId="LiveId" clId="{8691FECC-A1B2-5B80-8A54-2FE7DE98EF2B}" dt="2026-07-29T01:21:12.588" v="1672" actId="1038"/>
          <ac:spMkLst>
            <pc:docMk/>
            <pc:sldMk cId="917485351" sldId="257"/>
            <ac:spMk id="42" creationId="{A8C8D0F5-E3D3-7EC5-443B-4FC6267BB09F}"/>
          </ac:spMkLst>
        </pc:spChg>
        <pc:spChg chg="add mod">
          <ac:chgData name="Tong Liu" userId="5083135e9e94dac5" providerId="LiveId" clId="{8691FECC-A1B2-5B80-8A54-2FE7DE98EF2B}" dt="2026-07-29T03:25:29.939" v="4046" actId="1035"/>
          <ac:spMkLst>
            <pc:docMk/>
            <pc:sldMk cId="917485351" sldId="257"/>
            <ac:spMk id="43" creationId="{52C67747-F688-60AA-E2F0-B03DDDD897A6}"/>
          </ac:spMkLst>
        </pc:spChg>
        <pc:spChg chg="add mod">
          <ac:chgData name="Tong Liu" userId="5083135e9e94dac5" providerId="LiveId" clId="{8691FECC-A1B2-5B80-8A54-2FE7DE98EF2B}" dt="2026-07-29T00:57:14.754" v="1373" actId="404"/>
          <ac:spMkLst>
            <pc:docMk/>
            <pc:sldMk cId="917485351" sldId="257"/>
            <ac:spMk id="63" creationId="{877C4FB0-A579-7BDD-01AA-9A293203478F}"/>
          </ac:spMkLst>
        </pc:spChg>
        <pc:spChg chg="add mod">
          <ac:chgData name="Tong Liu" userId="5083135e9e94dac5" providerId="LiveId" clId="{8691FECC-A1B2-5B80-8A54-2FE7DE98EF2B}" dt="2026-07-29T01:31:33.444" v="1894" actId="1035"/>
          <ac:spMkLst>
            <pc:docMk/>
            <pc:sldMk cId="917485351" sldId="257"/>
            <ac:spMk id="64" creationId="{BDFBDD38-112B-CE84-2996-A62CB61C15CC}"/>
          </ac:spMkLst>
        </pc:spChg>
        <pc:spChg chg="add mod">
          <ac:chgData name="Tong Liu" userId="5083135e9e94dac5" providerId="LiveId" clId="{8691FECC-A1B2-5B80-8A54-2FE7DE98EF2B}" dt="2026-07-29T00:55:35.493" v="1326" actId="108"/>
          <ac:spMkLst>
            <pc:docMk/>
            <pc:sldMk cId="917485351" sldId="257"/>
            <ac:spMk id="65" creationId="{AA57714E-B608-32FB-BF14-21D5658EA122}"/>
          </ac:spMkLst>
        </pc:spChg>
        <pc:spChg chg="add mod">
          <ac:chgData name="Tong Liu" userId="5083135e9e94dac5" providerId="LiveId" clId="{8691FECC-A1B2-5B80-8A54-2FE7DE98EF2B}" dt="2026-07-29T00:57:16.700" v="1374" actId="404"/>
          <ac:spMkLst>
            <pc:docMk/>
            <pc:sldMk cId="917485351" sldId="257"/>
            <ac:spMk id="66" creationId="{03FFA778-3044-4DB2-B702-3B2258822636}"/>
          </ac:spMkLst>
        </pc:spChg>
        <pc:spChg chg="add mod">
          <ac:chgData name="Tong Liu" userId="5083135e9e94dac5" providerId="LiveId" clId="{8691FECC-A1B2-5B80-8A54-2FE7DE98EF2B}" dt="2026-07-29T01:23:08.493" v="1698" actId="1582"/>
          <ac:spMkLst>
            <pc:docMk/>
            <pc:sldMk cId="917485351" sldId="257"/>
            <ac:spMk id="67" creationId="{EA58BD4C-5414-424F-B68B-41CD5CEF2DC9}"/>
          </ac:spMkLst>
        </pc:spChg>
        <pc:spChg chg="add mod">
          <ac:chgData name="Tong Liu" userId="5083135e9e94dac5" providerId="LiveId" clId="{8691FECC-A1B2-5B80-8A54-2FE7DE98EF2B}" dt="2026-07-29T01:00:01.269" v="1397" actId="1076"/>
          <ac:spMkLst>
            <pc:docMk/>
            <pc:sldMk cId="917485351" sldId="257"/>
            <ac:spMk id="68" creationId="{049CEE35-2724-F253-ADE2-94B86E81842D}"/>
          </ac:spMkLst>
        </pc:spChg>
        <pc:spChg chg="add mod">
          <ac:chgData name="Tong Liu" userId="5083135e9e94dac5" providerId="LiveId" clId="{8691FECC-A1B2-5B80-8A54-2FE7DE98EF2B}" dt="2026-07-29T01:23:08.493" v="1698" actId="1582"/>
          <ac:spMkLst>
            <pc:docMk/>
            <pc:sldMk cId="917485351" sldId="257"/>
            <ac:spMk id="69" creationId="{182D6A2A-182E-2B65-865B-426D856C1925}"/>
          </ac:spMkLst>
        </pc:spChg>
        <pc:spChg chg="add mod">
          <ac:chgData name="Tong Liu" userId="5083135e9e94dac5" providerId="LiveId" clId="{8691FECC-A1B2-5B80-8A54-2FE7DE98EF2B}" dt="2026-07-29T01:14:48.853" v="1595" actId="1038"/>
          <ac:spMkLst>
            <pc:docMk/>
            <pc:sldMk cId="917485351" sldId="257"/>
            <ac:spMk id="70" creationId="{363B76EC-EAD3-F903-4FD3-65B28C47B5F4}"/>
          </ac:spMkLst>
        </pc:spChg>
        <pc:spChg chg="add mod">
          <ac:chgData name="Tong Liu" userId="5083135e9e94dac5" providerId="LiveId" clId="{8691FECC-A1B2-5B80-8A54-2FE7DE98EF2B}" dt="2026-07-29T01:23:08.493" v="1698" actId="1582"/>
          <ac:spMkLst>
            <pc:docMk/>
            <pc:sldMk cId="917485351" sldId="257"/>
            <ac:spMk id="71" creationId="{A2155D56-28E1-958E-A5A3-D64E324C80C1}"/>
          </ac:spMkLst>
        </pc:spChg>
        <pc:spChg chg="add mod">
          <ac:chgData name="Tong Liu" userId="5083135e9e94dac5" providerId="LiveId" clId="{8691FECC-A1B2-5B80-8A54-2FE7DE98EF2B}" dt="2026-07-29T00:59:13.273" v="1390" actId="1035"/>
          <ac:spMkLst>
            <pc:docMk/>
            <pc:sldMk cId="917485351" sldId="257"/>
            <ac:spMk id="72" creationId="{7454BE95-DCA8-AE51-E7D6-E8884E16EA5A}"/>
          </ac:spMkLst>
        </pc:spChg>
        <pc:spChg chg="add del mod">
          <ac:chgData name="Tong Liu" userId="5083135e9e94dac5" providerId="LiveId" clId="{8691FECC-A1B2-5B80-8A54-2FE7DE98EF2B}" dt="2026-07-29T01:01:59.468" v="1424" actId="478"/>
          <ac:spMkLst>
            <pc:docMk/>
            <pc:sldMk cId="917485351" sldId="257"/>
            <ac:spMk id="73" creationId="{6762B8A5-BE3C-FC7F-DEB5-95FBCA149CAA}"/>
          </ac:spMkLst>
        </pc:spChg>
        <pc:spChg chg="add mod">
          <ac:chgData name="Tong Liu" userId="5083135e9e94dac5" providerId="LiveId" clId="{8691FECC-A1B2-5B80-8A54-2FE7DE98EF2B}" dt="2026-07-29T01:00:56.871" v="1412"/>
          <ac:spMkLst>
            <pc:docMk/>
            <pc:sldMk cId="917485351" sldId="257"/>
            <ac:spMk id="74" creationId="{0A7B4940-8F4C-2C2A-4915-C19E08E18CD3}"/>
          </ac:spMkLst>
        </pc:spChg>
        <pc:spChg chg="add mod">
          <ac:chgData name="Tong Liu" userId="5083135e9e94dac5" providerId="LiveId" clId="{8691FECC-A1B2-5B80-8A54-2FE7DE98EF2B}" dt="2026-07-29T01:00:56.871" v="1412"/>
          <ac:spMkLst>
            <pc:docMk/>
            <pc:sldMk cId="917485351" sldId="257"/>
            <ac:spMk id="75" creationId="{2E5E41E4-8B2D-3F0C-6430-A84C5A7FD037}"/>
          </ac:spMkLst>
        </pc:spChg>
        <pc:spChg chg="add del mod">
          <ac:chgData name="Tong Liu" userId="5083135e9e94dac5" providerId="LiveId" clId="{8691FECC-A1B2-5B80-8A54-2FE7DE98EF2B}" dt="2026-07-29T01:01:37.296" v="1418" actId="478"/>
          <ac:spMkLst>
            <pc:docMk/>
            <pc:sldMk cId="917485351" sldId="257"/>
            <ac:spMk id="76" creationId="{6A53BC1B-7AC0-D231-E12B-56FBBD15EE6E}"/>
          </ac:spMkLst>
        </pc:spChg>
        <pc:spChg chg="add del mod">
          <ac:chgData name="Tong Liu" userId="5083135e9e94dac5" providerId="LiveId" clId="{8691FECC-A1B2-5B80-8A54-2FE7DE98EF2B}" dt="2026-07-29T01:10:12.249" v="1543" actId="478"/>
          <ac:spMkLst>
            <pc:docMk/>
            <pc:sldMk cId="917485351" sldId="257"/>
            <ac:spMk id="77" creationId="{5EA6E486-B7D9-4FB2-7B54-056C69BACD79}"/>
          </ac:spMkLst>
        </pc:spChg>
        <pc:spChg chg="add del mod">
          <ac:chgData name="Tong Liu" userId="5083135e9e94dac5" providerId="LiveId" clId="{8691FECC-A1B2-5B80-8A54-2FE7DE98EF2B}" dt="2026-07-29T01:10:13.580" v="1544" actId="478"/>
          <ac:spMkLst>
            <pc:docMk/>
            <pc:sldMk cId="917485351" sldId="257"/>
            <ac:spMk id="78" creationId="{3B876169-3541-1BC7-0171-17488B6C3D10}"/>
          </ac:spMkLst>
        </pc:spChg>
        <pc:spChg chg="add del">
          <ac:chgData name="Tong Liu" userId="5083135e9e94dac5" providerId="LiveId" clId="{8691FECC-A1B2-5B80-8A54-2FE7DE98EF2B}" dt="2026-07-29T01:04:06.602" v="1433" actId="478"/>
          <ac:spMkLst>
            <pc:docMk/>
            <pc:sldMk cId="917485351" sldId="257"/>
            <ac:spMk id="79" creationId="{01F3D5AB-620C-D4E0-9D7D-9390307EC3D8}"/>
          </ac:spMkLst>
        </pc:spChg>
        <pc:spChg chg="add del mod">
          <ac:chgData name="Tong Liu" userId="5083135e9e94dac5" providerId="LiveId" clId="{8691FECC-A1B2-5B80-8A54-2FE7DE98EF2B}" dt="2026-07-29T01:10:14.849" v="1545" actId="478"/>
          <ac:spMkLst>
            <pc:docMk/>
            <pc:sldMk cId="917485351" sldId="257"/>
            <ac:spMk id="82" creationId="{A4B977B8-5D58-7CD6-B3DA-DAFE56340F95}"/>
          </ac:spMkLst>
        </pc:spChg>
        <pc:spChg chg="add del mod">
          <ac:chgData name="Tong Liu" userId="5083135e9e94dac5" providerId="LiveId" clId="{8691FECC-A1B2-5B80-8A54-2FE7DE98EF2B}" dt="2026-07-29T01:10:15.791" v="1546" actId="478"/>
          <ac:spMkLst>
            <pc:docMk/>
            <pc:sldMk cId="917485351" sldId="257"/>
            <ac:spMk id="83" creationId="{2B5FE66C-F975-4BBA-74A9-AFF867FB196C}"/>
          </ac:spMkLst>
        </pc:spChg>
        <pc:spChg chg="add del mod">
          <ac:chgData name="Tong Liu" userId="5083135e9e94dac5" providerId="LiveId" clId="{8691FECC-A1B2-5B80-8A54-2FE7DE98EF2B}" dt="2026-07-29T01:10:10.244" v="1542" actId="478"/>
          <ac:spMkLst>
            <pc:docMk/>
            <pc:sldMk cId="917485351" sldId="257"/>
            <ac:spMk id="84" creationId="{5F74DB23-DD88-78EE-68BC-19A8FA9445ED}"/>
          </ac:spMkLst>
        </pc:spChg>
        <pc:spChg chg="add del">
          <ac:chgData name="Tong Liu" userId="5083135e9e94dac5" providerId="LiveId" clId="{8691FECC-A1B2-5B80-8A54-2FE7DE98EF2B}" dt="2026-07-29T01:13:23.571" v="1566" actId="478"/>
          <ac:spMkLst>
            <pc:docMk/>
            <pc:sldMk cId="917485351" sldId="257"/>
            <ac:spMk id="87" creationId="{0D167A74-A4EF-3DCC-81B9-D666397283A2}"/>
          </ac:spMkLst>
        </pc:spChg>
        <pc:spChg chg="add mod">
          <ac:chgData name="Tong Liu" userId="5083135e9e94dac5" providerId="LiveId" clId="{8691FECC-A1B2-5B80-8A54-2FE7DE98EF2B}" dt="2026-07-29T01:18:43.935" v="1625" actId="1076"/>
          <ac:spMkLst>
            <pc:docMk/>
            <pc:sldMk cId="917485351" sldId="257"/>
            <ac:spMk id="91" creationId="{158C0B52-12A7-E663-099B-B7F7DA85CD48}"/>
          </ac:spMkLst>
        </pc:spChg>
        <pc:spChg chg="add mod">
          <ac:chgData name="Tong Liu" userId="5083135e9e94dac5" providerId="LiveId" clId="{8691FECC-A1B2-5B80-8A54-2FE7DE98EF2B}" dt="2026-07-29T01:18:43.935" v="1625" actId="1076"/>
          <ac:spMkLst>
            <pc:docMk/>
            <pc:sldMk cId="917485351" sldId="257"/>
            <ac:spMk id="92" creationId="{FB14C853-30A8-4269-9290-E59ABD986DEE}"/>
          </ac:spMkLst>
        </pc:spChg>
        <pc:spChg chg="add mod">
          <ac:chgData name="Tong Liu" userId="5083135e9e94dac5" providerId="LiveId" clId="{8691FECC-A1B2-5B80-8A54-2FE7DE98EF2B}" dt="2026-07-29T01:18:43.935" v="1625" actId="1076"/>
          <ac:spMkLst>
            <pc:docMk/>
            <pc:sldMk cId="917485351" sldId="257"/>
            <ac:spMk id="93" creationId="{77B01AE8-DF35-5332-9641-78F7AE0A9423}"/>
          </ac:spMkLst>
        </pc:spChg>
        <pc:spChg chg="add mod">
          <ac:chgData name="Tong Liu" userId="5083135e9e94dac5" providerId="LiveId" clId="{8691FECC-A1B2-5B80-8A54-2FE7DE98EF2B}" dt="2026-07-29T01:38:07.980" v="1943" actId="207"/>
          <ac:spMkLst>
            <pc:docMk/>
            <pc:sldMk cId="917485351" sldId="257"/>
            <ac:spMk id="94" creationId="{1A3ACB61-D4EA-F18B-3BCD-6AB090B926BF}"/>
          </ac:spMkLst>
        </pc:spChg>
        <pc:spChg chg="add mod">
          <ac:chgData name="Tong Liu" userId="5083135e9e94dac5" providerId="LiveId" clId="{8691FECC-A1B2-5B80-8A54-2FE7DE98EF2B}" dt="2026-07-29T01:38:07.980" v="1943" actId="207"/>
          <ac:spMkLst>
            <pc:docMk/>
            <pc:sldMk cId="917485351" sldId="257"/>
            <ac:spMk id="95" creationId="{A83490D9-D2D4-4690-45AF-57901693E1D5}"/>
          </ac:spMkLst>
        </pc:spChg>
        <pc:spChg chg="add del mod">
          <ac:chgData name="Tong Liu" userId="5083135e9e94dac5" providerId="LiveId" clId="{8691FECC-A1B2-5B80-8A54-2FE7DE98EF2B}" dt="2026-07-29T01:20:15.597" v="1643" actId="478"/>
          <ac:spMkLst>
            <pc:docMk/>
            <pc:sldMk cId="917485351" sldId="257"/>
            <ac:spMk id="96" creationId="{6D2F7A15-6BB2-7547-7CD5-15FC56BE0AC0}"/>
          </ac:spMkLst>
        </pc:spChg>
        <pc:spChg chg="add del mod">
          <ac:chgData name="Tong Liu" userId="5083135e9e94dac5" providerId="LiveId" clId="{8691FECC-A1B2-5B80-8A54-2FE7DE98EF2B}" dt="2026-07-29T01:20:15.597" v="1643" actId="478"/>
          <ac:spMkLst>
            <pc:docMk/>
            <pc:sldMk cId="917485351" sldId="257"/>
            <ac:spMk id="97" creationId="{400BB9B4-C081-559B-F8F8-D9773217A847}"/>
          </ac:spMkLst>
        </pc:spChg>
        <pc:spChg chg="add del mod">
          <ac:chgData name="Tong Liu" userId="5083135e9e94dac5" providerId="LiveId" clId="{8691FECC-A1B2-5B80-8A54-2FE7DE98EF2B}" dt="2026-07-29T01:20:15.597" v="1643" actId="478"/>
          <ac:spMkLst>
            <pc:docMk/>
            <pc:sldMk cId="917485351" sldId="257"/>
            <ac:spMk id="98" creationId="{11C400C8-D2A0-8E76-F7C5-F09560FDD1DA}"/>
          </ac:spMkLst>
        </pc:spChg>
        <pc:spChg chg="add del mod">
          <ac:chgData name="Tong Liu" userId="5083135e9e94dac5" providerId="LiveId" clId="{8691FECC-A1B2-5B80-8A54-2FE7DE98EF2B}" dt="2026-07-29T01:20:15.597" v="1643" actId="478"/>
          <ac:spMkLst>
            <pc:docMk/>
            <pc:sldMk cId="917485351" sldId="257"/>
            <ac:spMk id="99" creationId="{18C0272F-4F85-989D-CB3D-CB48EB5FB8BD}"/>
          </ac:spMkLst>
        </pc:spChg>
        <pc:spChg chg="add del mod">
          <ac:chgData name="Tong Liu" userId="5083135e9e94dac5" providerId="LiveId" clId="{8691FECC-A1B2-5B80-8A54-2FE7DE98EF2B}" dt="2026-07-29T01:20:15.597" v="1643" actId="478"/>
          <ac:spMkLst>
            <pc:docMk/>
            <pc:sldMk cId="917485351" sldId="257"/>
            <ac:spMk id="100" creationId="{2B31B643-1090-532B-4BAF-CA2168637376}"/>
          </ac:spMkLst>
        </pc:spChg>
        <pc:spChg chg="add del mod">
          <ac:chgData name="Tong Liu" userId="5083135e9e94dac5" providerId="LiveId" clId="{8691FECC-A1B2-5B80-8A54-2FE7DE98EF2B}" dt="2026-07-29T01:20:15.597" v="1643" actId="478"/>
          <ac:spMkLst>
            <pc:docMk/>
            <pc:sldMk cId="917485351" sldId="257"/>
            <ac:spMk id="101" creationId="{EB23B378-1361-E7CA-92C3-6D3F27252F7E}"/>
          </ac:spMkLst>
        </pc:spChg>
        <pc:spChg chg="add del mod">
          <ac:chgData name="Tong Liu" userId="5083135e9e94dac5" providerId="LiveId" clId="{8691FECC-A1B2-5B80-8A54-2FE7DE98EF2B}" dt="2026-07-29T01:20:15.597" v="1643" actId="478"/>
          <ac:spMkLst>
            <pc:docMk/>
            <pc:sldMk cId="917485351" sldId="257"/>
            <ac:spMk id="102" creationId="{DF034C56-AA35-04F4-7EE2-C355E8007EC9}"/>
          </ac:spMkLst>
        </pc:spChg>
        <pc:spChg chg="add del mod">
          <ac:chgData name="Tong Liu" userId="5083135e9e94dac5" providerId="LiveId" clId="{8691FECC-A1B2-5B80-8A54-2FE7DE98EF2B}" dt="2026-07-29T01:20:15.597" v="1643" actId="478"/>
          <ac:spMkLst>
            <pc:docMk/>
            <pc:sldMk cId="917485351" sldId="257"/>
            <ac:spMk id="103" creationId="{D727C1B1-5EC9-02F4-DFC9-BC3CF6E2DAF3}"/>
          </ac:spMkLst>
        </pc:spChg>
        <pc:spChg chg="add del mod">
          <ac:chgData name="Tong Liu" userId="5083135e9e94dac5" providerId="LiveId" clId="{8691FECC-A1B2-5B80-8A54-2FE7DE98EF2B}" dt="2026-07-29T01:20:15.597" v="1643" actId="478"/>
          <ac:spMkLst>
            <pc:docMk/>
            <pc:sldMk cId="917485351" sldId="257"/>
            <ac:spMk id="104" creationId="{DD4014A0-3C1A-D658-75BC-ACA3CF286B4A}"/>
          </ac:spMkLst>
        </pc:spChg>
        <pc:spChg chg="add del mod">
          <ac:chgData name="Tong Liu" userId="5083135e9e94dac5" providerId="LiveId" clId="{8691FECC-A1B2-5B80-8A54-2FE7DE98EF2B}" dt="2026-07-29T01:20:15.597" v="1643" actId="478"/>
          <ac:spMkLst>
            <pc:docMk/>
            <pc:sldMk cId="917485351" sldId="257"/>
            <ac:spMk id="105" creationId="{9A1DCC81-2443-B8F2-167F-649AC96D6C2A}"/>
          </ac:spMkLst>
        </pc:spChg>
        <pc:spChg chg="add mod">
          <ac:chgData name="Tong Liu" userId="5083135e9e94dac5" providerId="LiveId" clId="{8691FECC-A1B2-5B80-8A54-2FE7DE98EF2B}" dt="2026-07-29T01:38:07.980" v="1943" actId="207"/>
          <ac:spMkLst>
            <pc:docMk/>
            <pc:sldMk cId="917485351" sldId="257"/>
            <ac:spMk id="106" creationId="{EEC77AAD-36C1-FF6B-14E4-6D6CC5519D1B}"/>
          </ac:spMkLst>
        </pc:spChg>
        <pc:spChg chg="add mod">
          <ac:chgData name="Tong Liu" userId="5083135e9e94dac5" providerId="LiveId" clId="{8691FECC-A1B2-5B80-8A54-2FE7DE98EF2B}" dt="2026-07-29T01:20:47.271" v="1647" actId="1076"/>
          <ac:spMkLst>
            <pc:docMk/>
            <pc:sldMk cId="917485351" sldId="257"/>
            <ac:spMk id="107" creationId="{12E6ED36-CEF3-FDCC-FEB8-87F1DB7C48E2}"/>
          </ac:spMkLst>
        </pc:spChg>
        <pc:spChg chg="add mod">
          <ac:chgData name="Tong Liu" userId="5083135e9e94dac5" providerId="LiveId" clId="{8691FECC-A1B2-5B80-8A54-2FE7DE98EF2B}" dt="2026-07-29T01:20:47.271" v="1647" actId="1076"/>
          <ac:spMkLst>
            <pc:docMk/>
            <pc:sldMk cId="917485351" sldId="257"/>
            <ac:spMk id="108" creationId="{73E8CC0C-F96B-3528-89B6-D3620CA95D3C}"/>
          </ac:spMkLst>
        </pc:spChg>
        <pc:spChg chg="add mod">
          <ac:chgData name="Tong Liu" userId="5083135e9e94dac5" providerId="LiveId" clId="{8691FECC-A1B2-5B80-8A54-2FE7DE98EF2B}" dt="2026-07-29T01:20:47.271" v="1647" actId="1076"/>
          <ac:spMkLst>
            <pc:docMk/>
            <pc:sldMk cId="917485351" sldId="257"/>
            <ac:spMk id="109" creationId="{99589278-E7B9-3269-5DB0-1A454510CF4C}"/>
          </ac:spMkLst>
        </pc:spChg>
        <pc:spChg chg="add mod">
          <ac:chgData name="Tong Liu" userId="5083135e9e94dac5" providerId="LiveId" clId="{8691FECC-A1B2-5B80-8A54-2FE7DE98EF2B}" dt="2026-07-29T01:20:47.271" v="1647" actId="1076"/>
          <ac:spMkLst>
            <pc:docMk/>
            <pc:sldMk cId="917485351" sldId="257"/>
            <ac:spMk id="110" creationId="{B7AE569D-2EFF-4D9B-01C9-36864619E3D0}"/>
          </ac:spMkLst>
        </pc:spChg>
        <pc:spChg chg="add mod">
          <ac:chgData name="Tong Liu" userId="5083135e9e94dac5" providerId="LiveId" clId="{8691FECC-A1B2-5B80-8A54-2FE7DE98EF2B}" dt="2026-07-29T01:20:47.271" v="1647" actId="1076"/>
          <ac:spMkLst>
            <pc:docMk/>
            <pc:sldMk cId="917485351" sldId="257"/>
            <ac:spMk id="111" creationId="{68457DEC-0D14-CD34-ABD6-530D4EAE16EC}"/>
          </ac:spMkLst>
        </pc:spChg>
        <pc:spChg chg="add mod">
          <ac:chgData name="Tong Liu" userId="5083135e9e94dac5" providerId="LiveId" clId="{8691FECC-A1B2-5B80-8A54-2FE7DE98EF2B}" dt="2026-07-29T01:20:47.271" v="1647" actId="1076"/>
          <ac:spMkLst>
            <pc:docMk/>
            <pc:sldMk cId="917485351" sldId="257"/>
            <ac:spMk id="112" creationId="{F5A940A3-8D51-6222-2945-357DAD49CCD9}"/>
          </ac:spMkLst>
        </pc:spChg>
        <pc:spChg chg="add del mod">
          <ac:chgData name="Tong Liu" userId="5083135e9e94dac5" providerId="LiveId" clId="{8691FECC-A1B2-5B80-8A54-2FE7DE98EF2B}" dt="2026-07-29T01:28:10.777" v="1877" actId="14100"/>
          <ac:spMkLst>
            <pc:docMk/>
            <pc:sldMk cId="917485351" sldId="257"/>
            <ac:spMk id="117" creationId="{0200E27B-1324-5D76-E19B-9ECBF9384C35}"/>
          </ac:spMkLst>
        </pc:spChg>
        <pc:spChg chg="add mod">
          <ac:chgData name="Tong Liu" userId="5083135e9e94dac5" providerId="LiveId" clId="{8691FECC-A1B2-5B80-8A54-2FE7DE98EF2B}" dt="2026-07-29T01:28:05.044" v="1876" actId="1038"/>
          <ac:spMkLst>
            <pc:docMk/>
            <pc:sldMk cId="917485351" sldId="257"/>
            <ac:spMk id="118" creationId="{57E1185D-92E1-703D-4FBA-D788F9F7BEE3}"/>
          </ac:spMkLst>
        </pc:spChg>
        <pc:spChg chg="add mod topLvl">
          <ac:chgData name="Tong Liu" userId="5083135e9e94dac5" providerId="LiveId" clId="{8691FECC-A1B2-5B80-8A54-2FE7DE98EF2B}" dt="2026-07-29T01:27:05.441" v="1827" actId="207"/>
          <ac:spMkLst>
            <pc:docMk/>
            <pc:sldMk cId="917485351" sldId="257"/>
            <ac:spMk id="119" creationId="{61AC00F3-5CE1-6F4B-3432-09CD3D82FE13}"/>
          </ac:spMkLst>
        </pc:spChg>
        <pc:spChg chg="add mod topLvl">
          <ac:chgData name="Tong Liu" userId="5083135e9e94dac5" providerId="LiveId" clId="{8691FECC-A1B2-5B80-8A54-2FE7DE98EF2B}" dt="2026-07-29T01:27:05.441" v="1827" actId="207"/>
          <ac:spMkLst>
            <pc:docMk/>
            <pc:sldMk cId="917485351" sldId="257"/>
            <ac:spMk id="120" creationId="{9637721C-174E-7E20-2DA4-F4A3EA10BB39}"/>
          </ac:spMkLst>
        </pc:spChg>
        <pc:spChg chg="add mod topLvl">
          <ac:chgData name="Tong Liu" userId="5083135e9e94dac5" providerId="LiveId" clId="{8691FECC-A1B2-5B80-8A54-2FE7DE98EF2B}" dt="2026-07-29T01:27:05.441" v="1827" actId="207"/>
          <ac:spMkLst>
            <pc:docMk/>
            <pc:sldMk cId="917485351" sldId="257"/>
            <ac:spMk id="121" creationId="{9FF93C2F-A4A5-BF82-CE07-40F599573A84}"/>
          </ac:spMkLst>
        </pc:spChg>
        <pc:spChg chg="add mod topLvl">
          <ac:chgData name="Tong Liu" userId="5083135e9e94dac5" providerId="LiveId" clId="{8691FECC-A1B2-5B80-8A54-2FE7DE98EF2B}" dt="2026-07-29T01:27:05.441" v="1827" actId="207"/>
          <ac:spMkLst>
            <pc:docMk/>
            <pc:sldMk cId="917485351" sldId="257"/>
            <ac:spMk id="122" creationId="{39B94ECE-0033-F025-291F-6ACF5706F112}"/>
          </ac:spMkLst>
        </pc:spChg>
        <pc:spChg chg="add mod topLvl">
          <ac:chgData name="Tong Liu" userId="5083135e9e94dac5" providerId="LiveId" clId="{8691FECC-A1B2-5B80-8A54-2FE7DE98EF2B}" dt="2026-07-29T01:27:05.441" v="1827" actId="207"/>
          <ac:spMkLst>
            <pc:docMk/>
            <pc:sldMk cId="917485351" sldId="257"/>
            <ac:spMk id="123" creationId="{BA2304E1-56DB-AE6B-68D3-81FD7BF3FE7E}"/>
          </ac:spMkLst>
        </pc:spChg>
        <pc:spChg chg="mod">
          <ac:chgData name="Tong Liu" userId="5083135e9e94dac5" providerId="LiveId" clId="{8691FECC-A1B2-5B80-8A54-2FE7DE98EF2B}" dt="2026-07-29T01:25:31.088" v="1792"/>
          <ac:spMkLst>
            <pc:docMk/>
            <pc:sldMk cId="917485351" sldId="257"/>
            <ac:spMk id="127" creationId="{044B0F0F-51BE-B405-4919-1D087F264DD7}"/>
          </ac:spMkLst>
        </pc:spChg>
        <pc:spChg chg="mod">
          <ac:chgData name="Tong Liu" userId="5083135e9e94dac5" providerId="LiveId" clId="{8691FECC-A1B2-5B80-8A54-2FE7DE98EF2B}" dt="2026-07-29T01:25:31.088" v="1792"/>
          <ac:spMkLst>
            <pc:docMk/>
            <pc:sldMk cId="917485351" sldId="257"/>
            <ac:spMk id="128" creationId="{6522EB99-F6CF-1B61-7EB7-6AEA9AC78D38}"/>
          </ac:spMkLst>
        </pc:spChg>
        <pc:spChg chg="mod">
          <ac:chgData name="Tong Liu" userId="5083135e9e94dac5" providerId="LiveId" clId="{8691FECC-A1B2-5B80-8A54-2FE7DE98EF2B}" dt="2026-07-29T01:25:31.088" v="1792"/>
          <ac:spMkLst>
            <pc:docMk/>
            <pc:sldMk cId="917485351" sldId="257"/>
            <ac:spMk id="129" creationId="{7A8B9C6A-5092-A36A-D1F6-25B0B89EAFF7}"/>
          </ac:spMkLst>
        </pc:spChg>
        <pc:spChg chg="mod">
          <ac:chgData name="Tong Liu" userId="5083135e9e94dac5" providerId="LiveId" clId="{8691FECC-A1B2-5B80-8A54-2FE7DE98EF2B}" dt="2026-07-29T01:25:31.088" v="1792"/>
          <ac:spMkLst>
            <pc:docMk/>
            <pc:sldMk cId="917485351" sldId="257"/>
            <ac:spMk id="130" creationId="{22B9B625-4F60-BC29-DD05-4CBCE0BDE880}"/>
          </ac:spMkLst>
        </pc:spChg>
        <pc:spChg chg="mod">
          <ac:chgData name="Tong Liu" userId="5083135e9e94dac5" providerId="LiveId" clId="{8691FECC-A1B2-5B80-8A54-2FE7DE98EF2B}" dt="2026-07-29T01:25:31.088" v="1792"/>
          <ac:spMkLst>
            <pc:docMk/>
            <pc:sldMk cId="917485351" sldId="257"/>
            <ac:spMk id="131" creationId="{65950877-6227-3489-ADF1-EAB489AAD967}"/>
          </ac:spMkLst>
        </pc:spChg>
        <pc:spChg chg="mod">
          <ac:chgData name="Tong Liu" userId="5083135e9e94dac5" providerId="LiveId" clId="{8691FECC-A1B2-5B80-8A54-2FE7DE98EF2B}" dt="2026-07-29T01:25:31.301" v="1793"/>
          <ac:spMkLst>
            <pc:docMk/>
            <pc:sldMk cId="917485351" sldId="257"/>
            <ac:spMk id="134" creationId="{B9F08FEA-7865-CE9A-1D90-4F5EAD08A1B2}"/>
          </ac:spMkLst>
        </pc:spChg>
        <pc:spChg chg="mod">
          <ac:chgData name="Tong Liu" userId="5083135e9e94dac5" providerId="LiveId" clId="{8691FECC-A1B2-5B80-8A54-2FE7DE98EF2B}" dt="2026-07-29T01:25:31.301" v="1793"/>
          <ac:spMkLst>
            <pc:docMk/>
            <pc:sldMk cId="917485351" sldId="257"/>
            <ac:spMk id="135" creationId="{BADEB1BA-4E1D-0CFC-026B-D633F47A5F0F}"/>
          </ac:spMkLst>
        </pc:spChg>
        <pc:spChg chg="mod">
          <ac:chgData name="Tong Liu" userId="5083135e9e94dac5" providerId="LiveId" clId="{8691FECC-A1B2-5B80-8A54-2FE7DE98EF2B}" dt="2026-07-29T01:25:31.301" v="1793"/>
          <ac:spMkLst>
            <pc:docMk/>
            <pc:sldMk cId="917485351" sldId="257"/>
            <ac:spMk id="136" creationId="{34A0BDAC-E858-F9BB-4F5E-2F3C6EA60A7B}"/>
          </ac:spMkLst>
        </pc:spChg>
        <pc:spChg chg="mod">
          <ac:chgData name="Tong Liu" userId="5083135e9e94dac5" providerId="LiveId" clId="{8691FECC-A1B2-5B80-8A54-2FE7DE98EF2B}" dt="2026-07-29T01:25:31.301" v="1793"/>
          <ac:spMkLst>
            <pc:docMk/>
            <pc:sldMk cId="917485351" sldId="257"/>
            <ac:spMk id="137" creationId="{5F641E33-A814-9EAF-48DF-48659D79AD14}"/>
          </ac:spMkLst>
        </pc:spChg>
        <pc:spChg chg="mod">
          <ac:chgData name="Tong Liu" userId="5083135e9e94dac5" providerId="LiveId" clId="{8691FECC-A1B2-5B80-8A54-2FE7DE98EF2B}" dt="2026-07-29T01:25:31.301" v="1793"/>
          <ac:spMkLst>
            <pc:docMk/>
            <pc:sldMk cId="917485351" sldId="257"/>
            <ac:spMk id="138" creationId="{462638B3-F0D2-F3DB-680D-38B6FF0E0D2E}"/>
          </ac:spMkLst>
        </pc:spChg>
        <pc:spChg chg="mod">
          <ac:chgData name="Tong Liu" userId="5083135e9e94dac5" providerId="LiveId" clId="{8691FECC-A1B2-5B80-8A54-2FE7DE98EF2B}" dt="2026-07-29T01:25:31.507" v="1794"/>
          <ac:spMkLst>
            <pc:docMk/>
            <pc:sldMk cId="917485351" sldId="257"/>
            <ac:spMk id="141" creationId="{8E25F800-1825-0F9A-3203-5BE5042BEEF1}"/>
          </ac:spMkLst>
        </pc:spChg>
        <pc:spChg chg="mod">
          <ac:chgData name="Tong Liu" userId="5083135e9e94dac5" providerId="LiveId" clId="{8691FECC-A1B2-5B80-8A54-2FE7DE98EF2B}" dt="2026-07-29T01:25:31.507" v="1794"/>
          <ac:spMkLst>
            <pc:docMk/>
            <pc:sldMk cId="917485351" sldId="257"/>
            <ac:spMk id="142" creationId="{1694904F-8A5A-4993-6845-FCE6DEC5CEDA}"/>
          </ac:spMkLst>
        </pc:spChg>
        <pc:spChg chg="mod">
          <ac:chgData name="Tong Liu" userId="5083135e9e94dac5" providerId="LiveId" clId="{8691FECC-A1B2-5B80-8A54-2FE7DE98EF2B}" dt="2026-07-29T01:25:31.507" v="1794"/>
          <ac:spMkLst>
            <pc:docMk/>
            <pc:sldMk cId="917485351" sldId="257"/>
            <ac:spMk id="143" creationId="{DBFD455E-B059-A8C1-3636-259268E2B624}"/>
          </ac:spMkLst>
        </pc:spChg>
        <pc:spChg chg="mod">
          <ac:chgData name="Tong Liu" userId="5083135e9e94dac5" providerId="LiveId" clId="{8691FECC-A1B2-5B80-8A54-2FE7DE98EF2B}" dt="2026-07-29T01:25:31.507" v="1794"/>
          <ac:spMkLst>
            <pc:docMk/>
            <pc:sldMk cId="917485351" sldId="257"/>
            <ac:spMk id="144" creationId="{144BF480-5B8C-5DDD-ECCB-B41DE418540E}"/>
          </ac:spMkLst>
        </pc:spChg>
        <pc:spChg chg="mod">
          <ac:chgData name="Tong Liu" userId="5083135e9e94dac5" providerId="LiveId" clId="{8691FECC-A1B2-5B80-8A54-2FE7DE98EF2B}" dt="2026-07-29T01:25:31.507" v="1794"/>
          <ac:spMkLst>
            <pc:docMk/>
            <pc:sldMk cId="917485351" sldId="257"/>
            <ac:spMk id="145" creationId="{9D90B38A-889E-A302-4058-CE9B898A138F}"/>
          </ac:spMkLst>
        </pc:spChg>
        <pc:spChg chg="mod">
          <ac:chgData name="Tong Liu" userId="5083135e9e94dac5" providerId="LiveId" clId="{8691FECC-A1B2-5B80-8A54-2FE7DE98EF2B}" dt="2026-07-29T01:25:32.349" v="1795"/>
          <ac:spMkLst>
            <pc:docMk/>
            <pc:sldMk cId="917485351" sldId="257"/>
            <ac:spMk id="148" creationId="{DE577653-B423-1695-F86D-AF07D8D9FB7F}"/>
          </ac:spMkLst>
        </pc:spChg>
        <pc:spChg chg="mod">
          <ac:chgData name="Tong Liu" userId="5083135e9e94dac5" providerId="LiveId" clId="{8691FECC-A1B2-5B80-8A54-2FE7DE98EF2B}" dt="2026-07-29T01:25:32.349" v="1795"/>
          <ac:spMkLst>
            <pc:docMk/>
            <pc:sldMk cId="917485351" sldId="257"/>
            <ac:spMk id="149" creationId="{8FA8243D-8D81-B4E6-9CC8-8E3E2B27DCBF}"/>
          </ac:spMkLst>
        </pc:spChg>
        <pc:spChg chg="mod">
          <ac:chgData name="Tong Liu" userId="5083135e9e94dac5" providerId="LiveId" clId="{8691FECC-A1B2-5B80-8A54-2FE7DE98EF2B}" dt="2026-07-29T01:25:32.349" v="1795"/>
          <ac:spMkLst>
            <pc:docMk/>
            <pc:sldMk cId="917485351" sldId="257"/>
            <ac:spMk id="150" creationId="{F50569A5-7B86-8C62-3693-0B88EAB2C12A}"/>
          </ac:spMkLst>
        </pc:spChg>
        <pc:spChg chg="mod">
          <ac:chgData name="Tong Liu" userId="5083135e9e94dac5" providerId="LiveId" clId="{8691FECC-A1B2-5B80-8A54-2FE7DE98EF2B}" dt="2026-07-29T01:25:32.349" v="1795"/>
          <ac:spMkLst>
            <pc:docMk/>
            <pc:sldMk cId="917485351" sldId="257"/>
            <ac:spMk id="151" creationId="{0DB99292-77BE-9E2E-C4EB-D59F1FCF0E69}"/>
          </ac:spMkLst>
        </pc:spChg>
        <pc:spChg chg="mod">
          <ac:chgData name="Tong Liu" userId="5083135e9e94dac5" providerId="LiveId" clId="{8691FECC-A1B2-5B80-8A54-2FE7DE98EF2B}" dt="2026-07-29T01:25:32.349" v="1795"/>
          <ac:spMkLst>
            <pc:docMk/>
            <pc:sldMk cId="917485351" sldId="257"/>
            <ac:spMk id="152" creationId="{78F87F84-D2F2-3DC3-BB53-7DC0D82282C7}"/>
          </ac:spMkLst>
        </pc:spChg>
        <pc:spChg chg="mod">
          <ac:chgData name="Tong Liu" userId="5083135e9e94dac5" providerId="LiveId" clId="{8691FECC-A1B2-5B80-8A54-2FE7DE98EF2B}" dt="2026-07-29T01:27:32.830" v="1830"/>
          <ac:spMkLst>
            <pc:docMk/>
            <pc:sldMk cId="917485351" sldId="257"/>
            <ac:spMk id="156" creationId="{5A2D11A3-B98E-36C0-6334-94A5B8271FAF}"/>
          </ac:spMkLst>
        </pc:spChg>
        <pc:spChg chg="mod">
          <ac:chgData name="Tong Liu" userId="5083135e9e94dac5" providerId="LiveId" clId="{8691FECC-A1B2-5B80-8A54-2FE7DE98EF2B}" dt="2026-07-29T01:27:32.830" v="1830"/>
          <ac:spMkLst>
            <pc:docMk/>
            <pc:sldMk cId="917485351" sldId="257"/>
            <ac:spMk id="157" creationId="{C23688A2-2774-56DF-3CD1-367D5830A246}"/>
          </ac:spMkLst>
        </pc:spChg>
        <pc:spChg chg="mod">
          <ac:chgData name="Tong Liu" userId="5083135e9e94dac5" providerId="LiveId" clId="{8691FECC-A1B2-5B80-8A54-2FE7DE98EF2B}" dt="2026-07-29T01:27:32.830" v="1830"/>
          <ac:spMkLst>
            <pc:docMk/>
            <pc:sldMk cId="917485351" sldId="257"/>
            <ac:spMk id="158" creationId="{1F4D8BC6-EC20-C8D1-F8A3-67C3508205ED}"/>
          </ac:spMkLst>
        </pc:spChg>
        <pc:spChg chg="mod">
          <ac:chgData name="Tong Liu" userId="5083135e9e94dac5" providerId="LiveId" clId="{8691FECC-A1B2-5B80-8A54-2FE7DE98EF2B}" dt="2026-07-29T01:27:32.830" v="1830"/>
          <ac:spMkLst>
            <pc:docMk/>
            <pc:sldMk cId="917485351" sldId="257"/>
            <ac:spMk id="159" creationId="{60CCED37-83FD-F9D5-F7FF-3D8E70807834}"/>
          </ac:spMkLst>
        </pc:spChg>
        <pc:spChg chg="mod">
          <ac:chgData name="Tong Liu" userId="5083135e9e94dac5" providerId="LiveId" clId="{8691FECC-A1B2-5B80-8A54-2FE7DE98EF2B}" dt="2026-07-29T01:27:32.830" v="1830"/>
          <ac:spMkLst>
            <pc:docMk/>
            <pc:sldMk cId="917485351" sldId="257"/>
            <ac:spMk id="160" creationId="{35ED72CC-BDEC-6725-427C-653E2B6FA28A}"/>
          </ac:spMkLst>
        </pc:spChg>
        <pc:spChg chg="mod">
          <ac:chgData name="Tong Liu" userId="5083135e9e94dac5" providerId="LiveId" clId="{8691FECC-A1B2-5B80-8A54-2FE7DE98EF2B}" dt="2026-07-29T01:29:30.083" v="1882" actId="207"/>
          <ac:spMkLst>
            <pc:docMk/>
            <pc:sldMk cId="917485351" sldId="257"/>
            <ac:spMk id="162" creationId="{7499BFCB-C0B5-5C22-641B-6833C7E085F0}"/>
          </ac:spMkLst>
        </pc:spChg>
        <pc:spChg chg="mod">
          <ac:chgData name="Tong Liu" userId="5083135e9e94dac5" providerId="LiveId" clId="{8691FECC-A1B2-5B80-8A54-2FE7DE98EF2B}" dt="2026-07-29T01:29:30.083" v="1882" actId="207"/>
          <ac:spMkLst>
            <pc:docMk/>
            <pc:sldMk cId="917485351" sldId="257"/>
            <ac:spMk id="163" creationId="{4CDEF8AE-D6F6-5376-99B6-5D788DBD9223}"/>
          </ac:spMkLst>
        </pc:spChg>
        <pc:spChg chg="mod">
          <ac:chgData name="Tong Liu" userId="5083135e9e94dac5" providerId="LiveId" clId="{8691FECC-A1B2-5B80-8A54-2FE7DE98EF2B}" dt="2026-07-29T01:29:30.083" v="1882" actId="207"/>
          <ac:spMkLst>
            <pc:docMk/>
            <pc:sldMk cId="917485351" sldId="257"/>
            <ac:spMk id="164" creationId="{4753EC70-56E2-441E-9E88-A382006A3C55}"/>
          </ac:spMkLst>
        </pc:spChg>
        <pc:spChg chg="mod">
          <ac:chgData name="Tong Liu" userId="5083135e9e94dac5" providerId="LiveId" clId="{8691FECC-A1B2-5B80-8A54-2FE7DE98EF2B}" dt="2026-07-29T01:29:30.083" v="1882" actId="207"/>
          <ac:spMkLst>
            <pc:docMk/>
            <pc:sldMk cId="917485351" sldId="257"/>
            <ac:spMk id="165" creationId="{A722AD4E-354F-4184-DCCD-E336AE191C1B}"/>
          </ac:spMkLst>
        </pc:spChg>
        <pc:spChg chg="mod">
          <ac:chgData name="Tong Liu" userId="5083135e9e94dac5" providerId="LiveId" clId="{8691FECC-A1B2-5B80-8A54-2FE7DE98EF2B}" dt="2026-07-29T01:29:30.083" v="1882" actId="207"/>
          <ac:spMkLst>
            <pc:docMk/>
            <pc:sldMk cId="917485351" sldId="257"/>
            <ac:spMk id="166" creationId="{7EFE3040-68A2-DA92-FF93-17ACF5679719}"/>
          </ac:spMkLst>
        </pc:spChg>
        <pc:spChg chg="mod">
          <ac:chgData name="Tong Liu" userId="5083135e9e94dac5" providerId="LiveId" clId="{8691FECC-A1B2-5B80-8A54-2FE7DE98EF2B}" dt="2026-07-29T01:27:33.180" v="1832"/>
          <ac:spMkLst>
            <pc:docMk/>
            <pc:sldMk cId="917485351" sldId="257"/>
            <ac:spMk id="168" creationId="{2284EDBB-12E4-9585-6709-B211148A51BA}"/>
          </ac:spMkLst>
        </pc:spChg>
        <pc:spChg chg="mod">
          <ac:chgData name="Tong Liu" userId="5083135e9e94dac5" providerId="LiveId" clId="{8691FECC-A1B2-5B80-8A54-2FE7DE98EF2B}" dt="2026-07-29T01:27:33.180" v="1832"/>
          <ac:spMkLst>
            <pc:docMk/>
            <pc:sldMk cId="917485351" sldId="257"/>
            <ac:spMk id="169" creationId="{F512B859-7316-4D0F-17C6-DBD474A87E14}"/>
          </ac:spMkLst>
        </pc:spChg>
        <pc:spChg chg="mod">
          <ac:chgData name="Tong Liu" userId="5083135e9e94dac5" providerId="LiveId" clId="{8691FECC-A1B2-5B80-8A54-2FE7DE98EF2B}" dt="2026-07-29T01:27:33.180" v="1832"/>
          <ac:spMkLst>
            <pc:docMk/>
            <pc:sldMk cId="917485351" sldId="257"/>
            <ac:spMk id="170" creationId="{EF1AB070-EDBB-3E91-5D57-A25D39C86749}"/>
          </ac:spMkLst>
        </pc:spChg>
        <pc:spChg chg="mod">
          <ac:chgData name="Tong Liu" userId="5083135e9e94dac5" providerId="LiveId" clId="{8691FECC-A1B2-5B80-8A54-2FE7DE98EF2B}" dt="2026-07-29T01:27:33.180" v="1832"/>
          <ac:spMkLst>
            <pc:docMk/>
            <pc:sldMk cId="917485351" sldId="257"/>
            <ac:spMk id="171" creationId="{0573A63F-A160-6413-E9D8-40F104F6A0D6}"/>
          </ac:spMkLst>
        </pc:spChg>
        <pc:spChg chg="mod">
          <ac:chgData name="Tong Liu" userId="5083135e9e94dac5" providerId="LiveId" clId="{8691FECC-A1B2-5B80-8A54-2FE7DE98EF2B}" dt="2026-07-29T01:27:33.180" v="1832"/>
          <ac:spMkLst>
            <pc:docMk/>
            <pc:sldMk cId="917485351" sldId="257"/>
            <ac:spMk id="172" creationId="{F7281F7E-587A-0ABF-56B7-5850F0C2C3A8}"/>
          </ac:spMkLst>
        </pc:spChg>
        <pc:spChg chg="mod">
          <ac:chgData name="Tong Liu" userId="5083135e9e94dac5" providerId="LiveId" clId="{8691FECC-A1B2-5B80-8A54-2FE7DE98EF2B}" dt="2026-07-29T01:27:33.355" v="1833"/>
          <ac:spMkLst>
            <pc:docMk/>
            <pc:sldMk cId="917485351" sldId="257"/>
            <ac:spMk id="174" creationId="{2419E67D-9E6C-83BB-FCD6-418CA11BA4E3}"/>
          </ac:spMkLst>
        </pc:spChg>
        <pc:spChg chg="mod">
          <ac:chgData name="Tong Liu" userId="5083135e9e94dac5" providerId="LiveId" clId="{8691FECC-A1B2-5B80-8A54-2FE7DE98EF2B}" dt="2026-07-29T01:27:33.355" v="1833"/>
          <ac:spMkLst>
            <pc:docMk/>
            <pc:sldMk cId="917485351" sldId="257"/>
            <ac:spMk id="175" creationId="{AA8B4199-1F1D-1531-ADD2-0FB90032AFE4}"/>
          </ac:spMkLst>
        </pc:spChg>
        <pc:spChg chg="mod">
          <ac:chgData name="Tong Liu" userId="5083135e9e94dac5" providerId="LiveId" clId="{8691FECC-A1B2-5B80-8A54-2FE7DE98EF2B}" dt="2026-07-29T01:27:33.355" v="1833"/>
          <ac:spMkLst>
            <pc:docMk/>
            <pc:sldMk cId="917485351" sldId="257"/>
            <ac:spMk id="176" creationId="{0A495DFD-8808-3836-EF03-700EF3FBADAC}"/>
          </ac:spMkLst>
        </pc:spChg>
        <pc:spChg chg="mod">
          <ac:chgData name="Tong Liu" userId="5083135e9e94dac5" providerId="LiveId" clId="{8691FECC-A1B2-5B80-8A54-2FE7DE98EF2B}" dt="2026-07-29T01:27:33.355" v="1833"/>
          <ac:spMkLst>
            <pc:docMk/>
            <pc:sldMk cId="917485351" sldId="257"/>
            <ac:spMk id="177" creationId="{BD8751AE-5EE9-69C2-0CF6-468A3DE3EC90}"/>
          </ac:spMkLst>
        </pc:spChg>
        <pc:spChg chg="mod">
          <ac:chgData name="Tong Liu" userId="5083135e9e94dac5" providerId="LiveId" clId="{8691FECC-A1B2-5B80-8A54-2FE7DE98EF2B}" dt="2026-07-29T01:27:33.355" v="1833"/>
          <ac:spMkLst>
            <pc:docMk/>
            <pc:sldMk cId="917485351" sldId="257"/>
            <ac:spMk id="178" creationId="{9052536E-079D-75A4-B510-AC85B19C6B50}"/>
          </ac:spMkLst>
        </pc:spChg>
        <pc:spChg chg="add del mod">
          <ac:chgData name="Tong Liu" userId="5083135e9e94dac5" providerId="LiveId" clId="{8691FECC-A1B2-5B80-8A54-2FE7DE98EF2B}" dt="2026-07-29T01:30:22.677" v="1886"/>
          <ac:spMkLst>
            <pc:docMk/>
            <pc:sldMk cId="917485351" sldId="257"/>
            <ac:spMk id="179" creationId="{71B4CBE1-DC79-FE4D-355D-B908BBF58D22}"/>
          </ac:spMkLst>
        </pc:spChg>
        <pc:spChg chg="mod">
          <ac:chgData name="Tong Liu" userId="5083135e9e94dac5" providerId="LiveId" clId="{8691FECC-A1B2-5B80-8A54-2FE7DE98EF2B}" dt="2026-07-29T01:32:27.244" v="1899" actId="208"/>
          <ac:spMkLst>
            <pc:docMk/>
            <pc:sldMk cId="917485351" sldId="257"/>
            <ac:spMk id="182" creationId="{2D716849-1F25-D2C5-4C88-2D5468E7083B}"/>
          </ac:spMkLst>
        </pc:spChg>
        <pc:spChg chg="mod">
          <ac:chgData name="Tong Liu" userId="5083135e9e94dac5" providerId="LiveId" clId="{8691FECC-A1B2-5B80-8A54-2FE7DE98EF2B}" dt="2026-07-29T01:31:22.251" v="1892" actId="1037"/>
          <ac:spMkLst>
            <pc:docMk/>
            <pc:sldMk cId="917485351" sldId="257"/>
            <ac:spMk id="183" creationId="{69C1A30A-DC8D-DFB8-3E8B-5279E981B504}"/>
          </ac:spMkLst>
        </pc:spChg>
        <pc:spChg chg="add mod">
          <ac:chgData name="Tong Liu" userId="5083135e9e94dac5" providerId="LiveId" clId="{8691FECC-A1B2-5B80-8A54-2FE7DE98EF2B}" dt="2026-07-29T01:32:27.244" v="1899" actId="208"/>
          <ac:spMkLst>
            <pc:docMk/>
            <pc:sldMk cId="917485351" sldId="257"/>
            <ac:spMk id="184" creationId="{F17EEF03-F1E1-AEE9-7B6B-67F9733656C0}"/>
          </ac:spMkLst>
        </pc:spChg>
        <pc:spChg chg="mod">
          <ac:chgData name="Tong Liu" userId="5083135e9e94dac5" providerId="LiveId" clId="{8691FECC-A1B2-5B80-8A54-2FE7DE98EF2B}" dt="2026-07-29T01:31:22.251" v="1892" actId="1037"/>
          <ac:spMkLst>
            <pc:docMk/>
            <pc:sldMk cId="917485351" sldId="257"/>
            <ac:spMk id="185" creationId="{68032FBA-5AD7-CE98-F7A3-38C382D75861}"/>
          </ac:spMkLst>
        </pc:spChg>
        <pc:spChg chg="mod">
          <ac:chgData name="Tong Liu" userId="5083135e9e94dac5" providerId="LiveId" clId="{8691FECC-A1B2-5B80-8A54-2FE7DE98EF2B}" dt="2026-07-29T01:32:27.244" v="1899" actId="208"/>
          <ac:spMkLst>
            <pc:docMk/>
            <pc:sldMk cId="917485351" sldId="257"/>
            <ac:spMk id="186" creationId="{36191A82-1038-2EF8-A0D0-CC842A6A2764}"/>
          </ac:spMkLst>
        </pc:spChg>
        <pc:spChg chg="mod">
          <ac:chgData name="Tong Liu" userId="5083135e9e94dac5" providerId="LiveId" clId="{8691FECC-A1B2-5B80-8A54-2FE7DE98EF2B}" dt="2026-07-29T01:36:50.326" v="1941" actId="207"/>
          <ac:spMkLst>
            <pc:docMk/>
            <pc:sldMk cId="917485351" sldId="257"/>
            <ac:spMk id="191" creationId="{D9ADD7EC-4F06-3B3D-FCEE-F067ED64033C}"/>
          </ac:spMkLst>
        </pc:spChg>
        <pc:spChg chg="mod">
          <ac:chgData name="Tong Liu" userId="5083135e9e94dac5" providerId="LiveId" clId="{8691FECC-A1B2-5B80-8A54-2FE7DE98EF2B}" dt="2026-07-29T01:36:50.326" v="1941" actId="207"/>
          <ac:spMkLst>
            <pc:docMk/>
            <pc:sldMk cId="917485351" sldId="257"/>
            <ac:spMk id="192" creationId="{3A70C228-389F-14D5-5A3C-02F6E339F3E2}"/>
          </ac:spMkLst>
        </pc:spChg>
        <pc:spChg chg="mod">
          <ac:chgData name="Tong Liu" userId="5083135e9e94dac5" providerId="LiveId" clId="{8691FECC-A1B2-5B80-8A54-2FE7DE98EF2B}" dt="2026-07-29T01:36:50.326" v="1941" actId="207"/>
          <ac:spMkLst>
            <pc:docMk/>
            <pc:sldMk cId="917485351" sldId="257"/>
            <ac:spMk id="193" creationId="{B97E00ED-D3B6-C94F-FA7B-57647AB3C3F7}"/>
          </ac:spMkLst>
        </pc:spChg>
        <pc:spChg chg="mod">
          <ac:chgData name="Tong Liu" userId="5083135e9e94dac5" providerId="LiveId" clId="{8691FECC-A1B2-5B80-8A54-2FE7DE98EF2B}" dt="2026-07-29T01:38:26.910" v="1945" actId="207"/>
          <ac:spMkLst>
            <pc:docMk/>
            <pc:sldMk cId="917485351" sldId="257"/>
            <ac:spMk id="194" creationId="{BFF8A4BF-884B-B460-23FB-E134C9AC1D0D}"/>
          </ac:spMkLst>
        </pc:spChg>
        <pc:spChg chg="mod">
          <ac:chgData name="Tong Liu" userId="5083135e9e94dac5" providerId="LiveId" clId="{8691FECC-A1B2-5B80-8A54-2FE7DE98EF2B}" dt="2026-07-29T01:38:26.910" v="1945" actId="207"/>
          <ac:spMkLst>
            <pc:docMk/>
            <pc:sldMk cId="917485351" sldId="257"/>
            <ac:spMk id="195" creationId="{DE83BCC8-4708-621A-C7AD-0B3CC9B88FC3}"/>
          </ac:spMkLst>
        </pc:spChg>
        <pc:spChg chg="mod">
          <ac:chgData name="Tong Liu" userId="5083135e9e94dac5" providerId="LiveId" clId="{8691FECC-A1B2-5B80-8A54-2FE7DE98EF2B}" dt="2026-07-29T01:38:26.910" v="1945" actId="207"/>
          <ac:spMkLst>
            <pc:docMk/>
            <pc:sldMk cId="917485351" sldId="257"/>
            <ac:spMk id="196" creationId="{638D0BFF-D774-2CE5-8786-351C67F7DBED}"/>
          </ac:spMkLst>
        </pc:spChg>
        <pc:spChg chg="mod">
          <ac:chgData name="Tong Liu" userId="5083135e9e94dac5" providerId="LiveId" clId="{8691FECC-A1B2-5B80-8A54-2FE7DE98EF2B}" dt="2026-07-29T01:35:51.029" v="1936" actId="207"/>
          <ac:spMkLst>
            <pc:docMk/>
            <pc:sldMk cId="917485351" sldId="257"/>
            <ac:spMk id="199" creationId="{EE70FE13-F4C7-5F12-60C4-25750662B31D}"/>
          </ac:spMkLst>
        </pc:spChg>
        <pc:spChg chg="mod">
          <ac:chgData name="Tong Liu" userId="5083135e9e94dac5" providerId="LiveId" clId="{8691FECC-A1B2-5B80-8A54-2FE7DE98EF2B}" dt="2026-07-29T01:35:51.029" v="1936" actId="207"/>
          <ac:spMkLst>
            <pc:docMk/>
            <pc:sldMk cId="917485351" sldId="257"/>
            <ac:spMk id="200" creationId="{6DB49F05-8011-BC67-5C4F-9174AFCAB1BC}"/>
          </ac:spMkLst>
        </pc:spChg>
        <pc:spChg chg="mod">
          <ac:chgData name="Tong Liu" userId="5083135e9e94dac5" providerId="LiveId" clId="{8691FECC-A1B2-5B80-8A54-2FE7DE98EF2B}" dt="2026-07-29T01:35:51.029" v="1936" actId="207"/>
          <ac:spMkLst>
            <pc:docMk/>
            <pc:sldMk cId="917485351" sldId="257"/>
            <ac:spMk id="201" creationId="{3CA502C8-BECC-DCD2-E444-98D744589CC2}"/>
          </ac:spMkLst>
        </pc:spChg>
        <pc:spChg chg="mod">
          <ac:chgData name="Tong Liu" userId="5083135e9e94dac5" providerId="LiveId" clId="{8691FECC-A1B2-5B80-8A54-2FE7DE98EF2B}" dt="2026-07-29T01:35:51.029" v="1936" actId="207"/>
          <ac:spMkLst>
            <pc:docMk/>
            <pc:sldMk cId="917485351" sldId="257"/>
            <ac:spMk id="202" creationId="{D6714BB5-F17E-1E87-6897-31DF0B58B2FA}"/>
          </ac:spMkLst>
        </pc:spChg>
        <pc:spChg chg="mod">
          <ac:chgData name="Tong Liu" userId="5083135e9e94dac5" providerId="LiveId" clId="{8691FECC-A1B2-5B80-8A54-2FE7DE98EF2B}" dt="2026-07-29T01:35:51.029" v="1936" actId="207"/>
          <ac:spMkLst>
            <pc:docMk/>
            <pc:sldMk cId="917485351" sldId="257"/>
            <ac:spMk id="203" creationId="{C6CE8E25-A369-2CF6-C591-A3EB6DC218B2}"/>
          </ac:spMkLst>
        </pc:spChg>
        <pc:spChg chg="mod">
          <ac:chgData name="Tong Liu" userId="5083135e9e94dac5" providerId="LiveId" clId="{8691FECC-A1B2-5B80-8A54-2FE7DE98EF2B}" dt="2026-07-29T01:35:51.029" v="1936" actId="207"/>
          <ac:spMkLst>
            <pc:docMk/>
            <pc:sldMk cId="917485351" sldId="257"/>
            <ac:spMk id="204" creationId="{2F2347B2-0E2B-845C-D44D-C1199D2A7D76}"/>
          </ac:spMkLst>
        </pc:spChg>
        <pc:spChg chg="add mod">
          <ac:chgData name="Tong Liu" userId="5083135e9e94dac5" providerId="LiveId" clId="{8691FECC-A1B2-5B80-8A54-2FE7DE98EF2B}" dt="2026-07-29T01:32:27.244" v="1899" actId="208"/>
          <ac:spMkLst>
            <pc:docMk/>
            <pc:sldMk cId="917485351" sldId="257"/>
            <ac:spMk id="206" creationId="{71FBC85C-A525-ECC4-0A91-DAA559465082}"/>
          </ac:spMkLst>
        </pc:spChg>
        <pc:spChg chg="mod">
          <ac:chgData name="Tong Liu" userId="5083135e9e94dac5" providerId="LiveId" clId="{8691FECC-A1B2-5B80-8A54-2FE7DE98EF2B}" dt="2026-07-29T01:35:33.394" v="1932" actId="1038"/>
          <ac:spMkLst>
            <pc:docMk/>
            <pc:sldMk cId="917485351" sldId="257"/>
            <ac:spMk id="207" creationId="{BEBFFC72-F66A-C9EE-5F95-3A998E9339A0}"/>
          </ac:spMkLst>
        </pc:spChg>
        <pc:spChg chg="mod">
          <ac:chgData name="Tong Liu" userId="5083135e9e94dac5" providerId="LiveId" clId="{8691FECC-A1B2-5B80-8A54-2FE7DE98EF2B}" dt="2026-07-29T01:36:11.590" v="1938" actId="207"/>
          <ac:spMkLst>
            <pc:docMk/>
            <pc:sldMk cId="917485351" sldId="257"/>
            <ac:spMk id="210" creationId="{82877754-179E-C602-DAD4-0843512DB105}"/>
          </ac:spMkLst>
        </pc:spChg>
        <pc:spChg chg="mod">
          <ac:chgData name="Tong Liu" userId="5083135e9e94dac5" providerId="LiveId" clId="{8691FECC-A1B2-5B80-8A54-2FE7DE98EF2B}" dt="2026-07-29T01:36:11.590" v="1938" actId="207"/>
          <ac:spMkLst>
            <pc:docMk/>
            <pc:sldMk cId="917485351" sldId="257"/>
            <ac:spMk id="211" creationId="{58CBEF53-C2FE-335F-9AFF-3C80D0E51804}"/>
          </ac:spMkLst>
        </pc:spChg>
        <pc:spChg chg="mod">
          <ac:chgData name="Tong Liu" userId="5083135e9e94dac5" providerId="LiveId" clId="{8691FECC-A1B2-5B80-8A54-2FE7DE98EF2B}" dt="2026-07-29T01:36:11.590" v="1938" actId="207"/>
          <ac:spMkLst>
            <pc:docMk/>
            <pc:sldMk cId="917485351" sldId="257"/>
            <ac:spMk id="213" creationId="{2640CD4D-2AE3-8F6F-FAD7-4BB3E7BB9A87}"/>
          </ac:spMkLst>
        </pc:spChg>
        <pc:spChg chg="mod">
          <ac:chgData name="Tong Liu" userId="5083135e9e94dac5" providerId="LiveId" clId="{8691FECC-A1B2-5B80-8A54-2FE7DE98EF2B}" dt="2026-07-29T01:36:34.563" v="1940" actId="208"/>
          <ac:spMkLst>
            <pc:docMk/>
            <pc:sldMk cId="917485351" sldId="257"/>
            <ac:spMk id="216" creationId="{5FBA146F-C4CE-8995-5D6C-3A09861B3485}"/>
          </ac:spMkLst>
        </pc:spChg>
        <pc:spChg chg="mod">
          <ac:chgData name="Tong Liu" userId="5083135e9e94dac5" providerId="LiveId" clId="{8691FECC-A1B2-5B80-8A54-2FE7DE98EF2B}" dt="2026-07-29T01:36:34.563" v="1940" actId="208"/>
          <ac:spMkLst>
            <pc:docMk/>
            <pc:sldMk cId="917485351" sldId="257"/>
            <ac:spMk id="217" creationId="{AD96BDAD-82A3-CD89-F697-53649615B554}"/>
          </ac:spMkLst>
        </pc:spChg>
        <pc:spChg chg="mod">
          <ac:chgData name="Tong Liu" userId="5083135e9e94dac5" providerId="LiveId" clId="{8691FECC-A1B2-5B80-8A54-2FE7DE98EF2B}" dt="2026-07-29T01:36:34.563" v="1940" actId="208"/>
          <ac:spMkLst>
            <pc:docMk/>
            <pc:sldMk cId="917485351" sldId="257"/>
            <ac:spMk id="218" creationId="{EA80D3A3-BB5C-C0E6-EB52-5F995A16109A}"/>
          </ac:spMkLst>
        </pc:spChg>
        <pc:spChg chg="mod">
          <ac:chgData name="Tong Liu" userId="5083135e9e94dac5" providerId="LiveId" clId="{8691FECC-A1B2-5B80-8A54-2FE7DE98EF2B}" dt="2026-07-29T01:36:34.563" v="1940" actId="208"/>
          <ac:spMkLst>
            <pc:docMk/>
            <pc:sldMk cId="917485351" sldId="257"/>
            <ac:spMk id="219" creationId="{F591D17F-A476-9DA3-CB7F-2ECA1DA44895}"/>
          </ac:spMkLst>
        </pc:spChg>
        <pc:spChg chg="mod">
          <ac:chgData name="Tong Liu" userId="5083135e9e94dac5" providerId="LiveId" clId="{8691FECC-A1B2-5B80-8A54-2FE7DE98EF2B}" dt="2026-07-29T01:36:34.563" v="1940" actId="208"/>
          <ac:spMkLst>
            <pc:docMk/>
            <pc:sldMk cId="917485351" sldId="257"/>
            <ac:spMk id="220" creationId="{1264A1E0-4E42-906A-AE64-0FD0B078B37B}"/>
          </ac:spMkLst>
        </pc:spChg>
        <pc:spChg chg="mod">
          <ac:chgData name="Tong Liu" userId="5083135e9e94dac5" providerId="LiveId" clId="{8691FECC-A1B2-5B80-8A54-2FE7DE98EF2B}" dt="2026-07-29T01:36:11.590" v="1938" actId="207"/>
          <ac:spMkLst>
            <pc:docMk/>
            <pc:sldMk cId="917485351" sldId="257"/>
            <ac:spMk id="226" creationId="{624B37E0-04E7-6043-1258-8281929EB361}"/>
          </ac:spMkLst>
        </pc:spChg>
        <pc:spChg chg="mod">
          <ac:chgData name="Tong Liu" userId="5083135e9e94dac5" providerId="LiveId" clId="{8691FECC-A1B2-5B80-8A54-2FE7DE98EF2B}" dt="2026-07-29T01:36:11.590" v="1938" actId="207"/>
          <ac:spMkLst>
            <pc:docMk/>
            <pc:sldMk cId="917485351" sldId="257"/>
            <ac:spMk id="228" creationId="{423A1D32-9BD6-9365-EDF2-C48638408E87}"/>
          </ac:spMkLst>
        </pc:spChg>
        <pc:spChg chg="mod">
          <ac:chgData name="Tong Liu" userId="5083135e9e94dac5" providerId="LiveId" clId="{8691FECC-A1B2-5B80-8A54-2FE7DE98EF2B}" dt="2026-07-29T01:36:11.590" v="1938" actId="207"/>
          <ac:spMkLst>
            <pc:docMk/>
            <pc:sldMk cId="917485351" sldId="257"/>
            <ac:spMk id="229" creationId="{79988BB9-C488-47CF-21B4-2226BCAD618D}"/>
          </ac:spMkLst>
        </pc:spChg>
        <pc:spChg chg="mod">
          <ac:chgData name="Tong Liu" userId="5083135e9e94dac5" providerId="LiveId" clId="{8691FECC-A1B2-5B80-8A54-2FE7DE98EF2B}" dt="2026-07-29T01:36:11.590" v="1938" actId="207"/>
          <ac:spMkLst>
            <pc:docMk/>
            <pc:sldMk cId="917485351" sldId="257"/>
            <ac:spMk id="230" creationId="{202B7E4F-AFDE-16FB-361D-09FDFFF365A8}"/>
          </ac:spMkLst>
        </pc:spChg>
        <pc:spChg chg="mod">
          <ac:chgData name="Tong Liu" userId="5083135e9e94dac5" providerId="LiveId" clId="{8691FECC-A1B2-5B80-8A54-2FE7DE98EF2B}" dt="2026-07-29T01:36:11.590" v="1938" actId="207"/>
          <ac:spMkLst>
            <pc:docMk/>
            <pc:sldMk cId="917485351" sldId="257"/>
            <ac:spMk id="231" creationId="{2E50F403-6A97-11B2-99E2-82DDAFF2F25A}"/>
          </ac:spMkLst>
        </pc:spChg>
        <pc:spChg chg="mod">
          <ac:chgData name="Tong Liu" userId="5083135e9e94dac5" providerId="LiveId" clId="{8691FECC-A1B2-5B80-8A54-2FE7DE98EF2B}" dt="2026-07-29T01:36:11.590" v="1938" actId="207"/>
          <ac:spMkLst>
            <pc:docMk/>
            <pc:sldMk cId="917485351" sldId="257"/>
            <ac:spMk id="232" creationId="{8F61A8F9-FDC0-3340-D29F-C00B4E185880}"/>
          </ac:spMkLst>
        </pc:spChg>
        <pc:spChg chg="add mod">
          <ac:chgData name="Tong Liu" userId="5083135e9e94dac5" providerId="LiveId" clId="{8691FECC-A1B2-5B80-8A54-2FE7DE98EF2B}" dt="2026-07-29T01:35:01.374" v="1910" actId="1038"/>
          <ac:spMkLst>
            <pc:docMk/>
            <pc:sldMk cId="917485351" sldId="257"/>
            <ac:spMk id="233" creationId="{01F8BB33-3EAC-C784-843A-545D55607111}"/>
          </ac:spMkLst>
        </pc:spChg>
        <pc:spChg chg="add del mod">
          <ac:chgData name="Tong Liu" userId="5083135e9e94dac5" providerId="LiveId" clId="{8691FECC-A1B2-5B80-8A54-2FE7DE98EF2B}" dt="2026-07-29T03:26:30.730" v="4055" actId="14100"/>
          <ac:spMkLst>
            <pc:docMk/>
            <pc:sldMk cId="917485351" sldId="257"/>
            <ac:spMk id="234" creationId="{E2401913-9D3F-C290-2D0C-EA49627D0E01}"/>
          </ac:spMkLst>
        </pc:spChg>
        <pc:spChg chg="add mod">
          <ac:chgData name="Tong Liu" userId="5083135e9e94dac5" providerId="LiveId" clId="{8691FECC-A1B2-5B80-8A54-2FE7DE98EF2B}" dt="2026-07-29T03:29:10.923" v="4099" actId="1037"/>
          <ac:spMkLst>
            <pc:docMk/>
            <pc:sldMk cId="917485351" sldId="257"/>
            <ac:spMk id="235" creationId="{9A6CE979-51D1-EB40-992F-5C21CA489376}"/>
          </ac:spMkLst>
        </pc:spChg>
        <pc:spChg chg="add del mod">
          <ac:chgData name="Tong Liu" userId="5083135e9e94dac5" providerId="LiveId" clId="{8691FECC-A1B2-5B80-8A54-2FE7DE98EF2B}" dt="2026-07-29T01:52:18.318" v="2558" actId="478"/>
          <ac:spMkLst>
            <pc:docMk/>
            <pc:sldMk cId="917485351" sldId="257"/>
            <ac:spMk id="236" creationId="{8F2D7BA6-4F51-DE93-A5C7-5DA8CBE5CF1D}"/>
          </ac:spMkLst>
        </pc:spChg>
        <pc:spChg chg="add mod">
          <ac:chgData name="Tong Liu" userId="5083135e9e94dac5" providerId="LiveId" clId="{8691FECC-A1B2-5B80-8A54-2FE7DE98EF2B}" dt="2026-07-29T02:51:06.331" v="3840" actId="1035"/>
          <ac:spMkLst>
            <pc:docMk/>
            <pc:sldMk cId="917485351" sldId="257"/>
            <ac:spMk id="239" creationId="{989E1EAA-6051-48D1-9779-82F4AD764BCB}"/>
          </ac:spMkLst>
        </pc:spChg>
        <pc:spChg chg="mod">
          <ac:chgData name="Tong Liu" userId="5083135e9e94dac5" providerId="LiveId" clId="{8691FECC-A1B2-5B80-8A54-2FE7DE98EF2B}" dt="2026-07-29T01:46:14.110" v="1984"/>
          <ac:spMkLst>
            <pc:docMk/>
            <pc:sldMk cId="917485351" sldId="257"/>
            <ac:spMk id="241" creationId="{A60A4B68-4583-7B8B-F7FE-82FD11CB1C17}"/>
          </ac:spMkLst>
        </pc:spChg>
        <pc:spChg chg="mod">
          <ac:chgData name="Tong Liu" userId="5083135e9e94dac5" providerId="LiveId" clId="{8691FECC-A1B2-5B80-8A54-2FE7DE98EF2B}" dt="2026-07-29T01:46:14.110" v="1984"/>
          <ac:spMkLst>
            <pc:docMk/>
            <pc:sldMk cId="917485351" sldId="257"/>
            <ac:spMk id="242" creationId="{02E41B27-9C40-E962-4737-9BB973B97EBF}"/>
          </ac:spMkLst>
        </pc:spChg>
        <pc:spChg chg="mod">
          <ac:chgData name="Tong Liu" userId="5083135e9e94dac5" providerId="LiveId" clId="{8691FECC-A1B2-5B80-8A54-2FE7DE98EF2B}" dt="2026-07-29T01:46:14.110" v="1984"/>
          <ac:spMkLst>
            <pc:docMk/>
            <pc:sldMk cId="917485351" sldId="257"/>
            <ac:spMk id="243" creationId="{5859A910-6E34-247C-C505-183D5DB64325}"/>
          </ac:spMkLst>
        </pc:spChg>
        <pc:spChg chg="mod">
          <ac:chgData name="Tong Liu" userId="5083135e9e94dac5" providerId="LiveId" clId="{8691FECC-A1B2-5B80-8A54-2FE7DE98EF2B}" dt="2026-07-29T01:46:14.110" v="1984"/>
          <ac:spMkLst>
            <pc:docMk/>
            <pc:sldMk cId="917485351" sldId="257"/>
            <ac:spMk id="244" creationId="{0BC78F4D-515D-1DDB-8BBB-3D5CB81BC38C}"/>
          </ac:spMkLst>
        </pc:spChg>
        <pc:spChg chg="mod">
          <ac:chgData name="Tong Liu" userId="5083135e9e94dac5" providerId="LiveId" clId="{8691FECC-A1B2-5B80-8A54-2FE7DE98EF2B}" dt="2026-07-29T01:46:14.110" v="1984"/>
          <ac:spMkLst>
            <pc:docMk/>
            <pc:sldMk cId="917485351" sldId="257"/>
            <ac:spMk id="245" creationId="{EBD96D45-0155-9C4B-D735-06958C8461A9}"/>
          </ac:spMkLst>
        </pc:spChg>
        <pc:spChg chg="add mod">
          <ac:chgData name="Tong Liu" userId="5083135e9e94dac5" providerId="LiveId" clId="{8691FECC-A1B2-5B80-8A54-2FE7DE98EF2B}" dt="2026-07-29T02:51:06.331" v="3840" actId="1035"/>
          <ac:spMkLst>
            <pc:docMk/>
            <pc:sldMk cId="917485351" sldId="257"/>
            <ac:spMk id="246" creationId="{33A69B76-71EB-F6E0-5AD5-B08DA795CD1E}"/>
          </ac:spMkLst>
        </pc:spChg>
        <pc:spChg chg="add mod">
          <ac:chgData name="Tong Liu" userId="5083135e9e94dac5" providerId="LiveId" clId="{8691FECC-A1B2-5B80-8A54-2FE7DE98EF2B}" dt="2026-07-29T02:51:06.331" v="3840" actId="1035"/>
          <ac:spMkLst>
            <pc:docMk/>
            <pc:sldMk cId="917485351" sldId="257"/>
            <ac:spMk id="247" creationId="{9B94B59E-D231-5490-9C0E-ABDEF5E0BB1A}"/>
          </ac:spMkLst>
        </pc:spChg>
        <pc:spChg chg="add mod">
          <ac:chgData name="Tong Liu" userId="5083135e9e94dac5" providerId="LiveId" clId="{8691FECC-A1B2-5B80-8A54-2FE7DE98EF2B}" dt="2026-07-29T02:51:13.427" v="3843" actId="1035"/>
          <ac:spMkLst>
            <pc:docMk/>
            <pc:sldMk cId="917485351" sldId="257"/>
            <ac:spMk id="248" creationId="{BE951CF1-70CA-CDC4-4E1E-B621818793FB}"/>
          </ac:spMkLst>
        </pc:spChg>
        <pc:spChg chg="add mod topLvl">
          <ac:chgData name="Tong Liu" userId="5083135e9e94dac5" providerId="LiveId" clId="{8691FECC-A1B2-5B80-8A54-2FE7DE98EF2B}" dt="2026-07-29T02:06:33.687" v="2731" actId="1076"/>
          <ac:spMkLst>
            <pc:docMk/>
            <pc:sldMk cId="917485351" sldId="257"/>
            <ac:spMk id="257" creationId="{67910A6C-E91E-4EE4-E040-9EBC01148D33}"/>
          </ac:spMkLst>
        </pc:spChg>
        <pc:spChg chg="add mod topLvl">
          <ac:chgData name="Tong Liu" userId="5083135e9e94dac5" providerId="LiveId" clId="{8691FECC-A1B2-5B80-8A54-2FE7DE98EF2B}" dt="2026-07-29T02:06:49.825" v="2734" actId="1076"/>
          <ac:spMkLst>
            <pc:docMk/>
            <pc:sldMk cId="917485351" sldId="257"/>
            <ac:spMk id="258" creationId="{6FC551D2-DF5C-FB8E-C46A-2242A3F0DEBC}"/>
          </ac:spMkLst>
        </pc:spChg>
        <pc:spChg chg="add mod topLvl">
          <ac:chgData name="Tong Liu" userId="5083135e9e94dac5" providerId="LiveId" clId="{8691FECC-A1B2-5B80-8A54-2FE7DE98EF2B}" dt="2026-07-29T02:07:01.960" v="2749" actId="1036"/>
          <ac:spMkLst>
            <pc:docMk/>
            <pc:sldMk cId="917485351" sldId="257"/>
            <ac:spMk id="259" creationId="{DBACDC15-33B4-2D9E-2540-3F69E0D57A80}"/>
          </ac:spMkLst>
        </pc:spChg>
        <pc:spChg chg="add mod topLvl">
          <ac:chgData name="Tong Liu" userId="5083135e9e94dac5" providerId="LiveId" clId="{8691FECC-A1B2-5B80-8A54-2FE7DE98EF2B}" dt="2026-07-29T02:07:07.314" v="2750" actId="1076"/>
          <ac:spMkLst>
            <pc:docMk/>
            <pc:sldMk cId="917485351" sldId="257"/>
            <ac:spMk id="260" creationId="{A14EB592-4CB5-BA0D-E1F5-ADCDFC6D126A}"/>
          </ac:spMkLst>
        </pc:spChg>
        <pc:spChg chg="add mod topLvl">
          <ac:chgData name="Tong Liu" userId="5083135e9e94dac5" providerId="LiveId" clId="{8691FECC-A1B2-5B80-8A54-2FE7DE98EF2B}" dt="2026-07-29T02:07:13.871" v="2752" actId="1035"/>
          <ac:spMkLst>
            <pc:docMk/>
            <pc:sldMk cId="917485351" sldId="257"/>
            <ac:spMk id="261" creationId="{D38C5040-C88C-1BF4-BD5B-E9C8D34322B1}"/>
          </ac:spMkLst>
        </pc:spChg>
        <pc:spChg chg="mod">
          <ac:chgData name="Tong Liu" userId="5083135e9e94dac5" providerId="LiveId" clId="{8691FECC-A1B2-5B80-8A54-2FE7DE98EF2B}" dt="2026-07-29T02:06:15.044" v="2727"/>
          <ac:spMkLst>
            <pc:docMk/>
            <pc:sldMk cId="917485351" sldId="257"/>
            <ac:spMk id="264" creationId="{BD6B7E0E-814A-FE0D-7616-42F3359A6AED}"/>
          </ac:spMkLst>
        </pc:spChg>
        <pc:spChg chg="mod">
          <ac:chgData name="Tong Liu" userId="5083135e9e94dac5" providerId="LiveId" clId="{8691FECC-A1B2-5B80-8A54-2FE7DE98EF2B}" dt="2026-07-29T02:06:15.044" v="2727"/>
          <ac:spMkLst>
            <pc:docMk/>
            <pc:sldMk cId="917485351" sldId="257"/>
            <ac:spMk id="265" creationId="{AE2C162B-FB61-5FA3-1350-6B65168759CA}"/>
          </ac:spMkLst>
        </pc:spChg>
        <pc:spChg chg="mod">
          <ac:chgData name="Tong Liu" userId="5083135e9e94dac5" providerId="LiveId" clId="{8691FECC-A1B2-5B80-8A54-2FE7DE98EF2B}" dt="2026-07-29T02:06:15.044" v="2727"/>
          <ac:spMkLst>
            <pc:docMk/>
            <pc:sldMk cId="917485351" sldId="257"/>
            <ac:spMk id="266" creationId="{A36E3387-18E5-3A58-4695-701C144E111F}"/>
          </ac:spMkLst>
        </pc:spChg>
        <pc:spChg chg="mod">
          <ac:chgData name="Tong Liu" userId="5083135e9e94dac5" providerId="LiveId" clId="{8691FECC-A1B2-5B80-8A54-2FE7DE98EF2B}" dt="2026-07-29T02:06:15.044" v="2727"/>
          <ac:spMkLst>
            <pc:docMk/>
            <pc:sldMk cId="917485351" sldId="257"/>
            <ac:spMk id="267" creationId="{AC93B3CF-48F2-D4B0-CE05-D0AA5B0DC7EC}"/>
          </ac:spMkLst>
        </pc:spChg>
        <pc:spChg chg="mod">
          <ac:chgData name="Tong Liu" userId="5083135e9e94dac5" providerId="LiveId" clId="{8691FECC-A1B2-5B80-8A54-2FE7DE98EF2B}" dt="2026-07-29T02:06:15.044" v="2727"/>
          <ac:spMkLst>
            <pc:docMk/>
            <pc:sldMk cId="917485351" sldId="257"/>
            <ac:spMk id="268" creationId="{2F150CBE-4EC0-FC1F-81CC-9EF1C52230A2}"/>
          </ac:spMkLst>
        </pc:spChg>
        <pc:spChg chg="add mod">
          <ac:chgData name="Tong Liu" userId="5083135e9e94dac5" providerId="LiveId" clId="{8691FECC-A1B2-5B80-8A54-2FE7DE98EF2B}" dt="2026-07-29T02:51:06.331" v="3840" actId="1035"/>
          <ac:spMkLst>
            <pc:docMk/>
            <pc:sldMk cId="917485351" sldId="257"/>
            <ac:spMk id="271" creationId="{3B123CF9-F38B-AE8A-510F-0CAEB391EF1A}"/>
          </ac:spMkLst>
        </pc:spChg>
        <pc:spChg chg="add mod">
          <ac:chgData name="Tong Liu" userId="5083135e9e94dac5" providerId="LiveId" clId="{8691FECC-A1B2-5B80-8A54-2FE7DE98EF2B}" dt="2026-07-29T02:51:06.331" v="3840" actId="1035"/>
          <ac:spMkLst>
            <pc:docMk/>
            <pc:sldMk cId="917485351" sldId="257"/>
            <ac:spMk id="272" creationId="{DE967578-97BB-E19C-6F2B-10CF47045857}"/>
          </ac:spMkLst>
        </pc:spChg>
        <pc:spChg chg="add mod">
          <ac:chgData name="Tong Liu" userId="5083135e9e94dac5" providerId="LiveId" clId="{8691FECC-A1B2-5B80-8A54-2FE7DE98EF2B}" dt="2026-07-29T02:51:06.331" v="3840" actId="1035"/>
          <ac:spMkLst>
            <pc:docMk/>
            <pc:sldMk cId="917485351" sldId="257"/>
            <ac:spMk id="273" creationId="{6D20F1A1-E7B7-AEF2-3673-3A2924F70914}"/>
          </ac:spMkLst>
        </pc:spChg>
        <pc:spChg chg="add mod">
          <ac:chgData name="Tong Liu" userId="5083135e9e94dac5" providerId="LiveId" clId="{8691FECC-A1B2-5B80-8A54-2FE7DE98EF2B}" dt="2026-07-29T02:51:06.331" v="3840" actId="1035"/>
          <ac:spMkLst>
            <pc:docMk/>
            <pc:sldMk cId="917485351" sldId="257"/>
            <ac:spMk id="274" creationId="{EFFB3682-3C91-AD7C-46C9-1CBCC4C355CA}"/>
          </ac:spMkLst>
        </pc:spChg>
        <pc:spChg chg="add del">
          <ac:chgData name="Tong Liu" userId="5083135e9e94dac5" providerId="LiveId" clId="{8691FECC-A1B2-5B80-8A54-2FE7DE98EF2B}" dt="2026-07-29T02:21:35.619" v="3333" actId="11529"/>
          <ac:spMkLst>
            <pc:docMk/>
            <pc:sldMk cId="917485351" sldId="257"/>
            <ac:spMk id="287" creationId="{F2E9805A-A476-0D5C-AB88-4E4759E179C4}"/>
          </ac:spMkLst>
        </pc:spChg>
        <pc:spChg chg="add mod">
          <ac:chgData name="Tong Liu" userId="5083135e9e94dac5" providerId="LiveId" clId="{8691FECC-A1B2-5B80-8A54-2FE7DE98EF2B}" dt="2026-07-29T02:51:06.331" v="3840" actId="1035"/>
          <ac:spMkLst>
            <pc:docMk/>
            <pc:sldMk cId="917485351" sldId="257"/>
            <ac:spMk id="309" creationId="{98575786-8BD4-FD6A-116A-2D1552F25564}"/>
          </ac:spMkLst>
        </pc:spChg>
        <pc:spChg chg="add mod">
          <ac:chgData name="Tong Liu" userId="5083135e9e94dac5" providerId="LiveId" clId="{8691FECC-A1B2-5B80-8A54-2FE7DE98EF2B}" dt="2026-07-29T02:43:59.601" v="3776" actId="1037"/>
          <ac:spMkLst>
            <pc:docMk/>
            <pc:sldMk cId="917485351" sldId="257"/>
            <ac:spMk id="310" creationId="{8370DB3E-73C3-C868-3D7D-FDF291532271}"/>
          </ac:spMkLst>
        </pc:spChg>
        <pc:spChg chg="add mod">
          <ac:chgData name="Tong Liu" userId="5083135e9e94dac5" providerId="LiveId" clId="{8691FECC-A1B2-5B80-8A54-2FE7DE98EF2B}" dt="2026-07-29T02:36:14.927" v="3642" actId="207"/>
          <ac:spMkLst>
            <pc:docMk/>
            <pc:sldMk cId="917485351" sldId="257"/>
            <ac:spMk id="311" creationId="{34BB6690-1919-F93A-FFE1-B84539C054F5}"/>
          </ac:spMkLst>
        </pc:spChg>
        <pc:spChg chg="add mod">
          <ac:chgData name="Tong Liu" userId="5083135e9e94dac5" providerId="LiveId" clId="{8691FECC-A1B2-5B80-8A54-2FE7DE98EF2B}" dt="2026-07-29T02:33:12.711" v="3594" actId="1038"/>
          <ac:spMkLst>
            <pc:docMk/>
            <pc:sldMk cId="917485351" sldId="257"/>
            <ac:spMk id="312" creationId="{87626675-7C37-27A9-299B-28A97AEE2780}"/>
          </ac:spMkLst>
        </pc:spChg>
        <pc:spChg chg="add mod">
          <ac:chgData name="Tong Liu" userId="5083135e9e94dac5" providerId="LiveId" clId="{8691FECC-A1B2-5B80-8A54-2FE7DE98EF2B}" dt="2026-07-29T02:33:56.118" v="3607" actId="14100"/>
          <ac:spMkLst>
            <pc:docMk/>
            <pc:sldMk cId="917485351" sldId="257"/>
            <ac:spMk id="319" creationId="{041527BD-5D9F-7AE3-95EB-AFBE41466A94}"/>
          </ac:spMkLst>
        </pc:spChg>
        <pc:spChg chg="add mod">
          <ac:chgData name="Tong Liu" userId="5083135e9e94dac5" providerId="LiveId" clId="{8691FECC-A1B2-5B80-8A54-2FE7DE98EF2B}" dt="2026-07-29T02:51:06.331" v="3840" actId="1035"/>
          <ac:spMkLst>
            <pc:docMk/>
            <pc:sldMk cId="917485351" sldId="257"/>
            <ac:spMk id="322" creationId="{5AFB89C1-7243-1979-9BB7-EE3064F1450D}"/>
          </ac:spMkLst>
        </pc:spChg>
        <pc:spChg chg="add del mod">
          <ac:chgData name="Tong Liu" userId="5083135e9e94dac5" providerId="LiveId" clId="{8691FECC-A1B2-5B80-8A54-2FE7DE98EF2B}" dt="2026-07-29T02:37:28.452" v="3650" actId="478"/>
          <ac:spMkLst>
            <pc:docMk/>
            <pc:sldMk cId="917485351" sldId="257"/>
            <ac:spMk id="323" creationId="{234724E7-21D4-7CC3-5449-92781E01B41B}"/>
          </ac:spMkLst>
        </pc:spChg>
        <pc:spChg chg="mod">
          <ac:chgData name="Tong Liu" userId="5083135e9e94dac5" providerId="LiveId" clId="{8691FECC-A1B2-5B80-8A54-2FE7DE98EF2B}" dt="2026-07-29T02:41:20.938" v="3689" actId="207"/>
          <ac:spMkLst>
            <pc:docMk/>
            <pc:sldMk cId="917485351" sldId="257"/>
            <ac:spMk id="325" creationId="{3A6AEAF5-AAFD-4F84-D6D1-327DECB847D1}"/>
          </ac:spMkLst>
        </pc:spChg>
        <pc:spChg chg="mod">
          <ac:chgData name="Tong Liu" userId="5083135e9e94dac5" providerId="LiveId" clId="{8691FECC-A1B2-5B80-8A54-2FE7DE98EF2B}" dt="2026-07-29T02:41:20.938" v="3689" actId="207"/>
          <ac:spMkLst>
            <pc:docMk/>
            <pc:sldMk cId="917485351" sldId="257"/>
            <ac:spMk id="326" creationId="{0D6B2F21-2FD3-D12A-2593-2C38A23DA52C}"/>
          </ac:spMkLst>
        </pc:spChg>
        <pc:spChg chg="mod">
          <ac:chgData name="Tong Liu" userId="5083135e9e94dac5" providerId="LiveId" clId="{8691FECC-A1B2-5B80-8A54-2FE7DE98EF2B}" dt="2026-07-29T02:41:20.938" v="3689" actId="207"/>
          <ac:spMkLst>
            <pc:docMk/>
            <pc:sldMk cId="917485351" sldId="257"/>
            <ac:spMk id="327" creationId="{F6889914-6A71-DE71-B617-1A3F841D671C}"/>
          </ac:spMkLst>
        </pc:spChg>
        <pc:spChg chg="mod">
          <ac:chgData name="Tong Liu" userId="5083135e9e94dac5" providerId="LiveId" clId="{8691FECC-A1B2-5B80-8A54-2FE7DE98EF2B}" dt="2026-07-29T02:41:20.938" v="3689" actId="207"/>
          <ac:spMkLst>
            <pc:docMk/>
            <pc:sldMk cId="917485351" sldId="257"/>
            <ac:spMk id="328" creationId="{3758524B-3104-74CD-8F83-94F3AACDD087}"/>
          </ac:spMkLst>
        </pc:spChg>
        <pc:spChg chg="mod">
          <ac:chgData name="Tong Liu" userId="5083135e9e94dac5" providerId="LiveId" clId="{8691FECC-A1B2-5B80-8A54-2FE7DE98EF2B}" dt="2026-07-29T02:41:20.938" v="3689" actId="207"/>
          <ac:spMkLst>
            <pc:docMk/>
            <pc:sldMk cId="917485351" sldId="257"/>
            <ac:spMk id="329" creationId="{75909C8F-3644-5F03-5D3F-7ABF635132FA}"/>
          </ac:spMkLst>
        </pc:spChg>
        <pc:spChg chg="del mod">
          <ac:chgData name="Tong Liu" userId="5083135e9e94dac5" providerId="LiveId" clId="{8691FECC-A1B2-5B80-8A54-2FE7DE98EF2B}" dt="2026-07-29T02:37:39.182" v="3653" actId="478"/>
          <ac:spMkLst>
            <pc:docMk/>
            <pc:sldMk cId="917485351" sldId="257"/>
            <ac:spMk id="330" creationId="{D29A56C0-FADC-384E-4E85-4898BAECE62B}"/>
          </ac:spMkLst>
        </pc:spChg>
        <pc:spChg chg="add mod">
          <ac:chgData name="Tong Liu" userId="5083135e9e94dac5" providerId="LiveId" clId="{8691FECC-A1B2-5B80-8A54-2FE7DE98EF2B}" dt="2026-07-29T02:44:26.809" v="3782" actId="1076"/>
          <ac:spMkLst>
            <pc:docMk/>
            <pc:sldMk cId="917485351" sldId="257"/>
            <ac:spMk id="332" creationId="{61D1923C-8AB2-999E-36FA-25C835F7EDFE}"/>
          </ac:spMkLst>
        </pc:spChg>
        <pc:spChg chg="add mod">
          <ac:chgData name="Tong Liu" userId="5083135e9e94dac5" providerId="LiveId" clId="{8691FECC-A1B2-5B80-8A54-2FE7DE98EF2B}" dt="2026-07-29T02:50:50.838" v="3836" actId="1035"/>
          <ac:spMkLst>
            <pc:docMk/>
            <pc:sldMk cId="917485351" sldId="257"/>
            <ac:spMk id="341" creationId="{D9CEB111-898C-4456-1D6A-62195F709058}"/>
          </ac:spMkLst>
        </pc:spChg>
        <pc:spChg chg="mod">
          <ac:chgData name="Tong Liu" userId="5083135e9e94dac5" providerId="LiveId" clId="{8691FECC-A1B2-5B80-8A54-2FE7DE98EF2B}" dt="2026-07-29T02:44:21.494" v="3780"/>
          <ac:spMkLst>
            <pc:docMk/>
            <pc:sldMk cId="917485351" sldId="257"/>
            <ac:spMk id="347" creationId="{8A8701C5-9B68-5C94-4B3D-3F32A7C17E48}"/>
          </ac:spMkLst>
        </pc:spChg>
        <pc:spChg chg="mod">
          <ac:chgData name="Tong Liu" userId="5083135e9e94dac5" providerId="LiveId" clId="{8691FECC-A1B2-5B80-8A54-2FE7DE98EF2B}" dt="2026-07-29T02:44:21.494" v="3780"/>
          <ac:spMkLst>
            <pc:docMk/>
            <pc:sldMk cId="917485351" sldId="257"/>
            <ac:spMk id="348" creationId="{7F0E02CA-7857-7678-CAFC-0BFB3C03E80E}"/>
          </ac:spMkLst>
        </pc:spChg>
        <pc:spChg chg="mod">
          <ac:chgData name="Tong Liu" userId="5083135e9e94dac5" providerId="LiveId" clId="{8691FECC-A1B2-5B80-8A54-2FE7DE98EF2B}" dt="2026-07-29T02:44:21.494" v="3780"/>
          <ac:spMkLst>
            <pc:docMk/>
            <pc:sldMk cId="917485351" sldId="257"/>
            <ac:spMk id="349" creationId="{7BD5110F-C1E8-7F72-A793-B77BA3F2FC84}"/>
          </ac:spMkLst>
        </pc:spChg>
        <pc:spChg chg="add del mod">
          <ac:chgData name="Tong Liu" userId="5083135e9e94dac5" providerId="LiveId" clId="{8691FECC-A1B2-5B80-8A54-2FE7DE98EF2B}" dt="2026-07-29T02:44:56.663" v="3786" actId="478"/>
          <ac:spMkLst>
            <pc:docMk/>
            <pc:sldMk cId="917485351" sldId="257"/>
            <ac:spMk id="350" creationId="{CF17F868-B865-A152-86D7-CF2168318ABF}"/>
          </ac:spMkLst>
        </pc:spChg>
        <pc:spChg chg="del mod">
          <ac:chgData name="Tong Liu" userId="5083135e9e94dac5" providerId="LiveId" clId="{8691FECC-A1B2-5B80-8A54-2FE7DE98EF2B}" dt="2026-07-29T02:44:57.757" v="3787" actId="478"/>
          <ac:spMkLst>
            <pc:docMk/>
            <pc:sldMk cId="917485351" sldId="257"/>
            <ac:spMk id="351" creationId="{792DAE49-C312-BD90-1BD5-A65A99EC7240}"/>
          </ac:spMkLst>
        </pc:spChg>
        <pc:spChg chg="add mod">
          <ac:chgData name="Tong Liu" userId="5083135e9e94dac5" providerId="LiveId" clId="{8691FECC-A1B2-5B80-8A54-2FE7DE98EF2B}" dt="2026-07-29T03:29:07.788" v="4098" actId="1076"/>
          <ac:spMkLst>
            <pc:docMk/>
            <pc:sldMk cId="917485351" sldId="257"/>
            <ac:spMk id="355" creationId="{5B13AF52-1DA2-B95A-5BE5-DCB1FF2E0495}"/>
          </ac:spMkLst>
        </pc:spChg>
        <pc:spChg chg="add mod">
          <ac:chgData name="Tong Liu" userId="5083135e9e94dac5" providerId="LiveId" clId="{8691FECC-A1B2-5B80-8A54-2FE7DE98EF2B}" dt="2026-07-29T03:12:41.199" v="3996" actId="20577"/>
          <ac:spMkLst>
            <pc:docMk/>
            <pc:sldMk cId="917485351" sldId="257"/>
            <ac:spMk id="362" creationId="{A159C175-BEA2-06D7-C3C2-1C8A326BCA32}"/>
          </ac:spMkLst>
        </pc:spChg>
        <pc:spChg chg="add del mod">
          <ac:chgData name="Tong Liu" userId="5083135e9e94dac5" providerId="LiveId" clId="{8691FECC-A1B2-5B80-8A54-2FE7DE98EF2B}" dt="2026-07-29T03:23:19.972" v="4028" actId="478"/>
          <ac:spMkLst>
            <pc:docMk/>
            <pc:sldMk cId="917485351" sldId="257"/>
            <ac:spMk id="363" creationId="{D298E0E6-EDE6-B306-B38D-6D1489F578A0}"/>
          </ac:spMkLst>
        </pc:spChg>
        <pc:spChg chg="add del mod">
          <ac:chgData name="Tong Liu" userId="5083135e9e94dac5" providerId="LiveId" clId="{8691FECC-A1B2-5B80-8A54-2FE7DE98EF2B}" dt="2026-07-29T03:23:19.972" v="4028" actId="478"/>
          <ac:spMkLst>
            <pc:docMk/>
            <pc:sldMk cId="917485351" sldId="257"/>
            <ac:spMk id="364" creationId="{EF9D2AB7-553E-9F30-F521-E58595854633}"/>
          </ac:spMkLst>
        </pc:spChg>
        <pc:spChg chg="add mod">
          <ac:chgData name="Tong Liu" userId="5083135e9e94dac5" providerId="LiveId" clId="{8691FECC-A1B2-5B80-8A54-2FE7DE98EF2B}" dt="2026-07-29T03:25:56.196" v="4049"/>
          <ac:spMkLst>
            <pc:docMk/>
            <pc:sldMk cId="917485351" sldId="257"/>
            <ac:spMk id="365" creationId="{C797D0A8-2646-381C-20A2-F78F5BA91406}"/>
          </ac:spMkLst>
        </pc:spChg>
        <pc:spChg chg="add mod">
          <ac:chgData name="Tong Liu" userId="5083135e9e94dac5" providerId="LiveId" clId="{8691FECC-A1B2-5B80-8A54-2FE7DE98EF2B}" dt="2026-07-29T03:33:31.171" v="4109" actId="1076"/>
          <ac:spMkLst>
            <pc:docMk/>
            <pc:sldMk cId="917485351" sldId="257"/>
            <ac:spMk id="375" creationId="{D640525A-57B2-F51B-16B3-77FB85817409}"/>
          </ac:spMkLst>
        </pc:spChg>
        <pc:spChg chg="add del">
          <ac:chgData name="Tong Liu" userId="5083135e9e94dac5" providerId="LiveId" clId="{8691FECC-A1B2-5B80-8A54-2FE7DE98EF2B}" dt="2026-07-29T03:33:52.726" v="4111" actId="11529"/>
          <ac:spMkLst>
            <pc:docMk/>
            <pc:sldMk cId="917485351" sldId="257"/>
            <ac:spMk id="376" creationId="{6858E332-09B2-F297-B7DB-5A8384CA9BC2}"/>
          </ac:spMkLst>
        </pc:spChg>
        <pc:spChg chg="add mod">
          <ac:chgData name="Tong Liu" userId="5083135e9e94dac5" providerId="LiveId" clId="{8691FECC-A1B2-5B80-8A54-2FE7DE98EF2B}" dt="2026-07-29T03:34:22.872" v="4114" actId="1582"/>
          <ac:spMkLst>
            <pc:docMk/>
            <pc:sldMk cId="917485351" sldId="257"/>
            <ac:spMk id="377" creationId="{8CA99FFE-78FF-6108-DC2D-67DF76895F6E}"/>
          </ac:spMkLst>
        </pc:spChg>
        <pc:grpChg chg="add mod">
          <ac:chgData name="Tong Liu" userId="5083135e9e94dac5" providerId="LiveId" clId="{8691FECC-A1B2-5B80-8A54-2FE7DE98EF2B}" dt="2026-07-29T00:45:44.250" v="1028" actId="1035"/>
          <ac:grpSpMkLst>
            <pc:docMk/>
            <pc:sldMk cId="917485351" sldId="257"/>
            <ac:grpSpMk id="58" creationId="{318DE460-857B-CFC3-A457-8B1ACEE89DB6}"/>
          </ac:grpSpMkLst>
        </pc:grpChg>
        <pc:grpChg chg="add mod">
          <ac:chgData name="Tong Liu" userId="5083135e9e94dac5" providerId="LiveId" clId="{8691FECC-A1B2-5B80-8A54-2FE7DE98EF2B}" dt="2026-07-29T00:49:59.163" v="1255" actId="1036"/>
          <ac:grpSpMkLst>
            <pc:docMk/>
            <pc:sldMk cId="917485351" sldId="257"/>
            <ac:grpSpMk id="59" creationId="{ECCFC416-4FBF-A073-CACE-232CF922E766}"/>
          </ac:grpSpMkLst>
        </pc:grpChg>
        <pc:grpChg chg="add mod">
          <ac:chgData name="Tong Liu" userId="5083135e9e94dac5" providerId="LiveId" clId="{8691FECC-A1B2-5B80-8A54-2FE7DE98EF2B}" dt="2026-07-29T00:49:37.590" v="1235" actId="1037"/>
          <ac:grpSpMkLst>
            <pc:docMk/>
            <pc:sldMk cId="917485351" sldId="257"/>
            <ac:grpSpMk id="62" creationId="{3469910A-413B-0922-E571-DA9424108806}"/>
          </ac:grpSpMkLst>
        </pc:grpChg>
        <pc:grpChg chg="add del mod">
          <ac:chgData name="Tong Liu" userId="5083135e9e94dac5" providerId="LiveId" clId="{8691FECC-A1B2-5B80-8A54-2FE7DE98EF2B}" dt="2026-07-29T01:26:34.229" v="1806" actId="165"/>
          <ac:grpSpMkLst>
            <pc:docMk/>
            <pc:sldMk cId="917485351" sldId="257"/>
            <ac:grpSpMk id="125" creationId="{75CBEDA6-40FF-0628-FD9D-317CC8EF5A43}"/>
          </ac:grpSpMkLst>
        </pc:grpChg>
        <pc:grpChg chg="add mod">
          <ac:chgData name="Tong Liu" userId="5083135e9e94dac5" providerId="LiveId" clId="{8691FECC-A1B2-5B80-8A54-2FE7DE98EF2B}" dt="2026-07-29T01:26:24.500" v="1802" actId="1076"/>
          <ac:grpSpMkLst>
            <pc:docMk/>
            <pc:sldMk cId="917485351" sldId="257"/>
            <ac:grpSpMk id="126" creationId="{6553E02A-3548-6638-013E-0B80400AF7F0}"/>
          </ac:grpSpMkLst>
        </pc:grpChg>
        <pc:grpChg chg="add mod">
          <ac:chgData name="Tong Liu" userId="5083135e9e94dac5" providerId="LiveId" clId="{8691FECC-A1B2-5B80-8A54-2FE7DE98EF2B}" dt="2026-07-29T01:26:24.698" v="1803" actId="1076"/>
          <ac:grpSpMkLst>
            <pc:docMk/>
            <pc:sldMk cId="917485351" sldId="257"/>
            <ac:grpSpMk id="133" creationId="{DA460249-0F27-BB27-8698-F240E13B7861}"/>
          </ac:grpSpMkLst>
        </pc:grpChg>
        <pc:grpChg chg="add mod">
          <ac:chgData name="Tong Liu" userId="5083135e9e94dac5" providerId="LiveId" clId="{8691FECC-A1B2-5B80-8A54-2FE7DE98EF2B}" dt="2026-07-29T01:26:24.865" v="1804" actId="1076"/>
          <ac:grpSpMkLst>
            <pc:docMk/>
            <pc:sldMk cId="917485351" sldId="257"/>
            <ac:grpSpMk id="140" creationId="{CE969D94-BDC9-2F1B-BAFD-E397F1F39000}"/>
          </ac:grpSpMkLst>
        </pc:grpChg>
        <pc:grpChg chg="add mod">
          <ac:chgData name="Tong Liu" userId="5083135e9e94dac5" providerId="LiveId" clId="{8691FECC-A1B2-5B80-8A54-2FE7DE98EF2B}" dt="2026-07-29T01:26:25.027" v="1805" actId="1076"/>
          <ac:grpSpMkLst>
            <pc:docMk/>
            <pc:sldMk cId="917485351" sldId="257"/>
            <ac:grpSpMk id="147" creationId="{55BF9ADE-242D-DB23-A1A3-78A45EAEE654}"/>
          </ac:grpSpMkLst>
        </pc:grpChg>
        <pc:grpChg chg="add mod">
          <ac:chgData name="Tong Liu" userId="5083135e9e94dac5" providerId="LiveId" clId="{8691FECC-A1B2-5B80-8A54-2FE7DE98EF2B}" dt="2026-07-29T01:27:30.869" v="1829" actId="1076"/>
          <ac:grpSpMkLst>
            <pc:docMk/>
            <pc:sldMk cId="917485351" sldId="257"/>
            <ac:grpSpMk id="154" creationId="{B3194D90-FB2B-9C66-FFD1-737856EF56D2}"/>
          </ac:grpSpMkLst>
        </pc:grpChg>
        <pc:grpChg chg="add del mod">
          <ac:chgData name="Tong Liu" userId="5083135e9e94dac5" providerId="LiveId" clId="{8691FECC-A1B2-5B80-8A54-2FE7DE98EF2B}" dt="2026-07-29T01:27:47.293" v="1837" actId="478"/>
          <ac:grpSpMkLst>
            <pc:docMk/>
            <pc:sldMk cId="917485351" sldId="257"/>
            <ac:grpSpMk id="155" creationId="{A7661413-BA8D-2CD9-E0C1-1F5A6C820A63}"/>
          </ac:grpSpMkLst>
        </pc:grpChg>
        <pc:grpChg chg="add mod">
          <ac:chgData name="Tong Liu" userId="5083135e9e94dac5" providerId="LiveId" clId="{8691FECC-A1B2-5B80-8A54-2FE7DE98EF2B}" dt="2026-07-29T01:29:30.083" v="1882" actId="207"/>
          <ac:grpSpMkLst>
            <pc:docMk/>
            <pc:sldMk cId="917485351" sldId="257"/>
            <ac:grpSpMk id="161" creationId="{191938E3-CFDB-1D5E-2C38-6A6D2C744CEC}"/>
          </ac:grpSpMkLst>
        </pc:grpChg>
        <pc:grpChg chg="add mod">
          <ac:chgData name="Tong Liu" userId="5083135e9e94dac5" providerId="LiveId" clId="{8691FECC-A1B2-5B80-8A54-2FE7DE98EF2B}" dt="2026-07-29T01:27:41.402" v="1835" actId="1076"/>
          <ac:grpSpMkLst>
            <pc:docMk/>
            <pc:sldMk cId="917485351" sldId="257"/>
            <ac:grpSpMk id="167" creationId="{5221A196-639C-08E5-95BC-937CB6E1BD86}"/>
          </ac:grpSpMkLst>
        </pc:grpChg>
        <pc:grpChg chg="add mod">
          <ac:chgData name="Tong Liu" userId="5083135e9e94dac5" providerId="LiveId" clId="{8691FECC-A1B2-5B80-8A54-2FE7DE98EF2B}" dt="2026-07-29T01:27:38.013" v="1834" actId="1076"/>
          <ac:grpSpMkLst>
            <pc:docMk/>
            <pc:sldMk cId="917485351" sldId="257"/>
            <ac:grpSpMk id="173" creationId="{3129E119-5E91-7032-8C0F-DAD0C9EA2ECF}"/>
          </ac:grpSpMkLst>
        </pc:grpChg>
        <pc:grpChg chg="add">
          <ac:chgData name="Tong Liu" userId="5083135e9e94dac5" providerId="LiveId" clId="{8691FECC-A1B2-5B80-8A54-2FE7DE98EF2B}" dt="2026-07-29T01:30:33.639" v="1887" actId="164"/>
          <ac:grpSpMkLst>
            <pc:docMk/>
            <pc:sldMk cId="917485351" sldId="257"/>
            <ac:grpSpMk id="180" creationId="{CE81D7AB-E813-11C8-7D9C-4BED6A3DB13E}"/>
          </ac:grpSpMkLst>
        </pc:grpChg>
        <pc:grpChg chg="add">
          <ac:chgData name="Tong Liu" userId="5083135e9e94dac5" providerId="LiveId" clId="{8691FECC-A1B2-5B80-8A54-2FE7DE98EF2B}" dt="2026-07-29T01:30:42.701" v="1888" actId="164"/>
          <ac:grpSpMkLst>
            <pc:docMk/>
            <pc:sldMk cId="917485351" sldId="257"/>
            <ac:grpSpMk id="181" creationId="{4F7332B6-0D92-4CF8-A2D6-815FF90DC6B3}"/>
          </ac:grpSpMkLst>
        </pc:grpChg>
        <pc:grpChg chg="mod">
          <ac:chgData name="Tong Liu" userId="5083135e9e94dac5" providerId="LiveId" clId="{8691FECC-A1B2-5B80-8A54-2FE7DE98EF2B}" dt="2026-07-29T01:34:49.695" v="1906" actId="14100"/>
          <ac:grpSpMkLst>
            <pc:docMk/>
            <pc:sldMk cId="917485351" sldId="257"/>
            <ac:grpSpMk id="190" creationId="{04DE7F9D-00B7-C7E0-93BC-7D27FDC72CC6}"/>
          </ac:grpSpMkLst>
        </pc:grpChg>
        <pc:grpChg chg="add mod">
          <ac:chgData name="Tong Liu" userId="5083135e9e94dac5" providerId="LiveId" clId="{8691FECC-A1B2-5B80-8A54-2FE7DE98EF2B}" dt="2026-07-29T02:43:51.114" v="3762" actId="1037"/>
          <ac:grpSpMkLst>
            <pc:docMk/>
            <pc:sldMk cId="917485351" sldId="257"/>
            <ac:grpSpMk id="240" creationId="{6A132A83-29D2-5DA5-6C62-E6F8FD8FC057}"/>
          </ac:grpSpMkLst>
        </pc:grpChg>
        <pc:grpChg chg="add del mod">
          <ac:chgData name="Tong Liu" userId="5083135e9e94dac5" providerId="LiveId" clId="{8691FECC-A1B2-5B80-8A54-2FE7DE98EF2B}" dt="2026-07-29T02:06:30.295" v="2730" actId="165"/>
          <ac:grpSpMkLst>
            <pc:docMk/>
            <pc:sldMk cId="917485351" sldId="257"/>
            <ac:grpSpMk id="262" creationId="{0EAA7886-852F-62F6-2BF5-13975C871637}"/>
          </ac:grpSpMkLst>
        </pc:grpChg>
        <pc:grpChg chg="add mod">
          <ac:chgData name="Tong Liu" userId="5083135e9e94dac5" providerId="LiveId" clId="{8691FECC-A1B2-5B80-8A54-2FE7DE98EF2B}" dt="2026-07-29T02:24:44.312" v="3450" actId="1036"/>
          <ac:grpSpMkLst>
            <pc:docMk/>
            <pc:sldMk cId="917485351" sldId="257"/>
            <ac:grpSpMk id="263" creationId="{4948941F-6AF2-A39C-D6C9-B78015032C98}"/>
          </ac:grpSpMkLst>
        </pc:grpChg>
        <pc:grpChg chg="add mod">
          <ac:chgData name="Tong Liu" userId="5083135e9e94dac5" providerId="LiveId" clId="{8691FECC-A1B2-5B80-8A54-2FE7DE98EF2B}" dt="2026-07-29T02:24:44.312" v="3450" actId="1036"/>
          <ac:grpSpMkLst>
            <pc:docMk/>
            <pc:sldMk cId="917485351" sldId="257"/>
            <ac:grpSpMk id="270" creationId="{C4504AD0-7038-6247-81B3-A5151F117E37}"/>
          </ac:grpSpMkLst>
        </pc:grpChg>
        <pc:grpChg chg="add mod">
          <ac:chgData name="Tong Liu" userId="5083135e9e94dac5" providerId="LiveId" clId="{8691FECC-A1B2-5B80-8A54-2FE7DE98EF2B}" dt="2026-07-29T02:43:27.570" v="3741" actId="1038"/>
          <ac:grpSpMkLst>
            <pc:docMk/>
            <pc:sldMk cId="917485351" sldId="257"/>
            <ac:grpSpMk id="324" creationId="{A039A3A1-A592-F573-C4B9-6A1444ACD261}"/>
          </ac:grpSpMkLst>
        </pc:grpChg>
        <pc:grpChg chg="add del mod">
          <ac:chgData name="Tong Liu" userId="5083135e9e94dac5" providerId="LiveId" clId="{8691FECC-A1B2-5B80-8A54-2FE7DE98EF2B}" dt="2026-07-29T02:45:18.854" v="3789" actId="478"/>
          <ac:grpSpMkLst>
            <pc:docMk/>
            <pc:sldMk cId="917485351" sldId="257"/>
            <ac:grpSpMk id="346" creationId="{D98690E5-DF55-6438-1010-B94B36A0901E}"/>
          </ac:grpSpMkLst>
        </pc:grpChg>
        <pc:picChg chg="add mod">
          <ac:chgData name="Tong Liu" userId="5083135e9e94dac5" providerId="LiveId" clId="{8691FECC-A1B2-5B80-8A54-2FE7DE98EF2B}" dt="2026-07-28T22:25:57.531" v="186" actId="1035"/>
          <ac:picMkLst>
            <pc:docMk/>
            <pc:sldMk cId="917485351" sldId="257"/>
            <ac:picMk id="8" creationId="{60743EC5-2048-0CEF-7B49-E955E3004EBF}"/>
          </ac:picMkLst>
        </pc:picChg>
        <pc:picChg chg="add mod">
          <ac:chgData name="Tong Liu" userId="5083135e9e94dac5" providerId="LiveId" clId="{8691FECC-A1B2-5B80-8A54-2FE7DE98EF2B}" dt="2026-07-28T22:37:28.617" v="483" actId="1036"/>
          <ac:picMkLst>
            <pc:docMk/>
            <pc:sldMk cId="917485351" sldId="257"/>
            <ac:picMk id="10" creationId="{6ADB6E47-8E49-513E-1B76-1A41E1B940AC}"/>
          </ac:picMkLst>
        </pc:picChg>
        <pc:picChg chg="add mod">
          <ac:chgData name="Tong Liu" userId="5083135e9e94dac5" providerId="LiveId" clId="{8691FECC-A1B2-5B80-8A54-2FE7DE98EF2B}" dt="2026-07-28T22:46:48.271" v="648" actId="1037"/>
          <ac:picMkLst>
            <pc:docMk/>
            <pc:sldMk cId="917485351" sldId="257"/>
            <ac:picMk id="14" creationId="{384CDE0D-4C48-B3E2-495B-C949DFA8E84D}"/>
          </ac:picMkLst>
        </pc:picChg>
        <pc:picChg chg="add mod">
          <ac:chgData name="Tong Liu" userId="5083135e9e94dac5" providerId="LiveId" clId="{8691FECC-A1B2-5B80-8A54-2FE7DE98EF2B}" dt="2026-07-28T22:38:32.931" v="504" actId="1035"/>
          <ac:picMkLst>
            <pc:docMk/>
            <pc:sldMk cId="917485351" sldId="257"/>
            <ac:picMk id="16" creationId="{37A76C3F-A450-1B0F-033D-3FE6EFFCC8CC}"/>
          </ac:picMkLst>
        </pc:picChg>
        <pc:picChg chg="add mod">
          <ac:chgData name="Tong Liu" userId="5083135e9e94dac5" providerId="LiveId" clId="{8691FECC-A1B2-5B80-8A54-2FE7DE98EF2B}" dt="2026-07-28T22:38:32.931" v="504" actId="1035"/>
          <ac:picMkLst>
            <pc:docMk/>
            <pc:sldMk cId="917485351" sldId="257"/>
            <ac:picMk id="17" creationId="{943BB84C-B9DB-AA95-ACDD-2E4F193DAC96}"/>
          </ac:picMkLst>
        </pc:picChg>
        <pc:picChg chg="add mod">
          <ac:chgData name="Tong Liu" userId="5083135e9e94dac5" providerId="LiveId" clId="{8691FECC-A1B2-5B80-8A54-2FE7DE98EF2B}" dt="2026-07-28T22:39:04.315" v="543" actId="1036"/>
          <ac:picMkLst>
            <pc:docMk/>
            <pc:sldMk cId="917485351" sldId="257"/>
            <ac:picMk id="20" creationId="{7CC4ADA0-E1D1-12D6-3B25-5DB84C7C87B3}"/>
          </ac:picMkLst>
        </pc:picChg>
        <pc:picChg chg="add mod">
          <ac:chgData name="Tong Liu" userId="5083135e9e94dac5" providerId="LiveId" clId="{8691FECC-A1B2-5B80-8A54-2FE7DE98EF2B}" dt="2026-07-28T22:39:04.315" v="543" actId="1036"/>
          <ac:picMkLst>
            <pc:docMk/>
            <pc:sldMk cId="917485351" sldId="257"/>
            <ac:picMk id="22" creationId="{84BEE815-F878-920A-0FE1-15C190F82C3C}"/>
          </ac:picMkLst>
        </pc:picChg>
        <pc:picChg chg="add mod">
          <ac:chgData name="Tong Liu" userId="5083135e9e94dac5" providerId="LiveId" clId="{8691FECC-A1B2-5B80-8A54-2FE7DE98EF2B}" dt="2026-07-29T00:34:16.320" v="873" actId="1038"/>
          <ac:picMkLst>
            <pc:docMk/>
            <pc:sldMk cId="917485351" sldId="257"/>
            <ac:picMk id="39" creationId="{5B736E41-B498-48D5-0802-8150D042895D}"/>
          </ac:picMkLst>
        </pc:picChg>
        <pc:picChg chg="add mod">
          <ac:chgData name="Tong Liu" userId="5083135e9e94dac5" providerId="LiveId" clId="{8691FECC-A1B2-5B80-8A54-2FE7DE98EF2B}" dt="2026-07-29T00:34:13.779" v="870" actId="1038"/>
          <ac:picMkLst>
            <pc:docMk/>
            <pc:sldMk cId="917485351" sldId="257"/>
            <ac:picMk id="41" creationId="{8F60B008-83EA-4788-A7EB-35EE41605271}"/>
          </ac:picMkLst>
        </pc:picChg>
        <pc:picChg chg="add mod">
          <ac:chgData name="Tong Liu" userId="5083135e9e94dac5" providerId="LiveId" clId="{8691FECC-A1B2-5B80-8A54-2FE7DE98EF2B}" dt="2026-07-29T03:27:32.164" v="4090" actId="1037"/>
          <ac:picMkLst>
            <pc:docMk/>
            <pc:sldMk cId="917485351" sldId="257"/>
            <ac:picMk id="45" creationId="{12369FFF-060D-96C6-958E-927BEC88BFD5}"/>
          </ac:picMkLst>
        </pc:picChg>
        <pc:picChg chg="add mod">
          <ac:chgData name="Tong Liu" userId="5083135e9e94dac5" providerId="LiveId" clId="{8691FECC-A1B2-5B80-8A54-2FE7DE98EF2B}" dt="2026-07-29T01:21:12.588" v="1672" actId="1038"/>
          <ac:picMkLst>
            <pc:docMk/>
            <pc:sldMk cId="917485351" sldId="257"/>
            <ac:picMk id="47" creationId="{1BEAD94A-6C51-AE40-95A5-150C10557F1A}"/>
          </ac:picMkLst>
        </pc:picChg>
        <pc:picChg chg="add mod">
          <ac:chgData name="Tong Liu" userId="5083135e9e94dac5" providerId="LiveId" clId="{8691FECC-A1B2-5B80-8A54-2FE7DE98EF2B}" dt="2026-07-29T00:40:30.341" v="936" actId="1037"/>
          <ac:picMkLst>
            <pc:docMk/>
            <pc:sldMk cId="917485351" sldId="257"/>
            <ac:picMk id="49" creationId="{B13C54FA-89BA-3A27-8367-33C1A15AA847}"/>
          </ac:picMkLst>
        </pc:picChg>
        <pc:picChg chg="add mod">
          <ac:chgData name="Tong Liu" userId="5083135e9e94dac5" providerId="LiveId" clId="{8691FECC-A1B2-5B80-8A54-2FE7DE98EF2B}" dt="2026-07-29T00:50:09.432" v="1261" actId="1035"/>
          <ac:picMkLst>
            <pc:docMk/>
            <pc:sldMk cId="917485351" sldId="257"/>
            <ac:picMk id="51" creationId="{F20A959F-984B-A516-C529-1F0B7936393B}"/>
          </ac:picMkLst>
        </pc:picChg>
        <pc:picChg chg="add mod">
          <ac:chgData name="Tong Liu" userId="5083135e9e94dac5" providerId="LiveId" clId="{8691FECC-A1B2-5B80-8A54-2FE7DE98EF2B}" dt="2026-07-29T00:40:30.341" v="936" actId="1037"/>
          <ac:picMkLst>
            <pc:docMk/>
            <pc:sldMk cId="917485351" sldId="257"/>
            <ac:picMk id="53" creationId="{EFE00606-63FC-4DED-43D2-115F8EE816FA}"/>
          </ac:picMkLst>
        </pc:picChg>
        <pc:picChg chg="add mod">
          <ac:chgData name="Tong Liu" userId="5083135e9e94dac5" providerId="LiveId" clId="{8691FECC-A1B2-5B80-8A54-2FE7DE98EF2B}" dt="2026-07-29T00:45:09.529" v="967" actId="1035"/>
          <ac:picMkLst>
            <pc:docMk/>
            <pc:sldMk cId="917485351" sldId="257"/>
            <ac:picMk id="55" creationId="{15F1FDF5-A73C-CA80-356A-BA60C477864F}"/>
          </ac:picMkLst>
        </pc:picChg>
        <pc:picChg chg="add mod">
          <ac:chgData name="Tong Liu" userId="5083135e9e94dac5" providerId="LiveId" clId="{8691FECC-A1B2-5B80-8A54-2FE7DE98EF2B}" dt="2026-07-29T00:44:56.464" v="961" actId="1076"/>
          <ac:picMkLst>
            <pc:docMk/>
            <pc:sldMk cId="917485351" sldId="257"/>
            <ac:picMk id="57" creationId="{989ADC32-58E6-05A9-729D-112F5C15DD68}"/>
          </ac:picMkLst>
        </pc:picChg>
        <pc:picChg chg="mod">
          <ac:chgData name="Tong Liu" userId="5083135e9e94dac5" providerId="LiveId" clId="{8691FECC-A1B2-5B80-8A54-2FE7DE98EF2B}" dt="2026-07-29T00:45:19.200" v="969"/>
          <ac:picMkLst>
            <pc:docMk/>
            <pc:sldMk cId="917485351" sldId="257"/>
            <ac:picMk id="60" creationId="{6029733A-D063-25CE-D9FA-61EFEC1A1C3E}"/>
          </ac:picMkLst>
        </pc:picChg>
        <pc:picChg chg="mod">
          <ac:chgData name="Tong Liu" userId="5083135e9e94dac5" providerId="LiveId" clId="{8691FECC-A1B2-5B80-8A54-2FE7DE98EF2B}" dt="2026-07-29T00:45:19.200" v="969"/>
          <ac:picMkLst>
            <pc:docMk/>
            <pc:sldMk cId="917485351" sldId="257"/>
            <ac:picMk id="61" creationId="{F78EC2BA-C3DE-B053-831B-D6DC9C05831D}"/>
          </ac:picMkLst>
        </pc:picChg>
        <pc:picChg chg="add del mod">
          <ac:chgData name="Tong Liu" userId="5083135e9e94dac5" providerId="LiveId" clId="{8691FECC-A1B2-5B80-8A54-2FE7DE98EF2B}" dt="2026-07-29T01:12:36.648" v="1555" actId="478"/>
          <ac:picMkLst>
            <pc:docMk/>
            <pc:sldMk cId="917485351" sldId="257"/>
            <ac:picMk id="81" creationId="{8A454A5E-13AF-8D52-0719-4424C01BB9C0}"/>
          </ac:picMkLst>
        </pc:picChg>
        <pc:picChg chg="add mod">
          <ac:chgData name="Tong Liu" userId="5083135e9e94dac5" providerId="LiveId" clId="{8691FECC-A1B2-5B80-8A54-2FE7DE98EF2B}" dt="2026-07-29T01:12:39.794" v="1556" actId="1076"/>
          <ac:picMkLst>
            <pc:docMk/>
            <pc:sldMk cId="917485351" sldId="257"/>
            <ac:picMk id="86" creationId="{F38F9D80-7A15-3E06-8307-2BF683FB7724}"/>
          </ac:picMkLst>
        </pc:picChg>
        <pc:picChg chg="add mod">
          <ac:chgData name="Tong Liu" userId="5083135e9e94dac5" providerId="LiveId" clId="{8691FECC-A1B2-5B80-8A54-2FE7DE98EF2B}" dt="2026-07-29T01:22:27.122" v="1688" actId="1076"/>
          <ac:picMkLst>
            <pc:docMk/>
            <pc:sldMk cId="917485351" sldId="257"/>
            <ac:picMk id="114" creationId="{75C05ED7-17DF-3DF2-1B57-1C3D5BD1360A}"/>
          </ac:picMkLst>
        </pc:picChg>
        <pc:picChg chg="add del mod">
          <ac:chgData name="Tong Liu" userId="5083135e9e94dac5" providerId="LiveId" clId="{8691FECC-A1B2-5B80-8A54-2FE7DE98EF2B}" dt="2026-07-29T01:22:29.361" v="1689" actId="478"/>
          <ac:picMkLst>
            <pc:docMk/>
            <pc:sldMk cId="917485351" sldId="257"/>
            <ac:picMk id="115" creationId="{5F4E0DBD-36EB-C421-82A7-54A36131F576}"/>
          </ac:picMkLst>
        </pc:picChg>
        <pc:picChg chg="add mod">
          <ac:chgData name="Tong Liu" userId="5083135e9e94dac5" providerId="LiveId" clId="{8691FECC-A1B2-5B80-8A54-2FE7DE98EF2B}" dt="2026-07-29T01:22:50.547" v="1696" actId="1036"/>
          <ac:picMkLst>
            <pc:docMk/>
            <pc:sldMk cId="917485351" sldId="257"/>
            <ac:picMk id="116" creationId="{9DE2D1A6-C1AB-B45A-0B29-147E59BE05A0}"/>
          </ac:picMkLst>
        </pc:picChg>
        <pc:picChg chg="add mod topLvl">
          <ac:chgData name="Tong Liu" userId="5083135e9e94dac5" providerId="LiveId" clId="{8691FECC-A1B2-5B80-8A54-2FE7DE98EF2B}" dt="2026-07-29T01:27:57.225" v="1859" actId="1036"/>
          <ac:picMkLst>
            <pc:docMk/>
            <pc:sldMk cId="917485351" sldId="257"/>
            <ac:picMk id="124" creationId="{7451C3D3-BD02-CC2B-4851-3447E2E873B7}"/>
          </ac:picMkLst>
        </pc:picChg>
        <pc:picChg chg="mod">
          <ac:chgData name="Tong Liu" userId="5083135e9e94dac5" providerId="LiveId" clId="{8691FECC-A1B2-5B80-8A54-2FE7DE98EF2B}" dt="2026-07-29T01:25:31.088" v="1792"/>
          <ac:picMkLst>
            <pc:docMk/>
            <pc:sldMk cId="917485351" sldId="257"/>
            <ac:picMk id="132" creationId="{1C5DC619-8942-ADF8-9979-493ABB3DA800}"/>
          </ac:picMkLst>
        </pc:picChg>
        <pc:picChg chg="mod">
          <ac:chgData name="Tong Liu" userId="5083135e9e94dac5" providerId="LiveId" clId="{8691FECC-A1B2-5B80-8A54-2FE7DE98EF2B}" dt="2026-07-29T01:25:31.301" v="1793"/>
          <ac:picMkLst>
            <pc:docMk/>
            <pc:sldMk cId="917485351" sldId="257"/>
            <ac:picMk id="139" creationId="{D23AD290-0156-A0F2-A662-73FDE4C88896}"/>
          </ac:picMkLst>
        </pc:picChg>
        <pc:picChg chg="mod">
          <ac:chgData name="Tong Liu" userId="5083135e9e94dac5" providerId="LiveId" clId="{8691FECC-A1B2-5B80-8A54-2FE7DE98EF2B}" dt="2026-07-29T01:25:31.507" v="1794"/>
          <ac:picMkLst>
            <pc:docMk/>
            <pc:sldMk cId="917485351" sldId="257"/>
            <ac:picMk id="146" creationId="{22D2AE90-F29E-6379-3F88-4B9CFE01B563}"/>
          </ac:picMkLst>
        </pc:picChg>
        <pc:picChg chg="mod">
          <ac:chgData name="Tong Liu" userId="5083135e9e94dac5" providerId="LiveId" clId="{8691FECC-A1B2-5B80-8A54-2FE7DE98EF2B}" dt="2026-07-29T01:25:32.349" v="1795"/>
          <ac:picMkLst>
            <pc:docMk/>
            <pc:sldMk cId="917485351" sldId="257"/>
            <ac:picMk id="153" creationId="{9759932E-B858-28BA-5B66-2B50C5EFAC1A}"/>
          </ac:picMkLst>
        </pc:picChg>
        <pc:picChg chg="mod">
          <ac:chgData name="Tong Liu" userId="5083135e9e94dac5" providerId="LiveId" clId="{8691FECC-A1B2-5B80-8A54-2FE7DE98EF2B}" dt="2026-07-29T01:31:22.251" v="1892" actId="1037"/>
          <ac:picMkLst>
            <pc:docMk/>
            <pc:sldMk cId="917485351" sldId="257"/>
            <ac:picMk id="187" creationId="{22B88514-2928-27CA-8864-D865F8632D75}"/>
          </ac:picMkLst>
        </pc:picChg>
        <pc:picChg chg="mod">
          <ac:chgData name="Tong Liu" userId="5083135e9e94dac5" providerId="LiveId" clId="{8691FECC-A1B2-5B80-8A54-2FE7DE98EF2B}" dt="2026-07-29T01:34:49.939" v="1907" actId="208"/>
          <ac:picMkLst>
            <pc:docMk/>
            <pc:sldMk cId="917485351" sldId="257"/>
            <ac:picMk id="197" creationId="{0F42D6A0-9D91-9774-C266-27C0B5C4DEB3}"/>
          </ac:picMkLst>
        </pc:picChg>
        <pc:picChg chg="mod">
          <ac:chgData name="Tong Liu" userId="5083135e9e94dac5" providerId="LiveId" clId="{8691FECC-A1B2-5B80-8A54-2FE7DE98EF2B}" dt="2026-07-29T01:31:22.251" v="1892" actId="1037"/>
          <ac:picMkLst>
            <pc:docMk/>
            <pc:sldMk cId="917485351" sldId="257"/>
            <ac:picMk id="214" creationId="{B58FE8D8-F0D1-04FF-A5D2-C016C190282E}"/>
          </ac:picMkLst>
        </pc:picChg>
        <pc:picChg chg="mod">
          <ac:chgData name="Tong Liu" userId="5083135e9e94dac5" providerId="LiveId" clId="{8691FECC-A1B2-5B80-8A54-2FE7DE98EF2B}" dt="2026-07-29T02:38:28.208" v="3660" actId="208"/>
          <ac:picMkLst>
            <pc:docMk/>
            <pc:sldMk cId="917485351" sldId="257"/>
            <ac:picMk id="331" creationId="{666C2459-70BE-A0E4-CECF-41EA5A4350CD}"/>
          </ac:picMkLst>
        </pc:picChg>
        <pc:picChg chg="mod">
          <ac:chgData name="Tong Liu" userId="5083135e9e94dac5" providerId="LiveId" clId="{8691FECC-A1B2-5B80-8A54-2FE7DE98EF2B}" dt="2026-07-29T02:44:21.494" v="3780"/>
          <ac:picMkLst>
            <pc:docMk/>
            <pc:sldMk cId="917485351" sldId="257"/>
            <ac:picMk id="352" creationId="{8C0D6AB5-29E0-3608-8DDC-FEA0149BBDED}"/>
          </ac:picMkLst>
        </pc:picChg>
        <pc:picChg chg="add del mod">
          <ac:chgData name="Tong Liu" userId="5083135e9e94dac5" providerId="LiveId" clId="{8691FECC-A1B2-5B80-8A54-2FE7DE98EF2B}" dt="2026-07-29T03:01:40.685" v="3886" actId="478"/>
          <ac:picMkLst>
            <pc:docMk/>
            <pc:sldMk cId="917485351" sldId="257"/>
            <ac:picMk id="359" creationId="{2D620071-B99A-83C2-4FF3-08DC827885E6}"/>
          </ac:picMkLst>
        </pc:picChg>
        <pc:picChg chg="add del mod">
          <ac:chgData name="Tong Liu" userId="5083135e9e94dac5" providerId="LiveId" clId="{8691FECC-A1B2-5B80-8A54-2FE7DE98EF2B}" dt="2026-07-29T03:23:19.972" v="4028" actId="478"/>
          <ac:picMkLst>
            <pc:docMk/>
            <pc:sldMk cId="917485351" sldId="257"/>
            <ac:picMk id="361" creationId="{4320958A-787F-1FEB-95E8-107429E6506C}"/>
          </ac:picMkLst>
        </pc:picChg>
        <pc:picChg chg="add mod modCrop">
          <ac:chgData name="Tong Liu" userId="5083135e9e94dac5" providerId="LiveId" clId="{8691FECC-A1B2-5B80-8A54-2FE7DE98EF2B}" dt="2026-07-29T03:12:23.318" v="3990" actId="1076"/>
          <ac:picMkLst>
            <pc:docMk/>
            <pc:sldMk cId="917485351" sldId="257"/>
            <ac:picMk id="367" creationId="{995E4243-B6BB-C9C8-5B20-F60629898AAE}"/>
          </ac:picMkLst>
        </pc:picChg>
        <pc:picChg chg="add del mod">
          <ac:chgData name="Tong Liu" userId="5083135e9e94dac5" providerId="LiveId" clId="{8691FECC-A1B2-5B80-8A54-2FE7DE98EF2B}" dt="2026-07-29T03:23:11.165" v="4027" actId="478"/>
          <ac:picMkLst>
            <pc:docMk/>
            <pc:sldMk cId="917485351" sldId="257"/>
            <ac:picMk id="371" creationId="{7F23D3D0-ABB9-5308-FE84-2A0CA19AA393}"/>
          </ac:picMkLst>
        </pc:picChg>
        <pc:picChg chg="add mod modCrop">
          <ac:chgData name="Tong Liu" userId="5083135e9e94dac5" providerId="LiveId" clId="{8691FECC-A1B2-5B80-8A54-2FE7DE98EF2B}" dt="2026-07-29T03:33:20.513" v="4107" actId="1036"/>
          <ac:picMkLst>
            <pc:docMk/>
            <pc:sldMk cId="917485351" sldId="257"/>
            <ac:picMk id="373" creationId="{55871CA9-BE06-5F33-3450-E00BC8C9B08D}"/>
          </ac:picMkLst>
        </pc:picChg>
        <pc:cxnChg chg="add mod">
          <ac:chgData name="Tong Liu" userId="5083135e9e94dac5" providerId="LiveId" clId="{8691FECC-A1B2-5B80-8A54-2FE7DE98EF2B}" dt="2026-07-28T22:46:50.160" v="650" actId="1076"/>
          <ac:cxnSpMkLst>
            <pc:docMk/>
            <pc:sldMk cId="917485351" sldId="257"/>
            <ac:cxnSpMk id="6" creationId="{3BEB867E-0712-0344-7EE4-C8B4C674F394}"/>
          </ac:cxnSpMkLst>
        </pc:cxnChg>
        <pc:cxnChg chg="add mod">
          <ac:chgData name="Tong Liu" userId="5083135e9e94dac5" providerId="LiveId" clId="{8691FECC-A1B2-5B80-8A54-2FE7DE98EF2B}" dt="2026-07-29T01:14:00.233" v="1570" actId="1582"/>
          <ac:cxnSpMkLst>
            <pc:docMk/>
            <pc:sldMk cId="917485351" sldId="257"/>
            <ac:cxnSpMk id="89" creationId="{9D9F10D7-BAF2-CEA0-D045-4D65A4C77AFA}"/>
          </ac:cxnSpMkLst>
        </pc:cxnChg>
        <pc:cxnChg chg="add mod">
          <ac:chgData name="Tong Liu" userId="5083135e9e94dac5" providerId="LiveId" clId="{8691FECC-A1B2-5B80-8A54-2FE7DE98EF2B}" dt="2026-07-29T01:14:07.348" v="1572" actId="1076"/>
          <ac:cxnSpMkLst>
            <pc:docMk/>
            <pc:sldMk cId="917485351" sldId="257"/>
            <ac:cxnSpMk id="90" creationId="{0DE5F71E-A165-1525-460E-07C899269578}"/>
          </ac:cxnSpMkLst>
        </pc:cxnChg>
        <pc:cxnChg chg="add mod">
          <ac:chgData name="Tong Liu" userId="5083135e9e94dac5" providerId="LiveId" clId="{8691FECC-A1B2-5B80-8A54-2FE7DE98EF2B}" dt="2026-07-29T03:19:44.705" v="4024" actId="1582"/>
          <ac:cxnSpMkLst>
            <pc:docMk/>
            <pc:sldMk cId="917485351" sldId="257"/>
            <ac:cxnSpMk id="238" creationId="{AFBAF905-A842-7593-7FC5-F9FC007C9B17}"/>
          </ac:cxnSpMkLst>
        </pc:cxnChg>
        <pc:cxnChg chg="add mod">
          <ac:chgData name="Tong Liu" userId="5083135e9e94dac5" providerId="LiveId" clId="{8691FECC-A1B2-5B80-8A54-2FE7DE98EF2B}" dt="2026-07-29T03:19:59.240" v="4026" actId="1038"/>
          <ac:cxnSpMkLst>
            <pc:docMk/>
            <pc:sldMk cId="917485351" sldId="257"/>
            <ac:cxnSpMk id="249" creationId="{DEDDCE25-E5BF-2BAE-4DE8-798E362F6CD9}"/>
          </ac:cxnSpMkLst>
        </pc:cxnChg>
        <pc:cxnChg chg="add del mod">
          <ac:chgData name="Tong Liu" userId="5083135e9e94dac5" providerId="LiveId" clId="{8691FECC-A1B2-5B80-8A54-2FE7DE98EF2B}" dt="2026-07-29T02:23:10.471" v="3386" actId="478"/>
          <ac:cxnSpMkLst>
            <pc:docMk/>
            <pc:sldMk cId="917485351" sldId="257"/>
            <ac:cxnSpMk id="254" creationId="{61CCD416-60E7-D215-C1FC-49927510EA39}"/>
          </ac:cxnSpMkLst>
        </pc:cxnChg>
        <pc:cxnChg chg="add del mod">
          <ac:chgData name="Tong Liu" userId="5083135e9e94dac5" providerId="LiveId" clId="{8691FECC-A1B2-5B80-8A54-2FE7DE98EF2B}" dt="2026-07-29T02:19:29.084" v="3321" actId="478"/>
          <ac:cxnSpMkLst>
            <pc:docMk/>
            <pc:sldMk cId="917485351" sldId="257"/>
            <ac:cxnSpMk id="276" creationId="{FC1B630D-90FD-BBD8-24C6-A857A9904FCE}"/>
          </ac:cxnSpMkLst>
        </pc:cxnChg>
        <pc:cxnChg chg="add mod">
          <ac:chgData name="Tong Liu" userId="5083135e9e94dac5" providerId="LiveId" clId="{8691FECC-A1B2-5B80-8A54-2FE7DE98EF2B}" dt="2026-07-29T04:45:12.702" v="4120" actId="1036"/>
          <ac:cxnSpMkLst>
            <pc:docMk/>
            <pc:sldMk cId="917485351" sldId="257"/>
            <ac:cxnSpMk id="280" creationId="{A176BBA7-1FA0-E54C-4080-357F17442973}"/>
          </ac:cxnSpMkLst>
        </pc:cxnChg>
        <pc:cxnChg chg="add mod">
          <ac:chgData name="Tong Liu" userId="5083135e9e94dac5" providerId="LiveId" clId="{8691FECC-A1B2-5B80-8A54-2FE7DE98EF2B}" dt="2026-07-29T04:45:29.464" v="4131" actId="14100"/>
          <ac:cxnSpMkLst>
            <pc:docMk/>
            <pc:sldMk cId="917485351" sldId="257"/>
            <ac:cxnSpMk id="295" creationId="{17E6DF2E-1CF3-60F4-4D24-F75323731554}"/>
          </ac:cxnSpMkLst>
        </pc:cxnChg>
        <pc:cxnChg chg="add del">
          <ac:chgData name="Tong Liu" userId="5083135e9e94dac5" providerId="LiveId" clId="{8691FECC-A1B2-5B80-8A54-2FE7DE98EF2B}" dt="2026-07-29T02:25:37.374" v="3455" actId="478"/>
          <ac:cxnSpMkLst>
            <pc:docMk/>
            <pc:sldMk cId="917485351" sldId="257"/>
            <ac:cxnSpMk id="301" creationId="{39AC1938-2182-5E11-A429-EC203B3FE079}"/>
          </ac:cxnSpMkLst>
        </pc:cxnChg>
        <pc:cxnChg chg="add mod">
          <ac:chgData name="Tong Liu" userId="5083135e9e94dac5" providerId="LiveId" clId="{8691FECC-A1B2-5B80-8A54-2FE7DE98EF2B}" dt="2026-07-29T02:56:07.200" v="3878" actId="693"/>
          <ac:cxnSpMkLst>
            <pc:docMk/>
            <pc:sldMk cId="917485351" sldId="257"/>
            <ac:cxnSpMk id="303" creationId="{3FBC2442-E968-D2E1-C64A-50F7CC6279E7}"/>
          </ac:cxnSpMkLst>
        </pc:cxnChg>
        <pc:cxnChg chg="add mod">
          <ac:chgData name="Tong Liu" userId="5083135e9e94dac5" providerId="LiveId" clId="{8691FECC-A1B2-5B80-8A54-2FE7DE98EF2B}" dt="2026-07-29T02:26:53.316" v="3465" actId="14100"/>
          <ac:cxnSpMkLst>
            <pc:docMk/>
            <pc:sldMk cId="917485351" sldId="257"/>
            <ac:cxnSpMk id="305" creationId="{EDA921A0-B458-BB0F-AC21-167014A36114}"/>
          </ac:cxnSpMkLst>
        </pc:cxnChg>
        <pc:cxnChg chg="add mod">
          <ac:chgData name="Tong Liu" userId="5083135e9e94dac5" providerId="LiveId" clId="{8691FECC-A1B2-5B80-8A54-2FE7DE98EF2B}" dt="2026-07-29T02:40:34.541" v="3683" actId="14100"/>
          <ac:cxnSpMkLst>
            <pc:docMk/>
            <pc:sldMk cId="917485351" sldId="257"/>
            <ac:cxnSpMk id="318" creationId="{ADB59B0F-85A6-0AB7-385E-40AE80124D2D}"/>
          </ac:cxnSpMkLst>
        </pc:cxnChg>
        <pc:cxnChg chg="add mod">
          <ac:chgData name="Tong Liu" userId="5083135e9e94dac5" providerId="LiveId" clId="{8691FECC-A1B2-5B80-8A54-2FE7DE98EF2B}" dt="2026-07-29T02:40:27.504" v="3682" actId="14100"/>
          <ac:cxnSpMkLst>
            <pc:docMk/>
            <pc:sldMk cId="917485351" sldId="257"/>
            <ac:cxnSpMk id="321" creationId="{521F80AC-B059-8742-2FB2-CE80A8699A27}"/>
          </ac:cxnSpMkLst>
        </pc:cxnChg>
        <pc:cxnChg chg="add mod">
          <ac:chgData name="Tong Liu" userId="5083135e9e94dac5" providerId="LiveId" clId="{8691FECC-A1B2-5B80-8A54-2FE7DE98EF2B}" dt="2026-07-29T02:43:37.084" v="3753" actId="14100"/>
          <ac:cxnSpMkLst>
            <pc:docMk/>
            <pc:sldMk cId="917485351" sldId="257"/>
            <ac:cxnSpMk id="340" creationId="{418C0E42-4419-B67B-9546-A62AADF3423D}"/>
          </ac:cxnSpMkLst>
        </pc:cxnChg>
        <pc:cxnChg chg="add mod">
          <ac:chgData name="Tong Liu" userId="5083135e9e94dac5" providerId="LiveId" clId="{8691FECC-A1B2-5B80-8A54-2FE7DE98EF2B}" dt="2026-07-29T02:43:59.601" v="3776" actId="1037"/>
          <ac:cxnSpMkLst>
            <pc:docMk/>
            <pc:sldMk cId="917485351" sldId="257"/>
            <ac:cxnSpMk id="343" creationId="{7CB86F8C-9DF5-8987-F2BA-5AA49F9FE33E}"/>
          </ac:cxnSpMkLst>
        </pc:cxnChg>
        <pc:cxnChg chg="add mod">
          <ac:chgData name="Tong Liu" userId="5083135e9e94dac5" providerId="LiveId" clId="{8691FECC-A1B2-5B80-8A54-2FE7DE98EF2B}" dt="2026-07-29T02:45:49.467" v="3793" actId="1076"/>
          <ac:cxnSpMkLst>
            <pc:docMk/>
            <pc:sldMk cId="917485351" sldId="257"/>
            <ac:cxnSpMk id="354" creationId="{67C44088-A629-5CBB-C895-4D342B60AA42}"/>
          </ac:cxnSpMkLst>
        </pc:cxnChg>
        <pc:cxnChg chg="add mod">
          <ac:chgData name="Tong Liu" userId="5083135e9e94dac5" providerId="LiveId" clId="{8691FECC-A1B2-5B80-8A54-2FE7DE98EF2B}" dt="2026-07-29T03:19:32.197" v="4022" actId="1582"/>
          <ac:cxnSpMkLst>
            <pc:docMk/>
            <pc:sldMk cId="917485351" sldId="257"/>
            <ac:cxnSpMk id="357" creationId="{E6B0A7F0-9B5B-B1DE-5738-80843C032448}"/>
          </ac:cxnSpMkLst>
        </pc:cxnChg>
        <pc:cxnChg chg="add mod">
          <ac:chgData name="Tong Liu" userId="5083135e9e94dac5" providerId="LiveId" clId="{8691FECC-A1B2-5B80-8A54-2FE7DE98EF2B}" dt="2026-07-29T03:29:10.923" v="4099" actId="1037"/>
          <ac:cxnSpMkLst>
            <pc:docMk/>
            <pc:sldMk cId="917485351" sldId="257"/>
            <ac:cxnSpMk id="369" creationId="{DD51DC1F-569C-3DB7-E317-FECA98C6B38D}"/>
          </ac:cxnSpMkLst>
        </pc:cxnChg>
      </pc:sldChg>
      <pc:sldChg chg="new del">
        <pc:chgData name="Tong Liu" userId="5083135e9e94dac5" providerId="LiveId" clId="{8691FECC-A1B2-5B80-8A54-2FE7DE98EF2B}" dt="2026-07-28T20:26:56.445" v="1" actId="2696"/>
        <pc:sldMkLst>
          <pc:docMk/>
          <pc:sldMk cId="2617368521" sldId="257"/>
        </pc:sldMkLst>
      </pc:sldChg>
    </pc:docChg>
  </pc:docChgLst>
</pc:chgInfo>
</file>

<file path=ppt/notesMasters/_rels/acpdV3_notesMaster1.xml.rels><?xml version='1.0' encoding='utf-8'?>
<Relationships xmlns="http://schemas.openxmlformats.org/package/2006/relationships">
		<Relationship Id="rId1" Type="http://schemas.openxmlformats.org/officeDocument/2006/relationships/theme" Target="../theme/acpdV3_theme1.xml" />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acpdV3_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acpdV3_notesSlide1.xml.rels><?xml version='1.0' encoding='utf-8'?>
<Relationships xmlns="http://schemas.openxmlformats.org/package/2006/relationships">
			<Relationship Id="rId1" Type="http://schemas.openxmlformats.org/officeDocument/2006/relationships/notesMaster" Target="../notesMasters/acpdV3_notesMaster1.xml" />
			<Relationship Id="rId2" Type="http://schemas.openxmlformats.org/officeDocument/2006/relationships/slide" Target="../slides/slide3.xml" />
		</Relationships>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acpdV3_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 2: current ACPD method, replacing the previous learned cross-attention selector diagram.
The teacher is frozen and uses agent and wrist views. The student uses a single weak view.
Teacher cues are extracted from native action-token attention at layer 10, retaining original attention weights, output projection and time-conditioned scaling.
View-specific affine predictors use normalized student layer-10 action states. PCD is normalized per-view regression.
GCF adds tanh(gamma) times the sum of detached predicted cues to final student action states before the existing action output projection.
ACL uses Pearson correlation of teacher and student flow velocities at identical noisy actions and flow times. The ground-truth flow objective remains active.
The teacher is removed at deployment. Cue predictors and the learned gate remain in the student.
Attention cells are a schematic illustration, not measured attention values. Camera inputs are genuine synchronized LIBERO-Spatial images.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[Sources]</a:t>
            </a:r>
          </a:p>
          <a:p>
            <a:r>
              <a:t>Method content: user-provided AAAI 2027 manuscript, Action-Conditioned Privileged Distillation section.</a:t>
            </a:r>
          </a:p>
          <a:p>
            <a:r>
              <a:t>Visual reference: user-provided ACPD framework sketch.</a:t>
            </a:r>
          </a:p>
          <a:p>
            <a:r>
              <a:t>Observation frames: synchronized LIBERO episode 001500, timestep 0005 (agent, wrist, and back views), supplied in the Figure2 directory.</a:t>
            </a:r>
          </a:p>
          <a:p>
            <a:r>
              <a:t>Diagram icons and action-correlation trajectory: user-provided PNG assets in the Figure2/materials directory (folder name in Chinese).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kumimoji="1" lang="zh-CN" altLang="en-US"/>
          </a:p>
        </p:txBody>
      </p:sp>
      <p:sp>
        <p:nvSpPr>
          <p:cNvPr id="4" name="灯片编号占位符 3"/>
          <p:cNvSpPr>
            <a:spLocks noGrp="1"/>
          </p:cNvSpPr>
          <p:nvPr>
            <p:ph type="sldNum" sz="quarter" idx="5"/>
          </p:nvPr>
        </p:nvSpPr>
        <p:spPr/>
        <p:txBody>
          <a:bodyPr/>
          <a:lstStyle/>
          <a:p>
            <a:endParaRPr lang="zh-CN" altLang="en-US"/>
          </a:p>
        </p:txBody>
      </p:sp>
    </p:spTree>
    <p:extLst>
      <p:ext uri="{BB962C8B-B14F-4D97-AF65-F5344CB8AC3E}">
        <p14:creationId xmlns:p14="http://schemas.microsoft.com/office/powerpoint/2010/main" val="2743458614"/>
      </p:ext>
    </p:extLst>
  </p:cSld>
  <p:clrMapOvr>
    <a:masterClrMapping/>
  </p:clrMapOvr>
</p:notes>
</file>

<file path=ppt/slideLayouts/_rels/acpdV3_slideLayout1.xml.rels><?xml version='1.0' encoding='utf-8'?>
<Relationships xmlns="http://schemas.openxmlformats.org/package/2006/relationships"><Relationship Id="rId1" Type="http://schemas.openxmlformats.org/officeDocument/2006/relationships/slideMaster" Target="../slideMasters/acpdV3_slideMaster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acpdV3_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Masters/_rels/acpdV3_slideMaster1.xml.rels><?xml version='1.0' encoding='utf-8'?>
<Relationships xmlns="http://schemas.openxmlformats.org/package/2006/relationships"><Relationship Id="rId1" Type="http://schemas.openxmlformats.org/officeDocument/2006/relationships/slideLayout" Target="../slideLayouts/acpdV3_slideLayout1.xml" /><Relationship Id="rId2" Type="http://schemas.openxmlformats.org/officeDocument/2006/relationships/theme" Target="../theme/acpdV3_theme1.xml" /></Relationships>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acpdV3_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11.png"/><Relationship Id="rId18" Type="http://schemas.openxmlformats.org/officeDocument/2006/relationships/image" Target="../media/image16.png"/><Relationship Id="rId26" Type="http://schemas.openxmlformats.org/officeDocument/2006/relationships/image" Target="../media/image24.png"/><Relationship Id="rId3" Type="http://schemas.openxmlformats.org/officeDocument/2006/relationships/image" Target="../media/image1.png"/><Relationship Id="rId21" Type="http://schemas.openxmlformats.org/officeDocument/2006/relationships/image" Target="../media/image19.png"/><Relationship Id="rId7" Type="http://schemas.openxmlformats.org/officeDocument/2006/relationships/image" Target="../media/image5.png"/><Relationship Id="rId12" Type="http://schemas.openxmlformats.org/officeDocument/2006/relationships/image" Target="../media/image10.png"/><Relationship Id="rId17" Type="http://schemas.openxmlformats.org/officeDocument/2006/relationships/image" Target="../media/image15.png"/><Relationship Id="rId25" Type="http://schemas.openxmlformats.org/officeDocument/2006/relationships/image" Target="../media/image23.png"/><Relationship Id="rId2" Type="http://schemas.openxmlformats.org/officeDocument/2006/relationships/notesSlide" Target="../notesSlides/notesSlide1.xml"/><Relationship Id="rId16" Type="http://schemas.openxmlformats.org/officeDocument/2006/relationships/image" Target="../media/image14.png"/><Relationship Id="rId20" Type="http://schemas.openxmlformats.org/officeDocument/2006/relationships/image" Target="../media/image18.png"/><Relationship Id="rId1" Type="http://schemas.openxmlformats.org/officeDocument/2006/relationships/slideLayout" Target="../slideLayouts/slideLayout1.xml"/><Relationship Id="rId6" Type="http://schemas.openxmlformats.org/officeDocument/2006/relationships/image" Target="../media/image4.png"/><Relationship Id="rId11" Type="http://schemas.openxmlformats.org/officeDocument/2006/relationships/image" Target="../media/image9.png"/><Relationship Id="rId24" Type="http://schemas.openxmlformats.org/officeDocument/2006/relationships/image" Target="../media/image22.png"/><Relationship Id="rId5" Type="http://schemas.openxmlformats.org/officeDocument/2006/relationships/image" Target="../media/image3.png"/><Relationship Id="rId15" Type="http://schemas.openxmlformats.org/officeDocument/2006/relationships/image" Target="../media/image13.png"/><Relationship Id="rId23" Type="http://schemas.openxmlformats.org/officeDocument/2006/relationships/image" Target="../media/image21.png"/><Relationship Id="rId10" Type="http://schemas.openxmlformats.org/officeDocument/2006/relationships/image" Target="../media/image8.png"/><Relationship Id="rId19" Type="http://schemas.openxmlformats.org/officeDocument/2006/relationships/image" Target="../media/image17.png"/><Relationship Id="rId4" Type="http://schemas.openxmlformats.org/officeDocument/2006/relationships/image" Target="../media/image2.png"/><Relationship Id="rId9" Type="http://schemas.openxmlformats.org/officeDocument/2006/relationships/image" Target="../media/image7.png"/><Relationship Id="rId14" Type="http://schemas.openxmlformats.org/officeDocument/2006/relationships/image" Target="../media/image12.png"/><Relationship Id="rId22" Type="http://schemas.openxmlformats.org/officeDocument/2006/relationships/image" Target="../media/image20.png"/></Relationships>
</file>

<file path=ppt/slides/_rels/slide2.xml.rels><?xml version="1.0" encoding="UTF-8" standalone="yes"?>
<Relationships xmlns="http://schemas.openxmlformats.org/package/2006/relationships"><Relationship Id="rId8" Type="http://schemas.openxmlformats.org/officeDocument/2006/relationships/image" Target="../media/image4.png"/><Relationship Id="rId13" Type="http://schemas.openxmlformats.org/officeDocument/2006/relationships/image" Target="../media/image32.svg"/><Relationship Id="rId18" Type="http://schemas.openxmlformats.org/officeDocument/2006/relationships/image" Target="../media/image37.png"/><Relationship Id="rId3" Type="http://schemas.openxmlformats.org/officeDocument/2006/relationships/image" Target="../media/image25.png"/><Relationship Id="rId7" Type="http://schemas.openxmlformats.org/officeDocument/2006/relationships/image" Target="../media/image5.png"/><Relationship Id="rId12" Type="http://schemas.openxmlformats.org/officeDocument/2006/relationships/image" Target="../media/image31.png"/><Relationship Id="rId17" Type="http://schemas.openxmlformats.org/officeDocument/2006/relationships/image" Target="../media/image36.png"/><Relationship Id="rId2" Type="http://schemas.openxmlformats.org/officeDocument/2006/relationships/notesSlide" Target="../notesSlides/notesSlide2.xml"/><Relationship Id="rId16" Type="http://schemas.openxmlformats.org/officeDocument/2006/relationships/image" Target="../media/image35.png"/><Relationship Id="rId1" Type="http://schemas.openxmlformats.org/officeDocument/2006/relationships/slideLayout" Target="../slideLayouts/slideLayout1.xml"/><Relationship Id="rId6" Type="http://schemas.openxmlformats.org/officeDocument/2006/relationships/image" Target="../media/image28.png"/><Relationship Id="rId11" Type="http://schemas.openxmlformats.org/officeDocument/2006/relationships/image" Target="../media/image30.png"/><Relationship Id="rId5" Type="http://schemas.openxmlformats.org/officeDocument/2006/relationships/image" Target="../media/image27.png"/><Relationship Id="rId15" Type="http://schemas.openxmlformats.org/officeDocument/2006/relationships/image" Target="../media/image34.png"/><Relationship Id="rId10" Type="http://schemas.openxmlformats.org/officeDocument/2006/relationships/image" Target="../media/image29.png"/><Relationship Id="rId4" Type="http://schemas.openxmlformats.org/officeDocument/2006/relationships/image" Target="../media/image26.png"/><Relationship Id="rId9" Type="http://schemas.openxmlformats.org/officeDocument/2006/relationships/image" Target="../media/image7.png"/><Relationship Id="rId14" Type="http://schemas.openxmlformats.org/officeDocument/2006/relationships/image" Target="../media/image33.png"/></Relationships>
</file>

<file path=ppt/slides/_rels/slide3.xml.rels><?xml version='1.0' encoding='utf-8'?>
<Relationships xmlns="http://schemas.openxmlformats.org/package/2006/relationships"><Relationship Id="rId1" Type="http://schemas.openxmlformats.org/officeDocument/2006/relationships/image" Target="../media/acpdV3_image-1-1.png" /><Relationship Id="rId2" Type="http://schemas.openxmlformats.org/officeDocument/2006/relationships/image" Target="../media/acpdV3_image-1-2.png" /><Relationship Id="rId3" Type="http://schemas.openxmlformats.org/officeDocument/2006/relationships/image" Target="../media/acpdV3_image-1-3.png" /><Relationship Id="rId4" Type="http://schemas.openxmlformats.org/officeDocument/2006/relationships/slideLayout" Target="../slideLayouts/acpdV3_slideLayout1.xml" /><Relationship Id="rId5" Type="http://schemas.openxmlformats.org/officeDocument/2006/relationships/notesSlide" Target="../notesSlides/acpdV3_notesSlide1.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52" name="training-panel">
            <a:extLst>
              <a:ext uri="{FF2B5EF4-FFF2-40B4-BE49-F238E27FC236}">
                <a16:creationId xmlns:a16="http://schemas.microsoft.com/office/drawing/2014/main" id="{1263F54F-DFEB-4852-8013-86B424D48B7D}"/>
              </a:ext>
            </a:extLst>
          </p:cNvPr>
          <p:cNvSpPr>
            <a:spLocks noGrp="1"/>
          </p:cNvSpPr>
          <p:nvPr/>
        </p:nvSpPr>
        <p:spPr>
          <a:xfrm>
            <a:off x="190500" y="95250"/>
            <a:ext cx="8763000" cy="6651388"/>
          </a:xfrm>
          <a:prstGeom prst="roundRect">
            <a:avLst>
              <a:gd name="adj" fmla="val 1432"/>
            </a:avLst>
          </a:prstGeom>
          <a:solidFill>
            <a:srgbClr val="F8FAFC"/>
          </a:solidFill>
          <a:ln w="13335">
            <a:solidFill>
              <a:srgbClr val="BFC8D0"/>
            </a:solidFill>
            <a:prstDash val="solid"/>
          </a:ln>
        </p:spPr>
        <p:txBody>
          <a:bodyPr/>
          <a:lstStyle/>
          <a:p>
            <a:endParaRPr lang="zh-CN" altLang="en-US"/>
          </a:p>
        </p:txBody>
      </p:sp>
      <p:sp>
        <p:nvSpPr>
          <p:cNvPr id="2" name="acpd-panel">
            <a:extLst>
              <a:ext uri="{FF2B5EF4-FFF2-40B4-BE49-F238E27FC236}">
                <a16:creationId xmlns:a16="http://schemas.microsoft.com/office/drawing/2014/main" id="{B17896F5-84CF-42FE-ADA3-744CC11B9CA0}"/>
              </a:ext>
            </a:extLst>
          </p:cNvPr>
          <p:cNvSpPr>
            <a:spLocks noGrp="1"/>
          </p:cNvSpPr>
          <p:nvPr/>
        </p:nvSpPr>
        <p:spPr>
          <a:xfrm>
            <a:off x="9096375" y="95250"/>
            <a:ext cx="5953125" cy="6651388"/>
          </a:xfrm>
          <a:prstGeom prst="roundRect">
            <a:avLst>
              <a:gd name="adj" fmla="val 1600"/>
            </a:avLst>
          </a:prstGeom>
          <a:solidFill>
            <a:srgbClr val="F5F1FC"/>
          </a:solidFill>
          <a:ln w="15240">
            <a:solidFill>
              <a:srgbClr val="6F42C1"/>
            </a:solidFill>
            <a:prstDash val="solid"/>
          </a:ln>
        </p:spPr>
        <p:txBody>
          <a:bodyPr/>
          <a:lstStyle/>
          <a:p>
            <a:endParaRPr lang="zh-CN" altLang="en-US"/>
          </a:p>
        </p:txBody>
      </p:sp>
      <p:sp>
        <p:nvSpPr>
          <p:cNvPr id="3" name="deployment-panel">
            <a:extLst>
              <a:ext uri="{FF2B5EF4-FFF2-40B4-BE49-F238E27FC236}">
                <a16:creationId xmlns:a16="http://schemas.microsoft.com/office/drawing/2014/main" id="{CC21D538-0082-45D3-9F60-FD02BA84E346}"/>
              </a:ext>
            </a:extLst>
          </p:cNvPr>
          <p:cNvSpPr>
            <a:spLocks noGrp="1"/>
          </p:cNvSpPr>
          <p:nvPr/>
        </p:nvSpPr>
        <p:spPr>
          <a:xfrm>
            <a:off x="190500" y="6892593"/>
            <a:ext cx="14859000" cy="1584657"/>
          </a:xfrm>
          <a:prstGeom prst="roundRect">
            <a:avLst>
              <a:gd name="adj" fmla="val 6011"/>
            </a:avLst>
          </a:prstGeom>
          <a:solidFill>
            <a:srgbClr val="EEF9F5"/>
          </a:solidFill>
          <a:ln w="15240">
            <a:solidFill>
              <a:srgbClr val="009E73"/>
            </a:solidFill>
            <a:prstDash val="solid"/>
          </a:ln>
        </p:spPr>
        <p:txBody>
          <a:bodyPr/>
          <a:lstStyle/>
          <a:p>
            <a:endParaRPr lang="zh-CN" altLang="en-US"/>
          </a:p>
        </p:txBody>
      </p:sp>
      <p:sp>
        <p:nvSpPr>
          <p:cNvPr id="4" name="teacher-lane">
            <a:extLst>
              <a:ext uri="{FF2B5EF4-FFF2-40B4-BE49-F238E27FC236}">
                <a16:creationId xmlns:a16="http://schemas.microsoft.com/office/drawing/2014/main" id="{E1EB0F12-56C4-4A06-A613-D9CA43C3F9DF}"/>
              </a:ext>
            </a:extLst>
          </p:cNvPr>
          <p:cNvSpPr>
            <a:spLocks noGrp="1"/>
          </p:cNvSpPr>
          <p:nvPr/>
        </p:nvSpPr>
        <p:spPr>
          <a:xfrm>
            <a:off x="333375" y="606093"/>
            <a:ext cx="8477250" cy="2554216"/>
          </a:xfrm>
          <a:prstGeom prst="roundRect">
            <a:avLst>
              <a:gd name="adj" fmla="val 2983"/>
            </a:avLst>
          </a:prstGeom>
          <a:solidFill>
            <a:srgbClr val="EEF6FB"/>
          </a:solidFill>
          <a:ln w="11430">
            <a:solidFill>
              <a:srgbClr val="90C4E1"/>
            </a:solidFill>
            <a:prstDash val="solid"/>
          </a:ln>
        </p:spPr>
        <p:txBody>
          <a:bodyPr/>
          <a:lstStyle/>
          <a:p>
            <a:endParaRPr lang="zh-CN" altLang="en-US"/>
          </a:p>
        </p:txBody>
      </p:sp>
      <p:sp>
        <p:nvSpPr>
          <p:cNvPr id="5" name="student-lane">
            <a:extLst>
              <a:ext uri="{FF2B5EF4-FFF2-40B4-BE49-F238E27FC236}">
                <a16:creationId xmlns:a16="http://schemas.microsoft.com/office/drawing/2014/main" id="{BBC6E034-8750-4557-BBA9-BC654812D08D}"/>
              </a:ext>
            </a:extLst>
          </p:cNvPr>
          <p:cNvSpPr>
            <a:spLocks noGrp="1"/>
          </p:cNvSpPr>
          <p:nvPr/>
        </p:nvSpPr>
        <p:spPr>
          <a:xfrm>
            <a:off x="333375" y="3441795"/>
            <a:ext cx="8477250" cy="3106761"/>
          </a:xfrm>
          <a:prstGeom prst="roundRect">
            <a:avLst>
              <a:gd name="adj" fmla="val 2453"/>
            </a:avLst>
          </a:prstGeom>
          <a:solidFill>
            <a:srgbClr val="FFF3EA"/>
          </a:solidFill>
          <a:ln w="11430">
            <a:solidFill>
              <a:srgbClr val="EDB18E"/>
            </a:solidFill>
            <a:prstDash val="solid"/>
          </a:ln>
        </p:spPr>
        <p:txBody>
          <a:bodyPr/>
          <a:lstStyle/>
          <a:p>
            <a:endParaRPr lang="zh-CN" altLang="en-US"/>
          </a:p>
        </p:txBody>
      </p:sp>
      <p:sp>
        <p:nvSpPr>
          <p:cNvPr id="6" name="cue-section">
            <a:extLst>
              <a:ext uri="{FF2B5EF4-FFF2-40B4-BE49-F238E27FC236}">
                <a16:creationId xmlns:a16="http://schemas.microsoft.com/office/drawing/2014/main" id="{EFF0B495-2E31-4E51-AEBD-A1471EBABA8A}"/>
              </a:ext>
            </a:extLst>
          </p:cNvPr>
          <p:cNvSpPr>
            <a:spLocks noGrp="1"/>
          </p:cNvSpPr>
          <p:nvPr/>
        </p:nvSpPr>
        <p:spPr>
          <a:xfrm>
            <a:off x="9239250" y="658220"/>
            <a:ext cx="5667375" cy="3628030"/>
          </a:xfrm>
          <a:prstGeom prst="roundRect">
            <a:avLst>
              <a:gd name="adj" fmla="val 2100"/>
            </a:avLst>
          </a:prstGeom>
          <a:solidFill>
            <a:srgbClr val="FFFFFF"/>
          </a:solidFill>
          <a:ln w="11430">
            <a:solidFill>
              <a:srgbClr val="BDA9E6"/>
            </a:solidFill>
            <a:prstDash val="solid"/>
          </a:ln>
        </p:spPr>
        <p:txBody>
          <a:bodyPr/>
          <a:lstStyle/>
          <a:p>
            <a:endParaRPr lang="zh-CN" altLang="en-US"/>
          </a:p>
        </p:txBody>
      </p:sp>
      <p:sp>
        <p:nvSpPr>
          <p:cNvPr id="7" name="acl-section">
            <a:extLst>
              <a:ext uri="{FF2B5EF4-FFF2-40B4-BE49-F238E27FC236}">
                <a16:creationId xmlns:a16="http://schemas.microsoft.com/office/drawing/2014/main" id="{C1F01F73-2BB0-4631-9607-AB44E65F8A9E}"/>
              </a:ext>
            </a:extLst>
          </p:cNvPr>
          <p:cNvSpPr>
            <a:spLocks noGrp="1"/>
          </p:cNvSpPr>
          <p:nvPr/>
        </p:nvSpPr>
        <p:spPr>
          <a:xfrm>
            <a:off x="9239250" y="4442631"/>
            <a:ext cx="5667375" cy="1772313"/>
          </a:xfrm>
          <a:prstGeom prst="roundRect">
            <a:avLst>
              <a:gd name="adj" fmla="val 4299"/>
            </a:avLst>
          </a:prstGeom>
          <a:solidFill>
            <a:srgbClr val="FFFFFF"/>
          </a:solidFill>
          <a:ln w="11430">
            <a:solidFill>
              <a:srgbClr val="BDA9E6"/>
            </a:solidFill>
            <a:prstDash val="solid"/>
          </a:ln>
        </p:spPr>
        <p:txBody>
          <a:bodyPr/>
          <a:lstStyle/>
          <a:p>
            <a:endParaRPr lang="zh-CN" altLang="en-US"/>
          </a:p>
        </p:txBody>
      </p:sp>
      <p:sp>
        <p:nvSpPr>
          <p:cNvPr id="8" name="input-to-visual-240-line">
            <a:extLst>
              <a:ext uri="{FF2B5EF4-FFF2-40B4-BE49-F238E27FC236}">
                <a16:creationId xmlns:a16="http://schemas.microsoft.com/office/drawing/2014/main" id="{F748FFD0-4073-4004-9C6B-9DED9738676B}"/>
              </a:ext>
            </a:extLst>
          </p:cNvPr>
          <p:cNvSpPr>
            <a:spLocks noGrp="1"/>
          </p:cNvSpPr>
          <p:nvPr/>
        </p:nvSpPr>
        <p:spPr>
          <a:xfrm>
            <a:off x="2000250" y="1805011"/>
            <a:ext cx="304800" cy="0"/>
          </a:xfrm>
          <a:prstGeom prst="line">
            <a:avLst/>
          </a:prstGeom>
          <a:noFill/>
          <a:ln w="20003">
            <a:solidFill>
              <a:srgbClr val="53606C"/>
            </a:solidFill>
            <a:prstDash val="solid"/>
          </a:ln>
        </p:spPr>
        <p:txBody>
          <a:bodyPr/>
          <a:lstStyle/>
          <a:p>
            <a:endParaRPr lang="zh-CN" altLang="en-US"/>
          </a:p>
        </p:txBody>
      </p:sp>
      <p:sp>
        <p:nvSpPr>
          <p:cNvPr id="9" name="input-to-visual-240-head">
            <a:extLst>
              <a:ext uri="{FF2B5EF4-FFF2-40B4-BE49-F238E27FC236}">
                <a16:creationId xmlns:a16="http://schemas.microsoft.com/office/drawing/2014/main" id="{B02A6A3D-4E63-4835-95E1-1489F9F59AC2}"/>
              </a:ext>
            </a:extLst>
          </p:cNvPr>
          <p:cNvSpPr>
            <a:spLocks noGrp="1"/>
          </p:cNvSpPr>
          <p:nvPr/>
        </p:nvSpPr>
        <p:spPr>
          <a:xfrm rot="5400000">
            <a:off x="2286000" y="1752884"/>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10" name="visual-to-fusion-240-line">
            <a:extLst>
              <a:ext uri="{FF2B5EF4-FFF2-40B4-BE49-F238E27FC236}">
                <a16:creationId xmlns:a16="http://schemas.microsoft.com/office/drawing/2014/main" id="{4CC24056-038D-406B-8329-DDFD42AF583D}"/>
              </a:ext>
            </a:extLst>
          </p:cNvPr>
          <p:cNvSpPr>
            <a:spLocks noGrp="1"/>
          </p:cNvSpPr>
          <p:nvPr/>
        </p:nvSpPr>
        <p:spPr>
          <a:xfrm>
            <a:off x="3762375" y="1805011"/>
            <a:ext cx="161925" cy="0"/>
          </a:xfrm>
          <a:prstGeom prst="line">
            <a:avLst/>
          </a:prstGeom>
          <a:noFill/>
          <a:ln w="20003">
            <a:solidFill>
              <a:srgbClr val="53606C"/>
            </a:solidFill>
            <a:prstDash val="solid"/>
          </a:ln>
        </p:spPr>
        <p:txBody>
          <a:bodyPr/>
          <a:lstStyle/>
          <a:p>
            <a:endParaRPr lang="zh-CN" altLang="en-US"/>
          </a:p>
        </p:txBody>
      </p:sp>
      <p:sp>
        <p:nvSpPr>
          <p:cNvPr id="11" name="visual-to-fusion-240-head">
            <a:extLst>
              <a:ext uri="{FF2B5EF4-FFF2-40B4-BE49-F238E27FC236}">
                <a16:creationId xmlns:a16="http://schemas.microsoft.com/office/drawing/2014/main" id="{24BAC8A7-EEBB-48B4-97CF-9546FF1D795F}"/>
              </a:ext>
            </a:extLst>
          </p:cNvPr>
          <p:cNvSpPr>
            <a:spLocks noGrp="1"/>
          </p:cNvSpPr>
          <p:nvPr/>
        </p:nvSpPr>
        <p:spPr>
          <a:xfrm rot="5400000">
            <a:off x="3905250" y="1752884"/>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12" name="fusion-to-policy-240-line">
            <a:extLst>
              <a:ext uri="{FF2B5EF4-FFF2-40B4-BE49-F238E27FC236}">
                <a16:creationId xmlns:a16="http://schemas.microsoft.com/office/drawing/2014/main" id="{F1ADC1A7-72EF-4929-B1CB-41D95D411397}"/>
              </a:ext>
            </a:extLst>
          </p:cNvPr>
          <p:cNvSpPr>
            <a:spLocks noGrp="1"/>
          </p:cNvSpPr>
          <p:nvPr/>
        </p:nvSpPr>
        <p:spPr>
          <a:xfrm>
            <a:off x="4400550" y="1805011"/>
            <a:ext cx="142875" cy="0"/>
          </a:xfrm>
          <a:prstGeom prst="line">
            <a:avLst/>
          </a:prstGeom>
          <a:noFill/>
          <a:ln w="20003">
            <a:solidFill>
              <a:srgbClr val="53606C"/>
            </a:solidFill>
            <a:prstDash val="solid"/>
          </a:ln>
        </p:spPr>
        <p:txBody>
          <a:bodyPr/>
          <a:lstStyle/>
          <a:p>
            <a:endParaRPr lang="zh-CN" altLang="en-US"/>
          </a:p>
        </p:txBody>
      </p:sp>
      <p:sp>
        <p:nvSpPr>
          <p:cNvPr id="13" name="fusion-to-policy-240-head">
            <a:extLst>
              <a:ext uri="{FF2B5EF4-FFF2-40B4-BE49-F238E27FC236}">
                <a16:creationId xmlns:a16="http://schemas.microsoft.com/office/drawing/2014/main" id="{3802F7CC-21BE-44B9-A520-47302E72C1EB}"/>
              </a:ext>
            </a:extLst>
          </p:cNvPr>
          <p:cNvSpPr>
            <a:spLocks noGrp="1"/>
          </p:cNvSpPr>
          <p:nvPr/>
        </p:nvSpPr>
        <p:spPr>
          <a:xfrm rot="5400000">
            <a:off x="4524375" y="1752884"/>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14" name="policy-to-action-240-line">
            <a:extLst>
              <a:ext uri="{FF2B5EF4-FFF2-40B4-BE49-F238E27FC236}">
                <a16:creationId xmlns:a16="http://schemas.microsoft.com/office/drawing/2014/main" id="{3F18A626-F866-4FD4-B9BB-12D286BD019E}"/>
              </a:ext>
            </a:extLst>
          </p:cNvPr>
          <p:cNvSpPr>
            <a:spLocks noGrp="1"/>
          </p:cNvSpPr>
          <p:nvPr/>
        </p:nvSpPr>
        <p:spPr>
          <a:xfrm>
            <a:off x="5953125" y="1805011"/>
            <a:ext cx="352425" cy="0"/>
          </a:xfrm>
          <a:prstGeom prst="line">
            <a:avLst/>
          </a:prstGeom>
          <a:noFill/>
          <a:ln w="20003">
            <a:solidFill>
              <a:srgbClr val="53606C"/>
            </a:solidFill>
            <a:prstDash val="solid"/>
          </a:ln>
        </p:spPr>
        <p:txBody>
          <a:bodyPr/>
          <a:lstStyle/>
          <a:p>
            <a:endParaRPr lang="zh-CN" altLang="en-US"/>
          </a:p>
        </p:txBody>
      </p:sp>
      <p:sp>
        <p:nvSpPr>
          <p:cNvPr id="15" name="policy-to-action-240-head">
            <a:extLst>
              <a:ext uri="{FF2B5EF4-FFF2-40B4-BE49-F238E27FC236}">
                <a16:creationId xmlns:a16="http://schemas.microsoft.com/office/drawing/2014/main" id="{D922F506-9FD6-4C22-BFDB-5DB8CA9AAC8B}"/>
              </a:ext>
            </a:extLst>
          </p:cNvPr>
          <p:cNvSpPr>
            <a:spLocks noGrp="1"/>
          </p:cNvSpPr>
          <p:nvPr/>
        </p:nvSpPr>
        <p:spPr>
          <a:xfrm rot="5400000">
            <a:off x="6286500" y="1752884"/>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16" name="action-to-velocity-240-line">
            <a:extLst>
              <a:ext uri="{FF2B5EF4-FFF2-40B4-BE49-F238E27FC236}">
                <a16:creationId xmlns:a16="http://schemas.microsoft.com/office/drawing/2014/main" id="{515464C2-93C4-48A5-9DE1-8EC680B35B34}"/>
              </a:ext>
            </a:extLst>
          </p:cNvPr>
          <p:cNvSpPr>
            <a:spLocks noGrp="1"/>
          </p:cNvSpPr>
          <p:nvPr/>
        </p:nvSpPr>
        <p:spPr>
          <a:xfrm>
            <a:off x="7715250" y="1805011"/>
            <a:ext cx="161925" cy="0"/>
          </a:xfrm>
          <a:prstGeom prst="line">
            <a:avLst/>
          </a:prstGeom>
          <a:noFill/>
          <a:ln w="20003">
            <a:solidFill>
              <a:srgbClr val="53606C"/>
            </a:solidFill>
            <a:prstDash val="solid"/>
          </a:ln>
        </p:spPr>
        <p:txBody>
          <a:bodyPr/>
          <a:lstStyle/>
          <a:p>
            <a:endParaRPr lang="zh-CN" altLang="en-US"/>
          </a:p>
        </p:txBody>
      </p:sp>
      <p:sp>
        <p:nvSpPr>
          <p:cNvPr id="17" name="action-to-velocity-240-head">
            <a:extLst>
              <a:ext uri="{FF2B5EF4-FFF2-40B4-BE49-F238E27FC236}">
                <a16:creationId xmlns:a16="http://schemas.microsoft.com/office/drawing/2014/main" id="{1C477B90-CE7B-4F69-A481-D97B06C7F15F}"/>
              </a:ext>
            </a:extLst>
          </p:cNvPr>
          <p:cNvSpPr>
            <a:spLocks noGrp="1"/>
          </p:cNvSpPr>
          <p:nvPr/>
        </p:nvSpPr>
        <p:spPr>
          <a:xfrm rot="5400000">
            <a:off x="7858125" y="1752884"/>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18" name="input-to-visual-520-line">
            <a:extLst>
              <a:ext uri="{FF2B5EF4-FFF2-40B4-BE49-F238E27FC236}">
                <a16:creationId xmlns:a16="http://schemas.microsoft.com/office/drawing/2014/main" id="{5929652B-95DA-41B1-8E2C-0A1E55224559}"/>
              </a:ext>
            </a:extLst>
          </p:cNvPr>
          <p:cNvSpPr>
            <a:spLocks noGrp="1"/>
          </p:cNvSpPr>
          <p:nvPr/>
        </p:nvSpPr>
        <p:spPr>
          <a:xfrm>
            <a:off x="2000250" y="4724116"/>
            <a:ext cx="304800" cy="0"/>
          </a:xfrm>
          <a:prstGeom prst="line">
            <a:avLst/>
          </a:prstGeom>
          <a:noFill/>
          <a:ln w="20003">
            <a:solidFill>
              <a:srgbClr val="53606C"/>
            </a:solidFill>
            <a:prstDash val="solid"/>
          </a:ln>
        </p:spPr>
        <p:txBody>
          <a:bodyPr/>
          <a:lstStyle/>
          <a:p>
            <a:endParaRPr lang="zh-CN" altLang="en-US"/>
          </a:p>
        </p:txBody>
      </p:sp>
      <p:sp>
        <p:nvSpPr>
          <p:cNvPr id="19" name="input-to-visual-520-head">
            <a:extLst>
              <a:ext uri="{FF2B5EF4-FFF2-40B4-BE49-F238E27FC236}">
                <a16:creationId xmlns:a16="http://schemas.microsoft.com/office/drawing/2014/main" id="{8898E74B-54B8-4A43-99E6-B9F50257AC13}"/>
              </a:ext>
            </a:extLst>
          </p:cNvPr>
          <p:cNvSpPr>
            <a:spLocks noGrp="1"/>
          </p:cNvSpPr>
          <p:nvPr/>
        </p:nvSpPr>
        <p:spPr>
          <a:xfrm rot="5400000">
            <a:off x="2286000" y="4671989"/>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20" name="visual-to-fusion-520-line">
            <a:extLst>
              <a:ext uri="{FF2B5EF4-FFF2-40B4-BE49-F238E27FC236}">
                <a16:creationId xmlns:a16="http://schemas.microsoft.com/office/drawing/2014/main" id="{2865649B-1B6E-4346-AA36-3CDE39BCA696}"/>
              </a:ext>
            </a:extLst>
          </p:cNvPr>
          <p:cNvSpPr>
            <a:spLocks noGrp="1"/>
          </p:cNvSpPr>
          <p:nvPr/>
        </p:nvSpPr>
        <p:spPr>
          <a:xfrm>
            <a:off x="3762375" y="4724116"/>
            <a:ext cx="161925" cy="0"/>
          </a:xfrm>
          <a:prstGeom prst="line">
            <a:avLst/>
          </a:prstGeom>
          <a:noFill/>
          <a:ln w="20003">
            <a:solidFill>
              <a:srgbClr val="53606C"/>
            </a:solidFill>
            <a:prstDash val="solid"/>
          </a:ln>
        </p:spPr>
        <p:txBody>
          <a:bodyPr/>
          <a:lstStyle/>
          <a:p>
            <a:endParaRPr lang="zh-CN" altLang="en-US"/>
          </a:p>
        </p:txBody>
      </p:sp>
      <p:sp>
        <p:nvSpPr>
          <p:cNvPr id="21" name="visual-to-fusion-520-head">
            <a:extLst>
              <a:ext uri="{FF2B5EF4-FFF2-40B4-BE49-F238E27FC236}">
                <a16:creationId xmlns:a16="http://schemas.microsoft.com/office/drawing/2014/main" id="{7C9CD57F-693B-40B5-BC2C-78FC3F80088A}"/>
              </a:ext>
            </a:extLst>
          </p:cNvPr>
          <p:cNvSpPr>
            <a:spLocks noGrp="1"/>
          </p:cNvSpPr>
          <p:nvPr/>
        </p:nvSpPr>
        <p:spPr>
          <a:xfrm rot="5400000">
            <a:off x="3905250" y="4671989"/>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22" name="fusion-to-policy-520-line">
            <a:extLst>
              <a:ext uri="{FF2B5EF4-FFF2-40B4-BE49-F238E27FC236}">
                <a16:creationId xmlns:a16="http://schemas.microsoft.com/office/drawing/2014/main" id="{B4AF3B81-7354-45CE-AE2F-030B55EE64FB}"/>
              </a:ext>
            </a:extLst>
          </p:cNvPr>
          <p:cNvSpPr>
            <a:spLocks noGrp="1"/>
          </p:cNvSpPr>
          <p:nvPr/>
        </p:nvSpPr>
        <p:spPr>
          <a:xfrm>
            <a:off x="4400550" y="4724116"/>
            <a:ext cx="142875" cy="0"/>
          </a:xfrm>
          <a:prstGeom prst="line">
            <a:avLst/>
          </a:prstGeom>
          <a:noFill/>
          <a:ln w="20003">
            <a:solidFill>
              <a:srgbClr val="53606C"/>
            </a:solidFill>
            <a:prstDash val="solid"/>
          </a:ln>
        </p:spPr>
        <p:txBody>
          <a:bodyPr/>
          <a:lstStyle/>
          <a:p>
            <a:endParaRPr lang="zh-CN" altLang="en-US"/>
          </a:p>
        </p:txBody>
      </p:sp>
      <p:sp>
        <p:nvSpPr>
          <p:cNvPr id="23" name="fusion-to-policy-520-head">
            <a:extLst>
              <a:ext uri="{FF2B5EF4-FFF2-40B4-BE49-F238E27FC236}">
                <a16:creationId xmlns:a16="http://schemas.microsoft.com/office/drawing/2014/main" id="{D61CC985-D70D-4E9D-A764-B49F48D8B10F}"/>
              </a:ext>
            </a:extLst>
          </p:cNvPr>
          <p:cNvSpPr>
            <a:spLocks noGrp="1"/>
          </p:cNvSpPr>
          <p:nvPr/>
        </p:nvSpPr>
        <p:spPr>
          <a:xfrm rot="5400000">
            <a:off x="4524375" y="4671989"/>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24" name="policy-to-action-520-line">
            <a:extLst>
              <a:ext uri="{FF2B5EF4-FFF2-40B4-BE49-F238E27FC236}">
                <a16:creationId xmlns:a16="http://schemas.microsoft.com/office/drawing/2014/main" id="{52692B6E-118E-49B0-A081-2671ECD99D1C}"/>
              </a:ext>
            </a:extLst>
          </p:cNvPr>
          <p:cNvSpPr>
            <a:spLocks noGrp="1"/>
          </p:cNvSpPr>
          <p:nvPr/>
        </p:nvSpPr>
        <p:spPr>
          <a:xfrm>
            <a:off x="5953125" y="4724116"/>
            <a:ext cx="352425" cy="0"/>
          </a:xfrm>
          <a:prstGeom prst="line">
            <a:avLst/>
          </a:prstGeom>
          <a:noFill/>
          <a:ln w="20003">
            <a:solidFill>
              <a:srgbClr val="53606C"/>
            </a:solidFill>
            <a:prstDash val="solid"/>
          </a:ln>
        </p:spPr>
        <p:txBody>
          <a:bodyPr/>
          <a:lstStyle/>
          <a:p>
            <a:endParaRPr lang="zh-CN" altLang="en-US"/>
          </a:p>
        </p:txBody>
      </p:sp>
      <p:sp>
        <p:nvSpPr>
          <p:cNvPr id="25" name="policy-to-action-520-head">
            <a:extLst>
              <a:ext uri="{FF2B5EF4-FFF2-40B4-BE49-F238E27FC236}">
                <a16:creationId xmlns:a16="http://schemas.microsoft.com/office/drawing/2014/main" id="{4BBBEE62-5ED1-4C88-B085-719083A78F0E}"/>
              </a:ext>
            </a:extLst>
          </p:cNvPr>
          <p:cNvSpPr>
            <a:spLocks noGrp="1"/>
          </p:cNvSpPr>
          <p:nvPr/>
        </p:nvSpPr>
        <p:spPr>
          <a:xfrm rot="5400000">
            <a:off x="6286500" y="4671989"/>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26" name="action-to-velocity-520-line">
            <a:extLst>
              <a:ext uri="{FF2B5EF4-FFF2-40B4-BE49-F238E27FC236}">
                <a16:creationId xmlns:a16="http://schemas.microsoft.com/office/drawing/2014/main" id="{0033F428-A4D0-439B-9BA7-9040A3106799}"/>
              </a:ext>
            </a:extLst>
          </p:cNvPr>
          <p:cNvSpPr>
            <a:spLocks noGrp="1"/>
          </p:cNvSpPr>
          <p:nvPr/>
        </p:nvSpPr>
        <p:spPr>
          <a:xfrm>
            <a:off x="7715250" y="4724116"/>
            <a:ext cx="161925" cy="0"/>
          </a:xfrm>
          <a:prstGeom prst="line">
            <a:avLst/>
          </a:prstGeom>
          <a:noFill/>
          <a:ln w="20003">
            <a:solidFill>
              <a:srgbClr val="53606C"/>
            </a:solidFill>
            <a:prstDash val="solid"/>
          </a:ln>
        </p:spPr>
        <p:txBody>
          <a:bodyPr/>
          <a:lstStyle/>
          <a:p>
            <a:endParaRPr lang="zh-CN" altLang="en-US"/>
          </a:p>
        </p:txBody>
      </p:sp>
      <p:sp>
        <p:nvSpPr>
          <p:cNvPr id="27" name="action-to-velocity-520-head">
            <a:extLst>
              <a:ext uri="{FF2B5EF4-FFF2-40B4-BE49-F238E27FC236}">
                <a16:creationId xmlns:a16="http://schemas.microsoft.com/office/drawing/2014/main" id="{B8CAB625-AB4C-4BDC-8114-FF1C53A606B6}"/>
              </a:ext>
            </a:extLst>
          </p:cNvPr>
          <p:cNvSpPr>
            <a:spLocks noGrp="1"/>
          </p:cNvSpPr>
          <p:nvPr/>
        </p:nvSpPr>
        <p:spPr>
          <a:xfrm rot="5400000">
            <a:off x="7858125" y="4671989"/>
            <a:ext cx="95250" cy="104254"/>
          </a:xfrm>
          <a:prstGeom prst="triangle">
            <a:avLst/>
          </a:prstGeom>
          <a:solidFill>
            <a:srgbClr val="53606C"/>
          </a:solidFill>
          <a:ln w="0">
            <a:solidFill>
              <a:srgbClr val="53606C"/>
            </a:solidFill>
            <a:prstDash val="solid"/>
          </a:ln>
        </p:spPr>
        <p:txBody>
          <a:bodyPr/>
          <a:lstStyle/>
          <a:p>
            <a:endParaRPr lang="zh-CN" altLang="en-US"/>
          </a:p>
        </p:txBody>
      </p:sp>
      <p:sp>
        <p:nvSpPr>
          <p:cNvPr id="28" name="shared-action-up">
            <a:extLst>
              <a:ext uri="{FF2B5EF4-FFF2-40B4-BE49-F238E27FC236}">
                <a16:creationId xmlns:a16="http://schemas.microsoft.com/office/drawing/2014/main" id="{B88D4E5B-D272-44C8-94AA-151356231913}"/>
              </a:ext>
            </a:extLst>
          </p:cNvPr>
          <p:cNvSpPr>
            <a:spLocks noGrp="1"/>
          </p:cNvSpPr>
          <p:nvPr/>
        </p:nvSpPr>
        <p:spPr>
          <a:xfrm>
            <a:off x="7048500" y="2326280"/>
            <a:ext cx="0" cy="1032112"/>
          </a:xfrm>
          <a:prstGeom prst="line">
            <a:avLst/>
          </a:prstGeom>
          <a:noFill/>
          <a:ln w="15240">
            <a:solidFill>
              <a:srgbClr val="87919A"/>
            </a:solidFill>
            <a:prstDash val="dash"/>
          </a:ln>
        </p:spPr>
        <p:txBody>
          <a:bodyPr/>
          <a:lstStyle/>
          <a:p>
            <a:endParaRPr lang="zh-CN" altLang="en-US"/>
          </a:p>
        </p:txBody>
      </p:sp>
      <p:sp>
        <p:nvSpPr>
          <p:cNvPr id="29" name="shared-action-up-head">
            <a:extLst>
              <a:ext uri="{FF2B5EF4-FFF2-40B4-BE49-F238E27FC236}">
                <a16:creationId xmlns:a16="http://schemas.microsoft.com/office/drawing/2014/main" id="{96F9AA61-A2F7-44B1-B061-6C18F8867808}"/>
              </a:ext>
            </a:extLst>
          </p:cNvPr>
          <p:cNvSpPr>
            <a:spLocks noGrp="1"/>
          </p:cNvSpPr>
          <p:nvPr/>
        </p:nvSpPr>
        <p:spPr>
          <a:xfrm>
            <a:off x="6962775" y="2279366"/>
            <a:ext cx="85725" cy="93828"/>
          </a:xfrm>
          <a:prstGeom prst="triangle">
            <a:avLst/>
          </a:prstGeom>
          <a:solidFill>
            <a:srgbClr val="87919A"/>
          </a:solidFill>
          <a:ln w="0">
            <a:solidFill>
              <a:srgbClr val="87919A"/>
            </a:solidFill>
            <a:prstDash val="solid"/>
          </a:ln>
        </p:spPr>
        <p:txBody>
          <a:bodyPr/>
          <a:lstStyle/>
          <a:p>
            <a:endParaRPr lang="zh-CN" altLang="en-US"/>
          </a:p>
        </p:txBody>
      </p:sp>
      <p:sp>
        <p:nvSpPr>
          <p:cNvPr id="30" name="shared-action-down">
            <a:extLst>
              <a:ext uri="{FF2B5EF4-FFF2-40B4-BE49-F238E27FC236}">
                <a16:creationId xmlns:a16="http://schemas.microsoft.com/office/drawing/2014/main" id="{A898CD32-C91F-4056-938C-A41C837D155C}"/>
              </a:ext>
            </a:extLst>
          </p:cNvPr>
          <p:cNvSpPr>
            <a:spLocks noGrp="1"/>
          </p:cNvSpPr>
          <p:nvPr/>
        </p:nvSpPr>
        <p:spPr>
          <a:xfrm>
            <a:off x="7048500" y="3358392"/>
            <a:ext cx="0" cy="844455"/>
          </a:xfrm>
          <a:prstGeom prst="line">
            <a:avLst/>
          </a:prstGeom>
          <a:noFill/>
          <a:ln w="15240">
            <a:solidFill>
              <a:srgbClr val="87919A"/>
            </a:solidFill>
            <a:prstDash val="dash"/>
          </a:ln>
        </p:spPr>
        <p:txBody>
          <a:bodyPr/>
          <a:lstStyle/>
          <a:p>
            <a:endParaRPr lang="zh-CN" altLang="en-US"/>
          </a:p>
        </p:txBody>
      </p:sp>
      <p:sp>
        <p:nvSpPr>
          <p:cNvPr id="31" name="shared-action-down-head">
            <a:extLst>
              <a:ext uri="{FF2B5EF4-FFF2-40B4-BE49-F238E27FC236}">
                <a16:creationId xmlns:a16="http://schemas.microsoft.com/office/drawing/2014/main" id="{85F079F0-36C3-4FE8-917E-A63584FE6713}"/>
              </a:ext>
            </a:extLst>
          </p:cNvPr>
          <p:cNvSpPr>
            <a:spLocks noGrp="1"/>
          </p:cNvSpPr>
          <p:nvPr/>
        </p:nvSpPr>
        <p:spPr>
          <a:xfrm rot="10800000">
            <a:off x="6962775" y="4155933"/>
            <a:ext cx="85725" cy="93828"/>
          </a:xfrm>
          <a:prstGeom prst="triangle">
            <a:avLst/>
          </a:prstGeom>
          <a:solidFill>
            <a:srgbClr val="87919A"/>
          </a:solidFill>
          <a:ln w="0">
            <a:solidFill>
              <a:srgbClr val="87919A"/>
            </a:solidFill>
            <a:prstDash val="solid"/>
          </a:ln>
        </p:spPr>
        <p:txBody>
          <a:bodyPr/>
          <a:lstStyle/>
          <a:p>
            <a:endParaRPr lang="zh-CN" altLang="en-US"/>
          </a:p>
        </p:txBody>
      </p:sp>
      <p:sp>
        <p:nvSpPr>
          <p:cNvPr id="32" name="teacher-cue-bus-a">
            <a:extLst>
              <a:ext uri="{FF2B5EF4-FFF2-40B4-BE49-F238E27FC236}">
                <a16:creationId xmlns:a16="http://schemas.microsoft.com/office/drawing/2014/main" id="{610D6E41-0028-4D6D-94DD-D5AB16C43E89}"/>
              </a:ext>
            </a:extLst>
          </p:cNvPr>
          <p:cNvSpPr>
            <a:spLocks noGrp="1"/>
          </p:cNvSpPr>
          <p:nvPr/>
        </p:nvSpPr>
        <p:spPr>
          <a:xfrm>
            <a:off x="3762375" y="2712019"/>
            <a:ext cx="5238750" cy="0"/>
          </a:xfrm>
          <a:prstGeom prst="line">
            <a:avLst/>
          </a:prstGeom>
          <a:noFill/>
          <a:ln w="17145">
            <a:solidFill>
              <a:srgbClr val="0072B2"/>
            </a:solidFill>
            <a:prstDash val="solid"/>
          </a:ln>
        </p:spPr>
        <p:txBody>
          <a:bodyPr/>
          <a:lstStyle/>
          <a:p>
            <a:endParaRPr lang="zh-CN" altLang="en-US"/>
          </a:p>
        </p:txBody>
      </p:sp>
      <p:sp>
        <p:nvSpPr>
          <p:cNvPr id="33" name="teacher-cue-bus-b">
            <a:extLst>
              <a:ext uri="{FF2B5EF4-FFF2-40B4-BE49-F238E27FC236}">
                <a16:creationId xmlns:a16="http://schemas.microsoft.com/office/drawing/2014/main" id="{DE49FE29-F19A-4C45-AD27-BA1453FA82A4}"/>
              </a:ext>
            </a:extLst>
          </p:cNvPr>
          <p:cNvSpPr>
            <a:spLocks noGrp="1"/>
          </p:cNvSpPr>
          <p:nvPr/>
        </p:nvSpPr>
        <p:spPr>
          <a:xfrm>
            <a:off x="7762875" y="2712019"/>
            <a:ext cx="1238250" cy="0"/>
          </a:xfrm>
          <a:prstGeom prst="line">
            <a:avLst/>
          </a:prstGeom>
          <a:noFill/>
          <a:ln w="17145">
            <a:solidFill>
              <a:srgbClr val="0072B2"/>
            </a:solidFill>
            <a:prstDash val="solid"/>
          </a:ln>
        </p:spPr>
        <p:txBody>
          <a:bodyPr/>
          <a:lstStyle/>
          <a:p>
            <a:endParaRPr lang="zh-CN" altLang="en-US"/>
          </a:p>
        </p:txBody>
      </p:sp>
      <p:sp>
        <p:nvSpPr>
          <p:cNvPr id="34" name="teacher-cue-bus-c">
            <a:extLst>
              <a:ext uri="{FF2B5EF4-FFF2-40B4-BE49-F238E27FC236}">
                <a16:creationId xmlns:a16="http://schemas.microsoft.com/office/drawing/2014/main" id="{C116F0A9-CDD4-43D1-9DA9-676398BE8B34}"/>
              </a:ext>
            </a:extLst>
          </p:cNvPr>
          <p:cNvSpPr>
            <a:spLocks noGrp="1"/>
          </p:cNvSpPr>
          <p:nvPr/>
        </p:nvSpPr>
        <p:spPr>
          <a:xfrm>
            <a:off x="9001125" y="1586078"/>
            <a:ext cx="0" cy="1125940"/>
          </a:xfrm>
          <a:prstGeom prst="line">
            <a:avLst/>
          </a:prstGeom>
          <a:noFill/>
          <a:ln w="17145">
            <a:solidFill>
              <a:srgbClr val="0072B2"/>
            </a:solidFill>
            <a:prstDash val="solid"/>
          </a:ln>
        </p:spPr>
        <p:txBody>
          <a:bodyPr/>
          <a:lstStyle/>
          <a:p>
            <a:endParaRPr lang="zh-CN" altLang="en-US"/>
          </a:p>
        </p:txBody>
      </p:sp>
      <p:sp>
        <p:nvSpPr>
          <p:cNvPr id="35" name="teacher-cue-to-acpd-line">
            <a:extLst>
              <a:ext uri="{FF2B5EF4-FFF2-40B4-BE49-F238E27FC236}">
                <a16:creationId xmlns:a16="http://schemas.microsoft.com/office/drawing/2014/main" id="{1FF068F8-D5A2-4446-A786-D0F960556B40}"/>
              </a:ext>
            </a:extLst>
          </p:cNvPr>
          <p:cNvSpPr>
            <a:spLocks noGrp="1"/>
          </p:cNvSpPr>
          <p:nvPr/>
        </p:nvSpPr>
        <p:spPr>
          <a:xfrm>
            <a:off x="9001125" y="1586078"/>
            <a:ext cx="304800" cy="0"/>
          </a:xfrm>
          <a:prstGeom prst="line">
            <a:avLst/>
          </a:prstGeom>
          <a:noFill/>
          <a:ln w="17145">
            <a:solidFill>
              <a:srgbClr val="0072B2"/>
            </a:solidFill>
            <a:prstDash val="solid"/>
          </a:ln>
        </p:spPr>
        <p:txBody>
          <a:bodyPr/>
          <a:lstStyle/>
          <a:p>
            <a:endParaRPr lang="zh-CN" altLang="en-US"/>
          </a:p>
        </p:txBody>
      </p:sp>
      <p:sp>
        <p:nvSpPr>
          <p:cNvPr id="36" name="teacher-cue-to-acpd-head">
            <a:extLst>
              <a:ext uri="{FF2B5EF4-FFF2-40B4-BE49-F238E27FC236}">
                <a16:creationId xmlns:a16="http://schemas.microsoft.com/office/drawing/2014/main" id="{342DB12E-3B63-494D-94F4-DE18FB2133ED}"/>
              </a:ext>
            </a:extLst>
          </p:cNvPr>
          <p:cNvSpPr>
            <a:spLocks noGrp="1"/>
          </p:cNvSpPr>
          <p:nvPr/>
        </p:nvSpPr>
        <p:spPr>
          <a:xfrm rot="5400000">
            <a:off x="9286875" y="1533951"/>
            <a:ext cx="95250" cy="104254"/>
          </a:xfrm>
          <a:prstGeom prst="triangle">
            <a:avLst/>
          </a:prstGeom>
          <a:solidFill>
            <a:srgbClr val="0072B2"/>
          </a:solidFill>
          <a:ln w="0">
            <a:solidFill>
              <a:srgbClr val="0072B2"/>
            </a:solidFill>
            <a:prstDash val="solid"/>
          </a:ln>
        </p:spPr>
        <p:txBody>
          <a:bodyPr/>
          <a:lstStyle/>
          <a:p>
            <a:endParaRPr lang="zh-CN" altLang="en-US"/>
          </a:p>
        </p:txBody>
      </p:sp>
      <p:sp>
        <p:nvSpPr>
          <p:cNvPr id="37" name="student-state-bus-a">
            <a:extLst>
              <a:ext uri="{FF2B5EF4-FFF2-40B4-BE49-F238E27FC236}">
                <a16:creationId xmlns:a16="http://schemas.microsoft.com/office/drawing/2014/main" id="{EDFD63FC-FB9D-45A6-B9DB-589CBC475B29}"/>
              </a:ext>
            </a:extLst>
          </p:cNvPr>
          <p:cNvSpPr>
            <a:spLocks noGrp="1"/>
          </p:cNvSpPr>
          <p:nvPr/>
        </p:nvSpPr>
        <p:spPr>
          <a:xfrm>
            <a:off x="7762875" y="5631123"/>
            <a:ext cx="1266825" cy="0"/>
          </a:xfrm>
          <a:prstGeom prst="line">
            <a:avLst/>
          </a:prstGeom>
          <a:noFill/>
          <a:ln w="17145">
            <a:solidFill>
              <a:srgbClr val="D55E00"/>
            </a:solidFill>
            <a:prstDash val="solid"/>
          </a:ln>
        </p:spPr>
        <p:txBody>
          <a:bodyPr/>
          <a:lstStyle/>
          <a:p>
            <a:endParaRPr lang="zh-CN" altLang="en-US"/>
          </a:p>
        </p:txBody>
      </p:sp>
      <p:sp>
        <p:nvSpPr>
          <p:cNvPr id="38" name="student-state-bus-b">
            <a:extLst>
              <a:ext uri="{FF2B5EF4-FFF2-40B4-BE49-F238E27FC236}">
                <a16:creationId xmlns:a16="http://schemas.microsoft.com/office/drawing/2014/main" id="{C1A7A31F-0692-4CB5-9662-0FC4DEBDED70}"/>
              </a:ext>
            </a:extLst>
          </p:cNvPr>
          <p:cNvSpPr>
            <a:spLocks noGrp="1"/>
          </p:cNvSpPr>
          <p:nvPr/>
        </p:nvSpPr>
        <p:spPr>
          <a:xfrm>
            <a:off x="9029700" y="3400093"/>
            <a:ext cx="0" cy="2231030"/>
          </a:xfrm>
          <a:prstGeom prst="line">
            <a:avLst/>
          </a:prstGeom>
          <a:noFill/>
          <a:ln w="17145">
            <a:solidFill>
              <a:srgbClr val="D55E00"/>
            </a:solidFill>
            <a:prstDash val="solid"/>
          </a:ln>
        </p:spPr>
        <p:txBody>
          <a:bodyPr/>
          <a:lstStyle/>
          <a:p>
            <a:endParaRPr lang="zh-CN" altLang="en-US"/>
          </a:p>
        </p:txBody>
      </p:sp>
      <p:sp>
        <p:nvSpPr>
          <p:cNvPr id="39" name="student-state-to-acpd-line">
            <a:extLst>
              <a:ext uri="{FF2B5EF4-FFF2-40B4-BE49-F238E27FC236}">
                <a16:creationId xmlns:a16="http://schemas.microsoft.com/office/drawing/2014/main" id="{1A7C8FBB-C757-4EFC-AF2A-88C447A3293E}"/>
              </a:ext>
            </a:extLst>
          </p:cNvPr>
          <p:cNvSpPr>
            <a:spLocks noGrp="1"/>
          </p:cNvSpPr>
          <p:nvPr/>
        </p:nvSpPr>
        <p:spPr>
          <a:xfrm>
            <a:off x="9029700" y="3400093"/>
            <a:ext cx="276225" cy="0"/>
          </a:xfrm>
          <a:prstGeom prst="line">
            <a:avLst/>
          </a:prstGeom>
          <a:noFill/>
          <a:ln w="17145">
            <a:solidFill>
              <a:srgbClr val="D55E00"/>
            </a:solidFill>
            <a:prstDash val="solid"/>
          </a:ln>
        </p:spPr>
        <p:txBody>
          <a:bodyPr/>
          <a:lstStyle/>
          <a:p>
            <a:endParaRPr lang="zh-CN" altLang="en-US"/>
          </a:p>
        </p:txBody>
      </p:sp>
      <p:sp>
        <p:nvSpPr>
          <p:cNvPr id="40" name="student-state-to-acpd-head">
            <a:extLst>
              <a:ext uri="{FF2B5EF4-FFF2-40B4-BE49-F238E27FC236}">
                <a16:creationId xmlns:a16="http://schemas.microsoft.com/office/drawing/2014/main" id="{53C55F01-F5FB-4355-8569-618DFB8014EE}"/>
              </a:ext>
            </a:extLst>
          </p:cNvPr>
          <p:cNvSpPr>
            <a:spLocks noGrp="1"/>
          </p:cNvSpPr>
          <p:nvPr/>
        </p:nvSpPr>
        <p:spPr>
          <a:xfrm rot="5400000">
            <a:off x="9286875" y="3347966"/>
            <a:ext cx="95250" cy="104254"/>
          </a:xfrm>
          <a:prstGeom prst="triangle">
            <a:avLst/>
          </a:prstGeom>
          <a:solidFill>
            <a:srgbClr val="D55E00"/>
          </a:solidFill>
          <a:ln w="0">
            <a:solidFill>
              <a:srgbClr val="D55E00"/>
            </a:solidFill>
            <a:prstDash val="solid"/>
          </a:ln>
        </p:spPr>
        <p:txBody>
          <a:bodyPr/>
          <a:lstStyle/>
          <a:p>
            <a:endParaRPr lang="zh-CN" altLang="en-US"/>
          </a:p>
        </p:txBody>
      </p:sp>
      <p:sp>
        <p:nvSpPr>
          <p:cNvPr id="41" name="teacher-feature-to-selector-line">
            <a:extLst>
              <a:ext uri="{FF2B5EF4-FFF2-40B4-BE49-F238E27FC236}">
                <a16:creationId xmlns:a16="http://schemas.microsoft.com/office/drawing/2014/main" id="{C9E4A507-1489-4AAB-B997-286108AAB826}"/>
              </a:ext>
            </a:extLst>
          </p:cNvPr>
          <p:cNvSpPr>
            <a:spLocks noGrp="1"/>
          </p:cNvSpPr>
          <p:nvPr/>
        </p:nvSpPr>
        <p:spPr>
          <a:xfrm>
            <a:off x="10810875" y="1586078"/>
            <a:ext cx="161925" cy="0"/>
          </a:xfrm>
          <a:prstGeom prst="line">
            <a:avLst/>
          </a:prstGeom>
          <a:noFill/>
          <a:ln w="19050">
            <a:solidFill>
              <a:srgbClr val="6F42C1"/>
            </a:solidFill>
            <a:prstDash val="solid"/>
          </a:ln>
        </p:spPr>
        <p:txBody>
          <a:bodyPr/>
          <a:lstStyle/>
          <a:p>
            <a:endParaRPr lang="zh-CN" altLang="en-US"/>
          </a:p>
        </p:txBody>
      </p:sp>
      <p:sp>
        <p:nvSpPr>
          <p:cNvPr id="42" name="teacher-feature-to-selector-head">
            <a:extLst>
              <a:ext uri="{FF2B5EF4-FFF2-40B4-BE49-F238E27FC236}">
                <a16:creationId xmlns:a16="http://schemas.microsoft.com/office/drawing/2014/main" id="{4D144C30-CD78-4AB5-903C-D29EEB9E77E5}"/>
              </a:ext>
            </a:extLst>
          </p:cNvPr>
          <p:cNvSpPr>
            <a:spLocks noGrp="1"/>
          </p:cNvSpPr>
          <p:nvPr/>
        </p:nvSpPr>
        <p:spPr>
          <a:xfrm rot="5400000">
            <a:off x="10953750" y="1533951"/>
            <a:ext cx="95250" cy="104254"/>
          </a:xfrm>
          <a:prstGeom prst="triangle">
            <a:avLst/>
          </a:prstGeom>
          <a:solidFill>
            <a:srgbClr val="6F42C1"/>
          </a:solidFill>
          <a:ln w="0">
            <a:solidFill>
              <a:srgbClr val="6F42C1"/>
            </a:solidFill>
            <a:prstDash val="solid"/>
          </a:ln>
        </p:spPr>
        <p:txBody>
          <a:bodyPr/>
          <a:lstStyle/>
          <a:p>
            <a:endParaRPr lang="zh-CN" altLang="en-US"/>
          </a:p>
        </p:txBody>
      </p:sp>
      <p:sp>
        <p:nvSpPr>
          <p:cNvPr id="43" name="selector-to-cue-line">
            <a:extLst>
              <a:ext uri="{FF2B5EF4-FFF2-40B4-BE49-F238E27FC236}">
                <a16:creationId xmlns:a16="http://schemas.microsoft.com/office/drawing/2014/main" id="{0DF92815-76A0-40B5-8C7F-08BF16EDDB1F}"/>
              </a:ext>
            </a:extLst>
          </p:cNvPr>
          <p:cNvSpPr>
            <a:spLocks noGrp="1"/>
          </p:cNvSpPr>
          <p:nvPr/>
        </p:nvSpPr>
        <p:spPr>
          <a:xfrm>
            <a:off x="12430125" y="1586078"/>
            <a:ext cx="161925" cy="0"/>
          </a:xfrm>
          <a:prstGeom prst="line">
            <a:avLst/>
          </a:prstGeom>
          <a:noFill/>
          <a:ln w="19050">
            <a:solidFill>
              <a:srgbClr val="6F42C1"/>
            </a:solidFill>
            <a:prstDash val="solid"/>
          </a:ln>
        </p:spPr>
        <p:txBody>
          <a:bodyPr/>
          <a:lstStyle/>
          <a:p>
            <a:endParaRPr lang="zh-CN" altLang="en-US"/>
          </a:p>
        </p:txBody>
      </p:sp>
      <p:sp>
        <p:nvSpPr>
          <p:cNvPr id="44" name="selector-to-cue-head">
            <a:extLst>
              <a:ext uri="{FF2B5EF4-FFF2-40B4-BE49-F238E27FC236}">
                <a16:creationId xmlns:a16="http://schemas.microsoft.com/office/drawing/2014/main" id="{143E63DA-1ABE-49FC-AAA5-3C1F2D958A34}"/>
              </a:ext>
            </a:extLst>
          </p:cNvPr>
          <p:cNvSpPr>
            <a:spLocks noGrp="1"/>
          </p:cNvSpPr>
          <p:nvPr/>
        </p:nvSpPr>
        <p:spPr>
          <a:xfrm rot="5400000">
            <a:off x="12573000" y="1533951"/>
            <a:ext cx="95250" cy="104254"/>
          </a:xfrm>
          <a:prstGeom prst="triangle">
            <a:avLst/>
          </a:prstGeom>
          <a:solidFill>
            <a:srgbClr val="6F42C1"/>
          </a:solidFill>
          <a:ln w="0">
            <a:solidFill>
              <a:srgbClr val="6F42C1"/>
            </a:solidFill>
            <a:prstDash val="solid"/>
          </a:ln>
        </p:spPr>
        <p:txBody>
          <a:bodyPr/>
          <a:lstStyle/>
          <a:p>
            <a:endParaRPr lang="zh-CN" altLang="en-US"/>
          </a:p>
        </p:txBody>
      </p:sp>
      <p:sp>
        <p:nvSpPr>
          <p:cNvPr id="45" name="student-to-predictor-line">
            <a:extLst>
              <a:ext uri="{FF2B5EF4-FFF2-40B4-BE49-F238E27FC236}">
                <a16:creationId xmlns:a16="http://schemas.microsoft.com/office/drawing/2014/main" id="{456A2731-2F8B-47CB-91D2-23DB00719599}"/>
              </a:ext>
            </a:extLst>
          </p:cNvPr>
          <p:cNvSpPr>
            <a:spLocks noGrp="1"/>
          </p:cNvSpPr>
          <p:nvPr/>
        </p:nvSpPr>
        <p:spPr>
          <a:xfrm>
            <a:off x="10810875" y="3400093"/>
            <a:ext cx="161925" cy="0"/>
          </a:xfrm>
          <a:prstGeom prst="line">
            <a:avLst/>
          </a:prstGeom>
          <a:noFill/>
          <a:ln w="19050">
            <a:solidFill>
              <a:srgbClr val="6F42C1"/>
            </a:solidFill>
            <a:prstDash val="solid"/>
          </a:ln>
        </p:spPr>
        <p:txBody>
          <a:bodyPr/>
          <a:lstStyle/>
          <a:p>
            <a:endParaRPr lang="zh-CN" altLang="en-US"/>
          </a:p>
        </p:txBody>
      </p:sp>
      <p:sp>
        <p:nvSpPr>
          <p:cNvPr id="46" name="student-to-predictor-head">
            <a:extLst>
              <a:ext uri="{FF2B5EF4-FFF2-40B4-BE49-F238E27FC236}">
                <a16:creationId xmlns:a16="http://schemas.microsoft.com/office/drawing/2014/main" id="{889F54A3-4F4B-411E-B870-369EE9BC4AFD}"/>
              </a:ext>
            </a:extLst>
          </p:cNvPr>
          <p:cNvSpPr>
            <a:spLocks noGrp="1"/>
          </p:cNvSpPr>
          <p:nvPr/>
        </p:nvSpPr>
        <p:spPr>
          <a:xfrm rot="5400000">
            <a:off x="10953750" y="3347966"/>
            <a:ext cx="95250" cy="104254"/>
          </a:xfrm>
          <a:prstGeom prst="triangle">
            <a:avLst/>
          </a:prstGeom>
          <a:solidFill>
            <a:srgbClr val="6F42C1"/>
          </a:solidFill>
          <a:ln w="0">
            <a:solidFill>
              <a:srgbClr val="6F42C1"/>
            </a:solidFill>
            <a:prstDash val="solid"/>
          </a:ln>
        </p:spPr>
        <p:txBody>
          <a:bodyPr/>
          <a:lstStyle/>
          <a:p>
            <a:endParaRPr lang="zh-CN" altLang="en-US"/>
          </a:p>
        </p:txBody>
      </p:sp>
      <p:sp>
        <p:nvSpPr>
          <p:cNvPr id="47" name="predictor-to-cue-line">
            <a:extLst>
              <a:ext uri="{FF2B5EF4-FFF2-40B4-BE49-F238E27FC236}">
                <a16:creationId xmlns:a16="http://schemas.microsoft.com/office/drawing/2014/main" id="{15AB6B9E-F9F4-47FB-BB7C-8443CE7B4B1B}"/>
              </a:ext>
            </a:extLst>
          </p:cNvPr>
          <p:cNvSpPr>
            <a:spLocks noGrp="1"/>
          </p:cNvSpPr>
          <p:nvPr/>
        </p:nvSpPr>
        <p:spPr>
          <a:xfrm>
            <a:off x="12430125" y="3400093"/>
            <a:ext cx="161925" cy="0"/>
          </a:xfrm>
          <a:prstGeom prst="line">
            <a:avLst/>
          </a:prstGeom>
          <a:noFill/>
          <a:ln w="19050">
            <a:solidFill>
              <a:srgbClr val="6F42C1"/>
            </a:solidFill>
            <a:prstDash val="solid"/>
          </a:ln>
        </p:spPr>
        <p:txBody>
          <a:bodyPr/>
          <a:lstStyle/>
          <a:p>
            <a:endParaRPr lang="zh-CN" altLang="en-US"/>
          </a:p>
        </p:txBody>
      </p:sp>
      <p:sp>
        <p:nvSpPr>
          <p:cNvPr id="48" name="predictor-to-cue-head">
            <a:extLst>
              <a:ext uri="{FF2B5EF4-FFF2-40B4-BE49-F238E27FC236}">
                <a16:creationId xmlns:a16="http://schemas.microsoft.com/office/drawing/2014/main" id="{B4A3861D-EA8F-4778-B418-847D17D1202C}"/>
              </a:ext>
            </a:extLst>
          </p:cNvPr>
          <p:cNvSpPr>
            <a:spLocks noGrp="1"/>
          </p:cNvSpPr>
          <p:nvPr/>
        </p:nvSpPr>
        <p:spPr>
          <a:xfrm rot="5400000">
            <a:off x="12573000" y="3347966"/>
            <a:ext cx="95250" cy="104254"/>
          </a:xfrm>
          <a:prstGeom prst="triangle">
            <a:avLst/>
          </a:prstGeom>
          <a:solidFill>
            <a:srgbClr val="6F42C1"/>
          </a:solidFill>
          <a:ln w="0">
            <a:solidFill>
              <a:srgbClr val="6F42C1"/>
            </a:solidFill>
            <a:prstDash val="solid"/>
          </a:ln>
        </p:spPr>
        <p:txBody>
          <a:bodyPr/>
          <a:lstStyle/>
          <a:p>
            <a:endParaRPr lang="zh-CN" altLang="en-US"/>
          </a:p>
        </p:txBody>
      </p:sp>
      <p:sp>
        <p:nvSpPr>
          <p:cNvPr id="49" name="student-query-up">
            <a:extLst>
              <a:ext uri="{FF2B5EF4-FFF2-40B4-BE49-F238E27FC236}">
                <a16:creationId xmlns:a16="http://schemas.microsoft.com/office/drawing/2014/main" id="{4148CA2F-DA5E-4AEC-92EC-1F64E548D60B}"/>
              </a:ext>
            </a:extLst>
          </p:cNvPr>
          <p:cNvSpPr>
            <a:spLocks noGrp="1"/>
          </p:cNvSpPr>
          <p:nvPr/>
        </p:nvSpPr>
        <p:spPr>
          <a:xfrm>
            <a:off x="10906125" y="2117772"/>
            <a:ext cx="0" cy="1282321"/>
          </a:xfrm>
          <a:prstGeom prst="line">
            <a:avLst/>
          </a:prstGeom>
          <a:noFill/>
          <a:ln w="15240">
            <a:solidFill>
              <a:srgbClr val="D55E00"/>
            </a:solidFill>
            <a:prstDash val="dash"/>
          </a:ln>
        </p:spPr>
        <p:txBody>
          <a:bodyPr/>
          <a:lstStyle/>
          <a:p>
            <a:endParaRPr lang="zh-CN" altLang="en-US"/>
          </a:p>
        </p:txBody>
      </p:sp>
      <p:sp>
        <p:nvSpPr>
          <p:cNvPr id="50" name="student-query-across">
            <a:extLst>
              <a:ext uri="{FF2B5EF4-FFF2-40B4-BE49-F238E27FC236}">
                <a16:creationId xmlns:a16="http://schemas.microsoft.com/office/drawing/2014/main" id="{FF8C747A-D4A0-4EFC-B200-A80DAD30CAE1}"/>
              </a:ext>
            </a:extLst>
          </p:cNvPr>
          <p:cNvSpPr>
            <a:spLocks noGrp="1"/>
          </p:cNvSpPr>
          <p:nvPr/>
        </p:nvSpPr>
        <p:spPr>
          <a:xfrm>
            <a:off x="10906125" y="2117772"/>
            <a:ext cx="828675" cy="0"/>
          </a:xfrm>
          <a:prstGeom prst="line">
            <a:avLst/>
          </a:prstGeom>
          <a:noFill/>
          <a:ln w="15240">
            <a:solidFill>
              <a:srgbClr val="D55E00"/>
            </a:solidFill>
            <a:prstDash val="dash"/>
          </a:ln>
        </p:spPr>
        <p:txBody>
          <a:bodyPr/>
          <a:lstStyle/>
          <a:p>
            <a:endParaRPr lang="zh-CN" altLang="en-US"/>
          </a:p>
        </p:txBody>
      </p:sp>
      <p:sp>
        <p:nvSpPr>
          <p:cNvPr id="51" name="student-query-into-selector">
            <a:extLst>
              <a:ext uri="{FF2B5EF4-FFF2-40B4-BE49-F238E27FC236}">
                <a16:creationId xmlns:a16="http://schemas.microsoft.com/office/drawing/2014/main" id="{5E81D5D0-80F0-4F36-BA25-39F45E525ECE}"/>
              </a:ext>
            </a:extLst>
          </p:cNvPr>
          <p:cNvSpPr>
            <a:spLocks noGrp="1"/>
          </p:cNvSpPr>
          <p:nvPr/>
        </p:nvSpPr>
        <p:spPr>
          <a:xfrm>
            <a:off x="11734800" y="2003093"/>
            <a:ext cx="0" cy="114679"/>
          </a:xfrm>
          <a:prstGeom prst="line">
            <a:avLst/>
          </a:prstGeom>
          <a:noFill/>
          <a:ln w="15240">
            <a:solidFill>
              <a:srgbClr val="D55E00"/>
            </a:solidFill>
            <a:prstDash val="dash"/>
          </a:ln>
        </p:spPr>
        <p:txBody>
          <a:bodyPr/>
          <a:lstStyle/>
          <a:p>
            <a:endParaRPr lang="zh-CN" altLang="en-US"/>
          </a:p>
        </p:txBody>
      </p:sp>
      <p:sp>
        <p:nvSpPr>
          <p:cNvPr id="52" name="student-query-selector-head">
            <a:extLst>
              <a:ext uri="{FF2B5EF4-FFF2-40B4-BE49-F238E27FC236}">
                <a16:creationId xmlns:a16="http://schemas.microsoft.com/office/drawing/2014/main" id="{CEBB6E3C-14D2-483F-BB08-E06FFF3CA260}"/>
              </a:ext>
            </a:extLst>
          </p:cNvPr>
          <p:cNvSpPr>
            <a:spLocks noGrp="1"/>
          </p:cNvSpPr>
          <p:nvPr/>
        </p:nvSpPr>
        <p:spPr>
          <a:xfrm>
            <a:off x="11649075" y="1956179"/>
            <a:ext cx="85725" cy="93828"/>
          </a:xfrm>
          <a:prstGeom prst="triangle">
            <a:avLst/>
          </a:prstGeom>
          <a:solidFill>
            <a:srgbClr val="D55E00"/>
          </a:solidFill>
          <a:ln w="0">
            <a:solidFill>
              <a:srgbClr val="D55E00"/>
            </a:solidFill>
            <a:prstDash val="solid"/>
          </a:ln>
        </p:spPr>
        <p:txBody>
          <a:bodyPr/>
          <a:lstStyle/>
          <a:p>
            <a:endParaRPr lang="zh-CN" altLang="en-US"/>
          </a:p>
        </p:txBody>
      </p:sp>
      <p:sp>
        <p:nvSpPr>
          <p:cNvPr id="53" name="privileged-cue-loss-line">
            <a:extLst>
              <a:ext uri="{FF2B5EF4-FFF2-40B4-BE49-F238E27FC236}">
                <a16:creationId xmlns:a16="http://schemas.microsoft.com/office/drawing/2014/main" id="{7DAFFCE3-FEA9-4BE9-8671-F77A098E334D}"/>
              </a:ext>
            </a:extLst>
          </p:cNvPr>
          <p:cNvSpPr>
            <a:spLocks noGrp="1"/>
          </p:cNvSpPr>
          <p:nvPr/>
        </p:nvSpPr>
        <p:spPr>
          <a:xfrm>
            <a:off x="13639800" y="1586078"/>
            <a:ext cx="123825" cy="0"/>
          </a:xfrm>
          <a:prstGeom prst="line">
            <a:avLst/>
          </a:prstGeom>
          <a:noFill/>
          <a:ln w="19050">
            <a:solidFill>
              <a:srgbClr val="6F42C1"/>
            </a:solidFill>
            <a:prstDash val="solid"/>
          </a:ln>
        </p:spPr>
        <p:txBody>
          <a:bodyPr/>
          <a:lstStyle/>
          <a:p>
            <a:endParaRPr lang="zh-CN" altLang="en-US"/>
          </a:p>
        </p:txBody>
      </p:sp>
      <p:sp>
        <p:nvSpPr>
          <p:cNvPr id="54" name="privileged-cue-loss-turn">
            <a:extLst>
              <a:ext uri="{FF2B5EF4-FFF2-40B4-BE49-F238E27FC236}">
                <a16:creationId xmlns:a16="http://schemas.microsoft.com/office/drawing/2014/main" id="{7D4D92DF-9108-461F-82CB-1B0E8083FC20}"/>
              </a:ext>
            </a:extLst>
          </p:cNvPr>
          <p:cNvSpPr>
            <a:spLocks noGrp="1"/>
          </p:cNvSpPr>
          <p:nvPr/>
        </p:nvSpPr>
        <p:spPr>
          <a:xfrm>
            <a:off x="13763625" y="1586078"/>
            <a:ext cx="0" cy="875731"/>
          </a:xfrm>
          <a:prstGeom prst="line">
            <a:avLst/>
          </a:prstGeom>
          <a:noFill/>
          <a:ln w="19050">
            <a:solidFill>
              <a:srgbClr val="6F42C1"/>
            </a:solidFill>
            <a:prstDash val="solid"/>
          </a:ln>
        </p:spPr>
        <p:txBody>
          <a:bodyPr/>
          <a:lstStyle/>
          <a:p>
            <a:endParaRPr lang="zh-CN" altLang="en-US"/>
          </a:p>
        </p:txBody>
      </p:sp>
      <p:sp>
        <p:nvSpPr>
          <p:cNvPr id="55" name="privileged-cue-to-loss-line">
            <a:extLst>
              <a:ext uri="{FF2B5EF4-FFF2-40B4-BE49-F238E27FC236}">
                <a16:creationId xmlns:a16="http://schemas.microsoft.com/office/drawing/2014/main" id="{E6187BCF-727C-4C1D-A916-F2524ED42ECE}"/>
              </a:ext>
            </a:extLst>
          </p:cNvPr>
          <p:cNvSpPr>
            <a:spLocks noGrp="1"/>
          </p:cNvSpPr>
          <p:nvPr/>
        </p:nvSpPr>
        <p:spPr>
          <a:xfrm>
            <a:off x="13763625" y="2461810"/>
            <a:ext cx="85725" cy="0"/>
          </a:xfrm>
          <a:prstGeom prst="line">
            <a:avLst/>
          </a:prstGeom>
          <a:noFill/>
          <a:ln w="19050">
            <a:solidFill>
              <a:srgbClr val="6F42C1"/>
            </a:solidFill>
            <a:prstDash val="solid"/>
          </a:ln>
        </p:spPr>
        <p:txBody>
          <a:bodyPr/>
          <a:lstStyle/>
          <a:p>
            <a:endParaRPr lang="zh-CN" altLang="en-US"/>
          </a:p>
        </p:txBody>
      </p:sp>
      <p:sp>
        <p:nvSpPr>
          <p:cNvPr id="56" name="privileged-cue-to-loss-head">
            <a:extLst>
              <a:ext uri="{FF2B5EF4-FFF2-40B4-BE49-F238E27FC236}">
                <a16:creationId xmlns:a16="http://schemas.microsoft.com/office/drawing/2014/main" id="{8902ED09-EA84-4D1E-B1CB-6174FAD82927}"/>
              </a:ext>
            </a:extLst>
          </p:cNvPr>
          <p:cNvSpPr>
            <a:spLocks noGrp="1"/>
          </p:cNvSpPr>
          <p:nvPr/>
        </p:nvSpPr>
        <p:spPr>
          <a:xfrm rot="5400000">
            <a:off x="13830300" y="2409683"/>
            <a:ext cx="95250" cy="104254"/>
          </a:xfrm>
          <a:prstGeom prst="triangle">
            <a:avLst/>
          </a:prstGeom>
          <a:solidFill>
            <a:srgbClr val="6F42C1"/>
          </a:solidFill>
          <a:ln w="0">
            <a:solidFill>
              <a:srgbClr val="6F42C1"/>
            </a:solidFill>
            <a:prstDash val="solid"/>
          </a:ln>
        </p:spPr>
        <p:txBody>
          <a:bodyPr/>
          <a:lstStyle/>
          <a:p>
            <a:endParaRPr lang="zh-CN" altLang="en-US"/>
          </a:p>
        </p:txBody>
      </p:sp>
      <p:sp>
        <p:nvSpPr>
          <p:cNvPr id="57" name="predicted-cue-loss-line">
            <a:extLst>
              <a:ext uri="{FF2B5EF4-FFF2-40B4-BE49-F238E27FC236}">
                <a16:creationId xmlns:a16="http://schemas.microsoft.com/office/drawing/2014/main" id="{310E74CD-EBAD-4148-A435-29EB34940522}"/>
              </a:ext>
            </a:extLst>
          </p:cNvPr>
          <p:cNvSpPr>
            <a:spLocks noGrp="1"/>
          </p:cNvSpPr>
          <p:nvPr/>
        </p:nvSpPr>
        <p:spPr>
          <a:xfrm>
            <a:off x="13639800" y="3400093"/>
            <a:ext cx="123825" cy="0"/>
          </a:xfrm>
          <a:prstGeom prst="line">
            <a:avLst/>
          </a:prstGeom>
          <a:noFill/>
          <a:ln w="19050">
            <a:solidFill>
              <a:srgbClr val="6F42C1"/>
            </a:solidFill>
            <a:prstDash val="solid"/>
          </a:ln>
        </p:spPr>
        <p:txBody>
          <a:bodyPr/>
          <a:lstStyle/>
          <a:p>
            <a:endParaRPr lang="zh-CN" altLang="en-US"/>
          </a:p>
        </p:txBody>
      </p:sp>
      <p:sp>
        <p:nvSpPr>
          <p:cNvPr id="58" name="predicted-cue-loss-turn">
            <a:extLst>
              <a:ext uri="{FF2B5EF4-FFF2-40B4-BE49-F238E27FC236}">
                <a16:creationId xmlns:a16="http://schemas.microsoft.com/office/drawing/2014/main" id="{7B73F0A9-4750-4D2B-B02A-707CD9ACC107}"/>
              </a:ext>
            </a:extLst>
          </p:cNvPr>
          <p:cNvSpPr>
            <a:spLocks noGrp="1"/>
          </p:cNvSpPr>
          <p:nvPr/>
        </p:nvSpPr>
        <p:spPr>
          <a:xfrm>
            <a:off x="13763625" y="2701593"/>
            <a:ext cx="0" cy="698500"/>
          </a:xfrm>
          <a:prstGeom prst="line">
            <a:avLst/>
          </a:prstGeom>
          <a:noFill/>
          <a:ln w="19050">
            <a:solidFill>
              <a:srgbClr val="6F42C1"/>
            </a:solidFill>
            <a:prstDash val="solid"/>
          </a:ln>
        </p:spPr>
        <p:txBody>
          <a:bodyPr/>
          <a:lstStyle/>
          <a:p>
            <a:endParaRPr lang="zh-CN" altLang="en-US"/>
          </a:p>
        </p:txBody>
      </p:sp>
      <p:sp>
        <p:nvSpPr>
          <p:cNvPr id="59" name="predicted-cue-to-loss-line">
            <a:extLst>
              <a:ext uri="{FF2B5EF4-FFF2-40B4-BE49-F238E27FC236}">
                <a16:creationId xmlns:a16="http://schemas.microsoft.com/office/drawing/2014/main" id="{DD90C2B7-95F1-47C2-AF83-01E784170652}"/>
              </a:ext>
            </a:extLst>
          </p:cNvPr>
          <p:cNvSpPr>
            <a:spLocks noGrp="1"/>
          </p:cNvSpPr>
          <p:nvPr/>
        </p:nvSpPr>
        <p:spPr>
          <a:xfrm>
            <a:off x="13763625" y="2701593"/>
            <a:ext cx="85725" cy="0"/>
          </a:xfrm>
          <a:prstGeom prst="line">
            <a:avLst/>
          </a:prstGeom>
          <a:noFill/>
          <a:ln w="19050">
            <a:solidFill>
              <a:srgbClr val="6F42C1"/>
            </a:solidFill>
            <a:prstDash val="solid"/>
          </a:ln>
        </p:spPr>
        <p:txBody>
          <a:bodyPr/>
          <a:lstStyle/>
          <a:p>
            <a:endParaRPr lang="zh-CN" altLang="en-US"/>
          </a:p>
        </p:txBody>
      </p:sp>
      <p:sp>
        <p:nvSpPr>
          <p:cNvPr id="60" name="predicted-cue-to-loss-head">
            <a:extLst>
              <a:ext uri="{FF2B5EF4-FFF2-40B4-BE49-F238E27FC236}">
                <a16:creationId xmlns:a16="http://schemas.microsoft.com/office/drawing/2014/main" id="{F072892E-5FF3-4EBF-BB81-491D9D9DF201}"/>
              </a:ext>
            </a:extLst>
          </p:cNvPr>
          <p:cNvSpPr>
            <a:spLocks noGrp="1"/>
          </p:cNvSpPr>
          <p:nvPr/>
        </p:nvSpPr>
        <p:spPr>
          <a:xfrm rot="5400000">
            <a:off x="13830300" y="2649466"/>
            <a:ext cx="95250" cy="104254"/>
          </a:xfrm>
          <a:prstGeom prst="triangle">
            <a:avLst/>
          </a:prstGeom>
          <a:solidFill>
            <a:srgbClr val="6F42C1"/>
          </a:solidFill>
          <a:ln w="0">
            <a:solidFill>
              <a:srgbClr val="6F42C1"/>
            </a:solidFill>
            <a:prstDash val="solid"/>
          </a:ln>
        </p:spPr>
        <p:txBody>
          <a:bodyPr/>
          <a:lstStyle/>
          <a:p>
            <a:endParaRPr lang="zh-CN" altLang="en-US"/>
          </a:p>
        </p:txBody>
      </p:sp>
      <p:sp>
        <p:nvSpPr>
          <p:cNvPr id="61" name="student-velocity-to-pattern-line">
            <a:extLst>
              <a:ext uri="{FF2B5EF4-FFF2-40B4-BE49-F238E27FC236}">
                <a16:creationId xmlns:a16="http://schemas.microsoft.com/office/drawing/2014/main" id="{E9389DA2-902D-4D7B-BDA7-8BEF7FBA53A5}"/>
              </a:ext>
            </a:extLst>
          </p:cNvPr>
          <p:cNvSpPr>
            <a:spLocks noGrp="1"/>
          </p:cNvSpPr>
          <p:nvPr/>
        </p:nvSpPr>
        <p:spPr>
          <a:xfrm>
            <a:off x="10925175" y="5078578"/>
            <a:ext cx="333375" cy="0"/>
          </a:xfrm>
          <a:prstGeom prst="line">
            <a:avLst/>
          </a:prstGeom>
          <a:noFill/>
          <a:ln w="19050">
            <a:solidFill>
              <a:srgbClr val="D55E00"/>
            </a:solidFill>
            <a:prstDash val="solid"/>
          </a:ln>
        </p:spPr>
        <p:txBody>
          <a:bodyPr/>
          <a:lstStyle/>
          <a:p>
            <a:endParaRPr lang="zh-CN" altLang="en-US"/>
          </a:p>
        </p:txBody>
      </p:sp>
      <p:sp>
        <p:nvSpPr>
          <p:cNvPr id="62" name="student-velocity-to-pattern-head">
            <a:extLst>
              <a:ext uri="{FF2B5EF4-FFF2-40B4-BE49-F238E27FC236}">
                <a16:creationId xmlns:a16="http://schemas.microsoft.com/office/drawing/2014/main" id="{547FC7E6-321D-4CD7-BC65-7DF199BD5C4B}"/>
              </a:ext>
            </a:extLst>
          </p:cNvPr>
          <p:cNvSpPr>
            <a:spLocks noGrp="1"/>
          </p:cNvSpPr>
          <p:nvPr/>
        </p:nvSpPr>
        <p:spPr>
          <a:xfrm rot="5400000">
            <a:off x="11239500" y="5026451"/>
            <a:ext cx="95250" cy="104254"/>
          </a:xfrm>
          <a:prstGeom prst="triangle">
            <a:avLst/>
          </a:prstGeom>
          <a:solidFill>
            <a:srgbClr val="D55E00"/>
          </a:solidFill>
          <a:ln w="0">
            <a:solidFill>
              <a:srgbClr val="D55E00"/>
            </a:solidFill>
            <a:prstDash val="solid"/>
          </a:ln>
        </p:spPr>
        <p:txBody>
          <a:bodyPr/>
          <a:lstStyle/>
          <a:p>
            <a:endParaRPr lang="zh-CN" altLang="en-US"/>
          </a:p>
        </p:txBody>
      </p:sp>
      <p:sp>
        <p:nvSpPr>
          <p:cNvPr id="63" name="teacher-velocity-to-pattern-line">
            <a:extLst>
              <a:ext uri="{FF2B5EF4-FFF2-40B4-BE49-F238E27FC236}">
                <a16:creationId xmlns:a16="http://schemas.microsoft.com/office/drawing/2014/main" id="{3370D465-B454-463A-81CE-418411CF40CC}"/>
              </a:ext>
            </a:extLst>
          </p:cNvPr>
          <p:cNvSpPr>
            <a:spLocks noGrp="1"/>
          </p:cNvSpPr>
          <p:nvPr/>
        </p:nvSpPr>
        <p:spPr>
          <a:xfrm>
            <a:off x="10925175" y="5808354"/>
            <a:ext cx="333375" cy="0"/>
          </a:xfrm>
          <a:prstGeom prst="line">
            <a:avLst/>
          </a:prstGeom>
          <a:noFill/>
          <a:ln w="19050">
            <a:solidFill>
              <a:srgbClr val="0072B2"/>
            </a:solidFill>
            <a:prstDash val="solid"/>
          </a:ln>
        </p:spPr>
        <p:txBody>
          <a:bodyPr/>
          <a:lstStyle/>
          <a:p>
            <a:endParaRPr lang="zh-CN" altLang="en-US"/>
          </a:p>
        </p:txBody>
      </p:sp>
      <p:sp>
        <p:nvSpPr>
          <p:cNvPr id="64" name="teacher-velocity-to-pattern-head">
            <a:extLst>
              <a:ext uri="{FF2B5EF4-FFF2-40B4-BE49-F238E27FC236}">
                <a16:creationId xmlns:a16="http://schemas.microsoft.com/office/drawing/2014/main" id="{8CE644A0-DFF2-45DB-97E7-6C1D98EB7CEA}"/>
              </a:ext>
            </a:extLst>
          </p:cNvPr>
          <p:cNvSpPr>
            <a:spLocks noGrp="1"/>
          </p:cNvSpPr>
          <p:nvPr/>
        </p:nvSpPr>
        <p:spPr>
          <a:xfrm rot="5400000">
            <a:off x="11239500" y="5756228"/>
            <a:ext cx="95250" cy="104254"/>
          </a:xfrm>
          <a:prstGeom prst="triangle">
            <a:avLst/>
          </a:prstGeom>
          <a:solidFill>
            <a:srgbClr val="0072B2"/>
          </a:solidFill>
          <a:ln w="0">
            <a:solidFill>
              <a:srgbClr val="0072B2"/>
            </a:solidFill>
            <a:prstDash val="solid"/>
          </a:ln>
        </p:spPr>
        <p:txBody>
          <a:bodyPr/>
          <a:lstStyle/>
          <a:p>
            <a:endParaRPr lang="zh-CN" altLang="en-US"/>
          </a:p>
        </p:txBody>
      </p:sp>
      <p:sp>
        <p:nvSpPr>
          <p:cNvPr id="65" name="pattern-to-acl-line">
            <a:extLst>
              <a:ext uri="{FF2B5EF4-FFF2-40B4-BE49-F238E27FC236}">
                <a16:creationId xmlns:a16="http://schemas.microsoft.com/office/drawing/2014/main" id="{203C85AF-4062-43B8-A901-2977AA59B134}"/>
              </a:ext>
            </a:extLst>
          </p:cNvPr>
          <p:cNvSpPr>
            <a:spLocks noGrp="1"/>
          </p:cNvSpPr>
          <p:nvPr/>
        </p:nvSpPr>
        <p:spPr>
          <a:xfrm>
            <a:off x="13477875" y="5443466"/>
            <a:ext cx="276225" cy="0"/>
          </a:xfrm>
          <a:prstGeom prst="line">
            <a:avLst/>
          </a:prstGeom>
          <a:noFill/>
          <a:ln w="19050">
            <a:solidFill>
              <a:srgbClr val="6F42C1"/>
            </a:solidFill>
            <a:prstDash val="solid"/>
          </a:ln>
        </p:spPr>
        <p:txBody>
          <a:bodyPr/>
          <a:lstStyle/>
          <a:p>
            <a:endParaRPr lang="zh-CN" altLang="en-US"/>
          </a:p>
        </p:txBody>
      </p:sp>
      <p:sp>
        <p:nvSpPr>
          <p:cNvPr id="66" name="pattern-to-acl-head">
            <a:extLst>
              <a:ext uri="{FF2B5EF4-FFF2-40B4-BE49-F238E27FC236}">
                <a16:creationId xmlns:a16="http://schemas.microsoft.com/office/drawing/2014/main" id="{BF40C043-EBC6-4206-A399-FD3D45D7DA85}"/>
              </a:ext>
            </a:extLst>
          </p:cNvPr>
          <p:cNvSpPr>
            <a:spLocks noGrp="1"/>
          </p:cNvSpPr>
          <p:nvPr/>
        </p:nvSpPr>
        <p:spPr>
          <a:xfrm rot="5400000">
            <a:off x="13735050" y="5391340"/>
            <a:ext cx="95250" cy="104254"/>
          </a:xfrm>
          <a:prstGeom prst="triangle">
            <a:avLst/>
          </a:prstGeom>
          <a:solidFill>
            <a:srgbClr val="6F42C1"/>
          </a:solidFill>
          <a:ln w="0">
            <a:solidFill>
              <a:srgbClr val="6F42C1"/>
            </a:solidFill>
            <a:prstDash val="solid"/>
          </a:ln>
        </p:spPr>
        <p:txBody>
          <a:bodyPr/>
          <a:lstStyle/>
          <a:p>
            <a:endParaRPr lang="zh-CN" altLang="en-US"/>
          </a:p>
        </p:txBody>
      </p:sp>
      <p:sp>
        <p:nvSpPr>
          <p:cNvPr id="67" name="deploy-input-to-policy-line">
            <a:extLst>
              <a:ext uri="{FF2B5EF4-FFF2-40B4-BE49-F238E27FC236}">
                <a16:creationId xmlns:a16="http://schemas.microsoft.com/office/drawing/2014/main" id="{EFD720B9-1050-4AE2-BB7D-E1675B7FA8C0}"/>
              </a:ext>
            </a:extLst>
          </p:cNvPr>
          <p:cNvSpPr>
            <a:spLocks noGrp="1"/>
          </p:cNvSpPr>
          <p:nvPr/>
        </p:nvSpPr>
        <p:spPr>
          <a:xfrm>
            <a:off x="3048000" y="7768325"/>
            <a:ext cx="209550" cy="0"/>
          </a:xfrm>
          <a:prstGeom prst="line">
            <a:avLst/>
          </a:prstGeom>
          <a:noFill/>
          <a:ln w="23813">
            <a:solidFill>
              <a:srgbClr val="009E73"/>
            </a:solidFill>
            <a:prstDash val="solid"/>
          </a:ln>
        </p:spPr>
        <p:txBody>
          <a:bodyPr/>
          <a:lstStyle/>
          <a:p>
            <a:endParaRPr lang="zh-CN" altLang="en-US"/>
          </a:p>
        </p:txBody>
      </p:sp>
      <p:sp>
        <p:nvSpPr>
          <p:cNvPr id="68" name="deploy-input-to-policy-head">
            <a:extLst>
              <a:ext uri="{FF2B5EF4-FFF2-40B4-BE49-F238E27FC236}">
                <a16:creationId xmlns:a16="http://schemas.microsoft.com/office/drawing/2014/main" id="{E9B977E7-3181-40B3-9B59-349DF5232F99}"/>
              </a:ext>
            </a:extLst>
          </p:cNvPr>
          <p:cNvSpPr>
            <a:spLocks noGrp="1"/>
          </p:cNvSpPr>
          <p:nvPr/>
        </p:nvSpPr>
        <p:spPr>
          <a:xfrm rot="5400000">
            <a:off x="3238500" y="7716198"/>
            <a:ext cx="95250" cy="104254"/>
          </a:xfrm>
          <a:prstGeom prst="triangle">
            <a:avLst/>
          </a:prstGeom>
          <a:solidFill>
            <a:srgbClr val="009E73"/>
          </a:solidFill>
          <a:ln w="0">
            <a:solidFill>
              <a:srgbClr val="009E73"/>
            </a:solidFill>
            <a:prstDash val="solid"/>
          </a:ln>
        </p:spPr>
        <p:txBody>
          <a:bodyPr/>
          <a:lstStyle/>
          <a:p>
            <a:endParaRPr lang="zh-CN" altLang="en-US"/>
          </a:p>
        </p:txBody>
      </p:sp>
      <p:sp>
        <p:nvSpPr>
          <p:cNvPr id="69" name="deploy-policy-to-action-line">
            <a:extLst>
              <a:ext uri="{FF2B5EF4-FFF2-40B4-BE49-F238E27FC236}">
                <a16:creationId xmlns:a16="http://schemas.microsoft.com/office/drawing/2014/main" id="{BDC66248-16F4-4E75-A9E6-8B581EA7D23A}"/>
              </a:ext>
            </a:extLst>
          </p:cNvPr>
          <p:cNvSpPr>
            <a:spLocks noGrp="1"/>
          </p:cNvSpPr>
          <p:nvPr/>
        </p:nvSpPr>
        <p:spPr>
          <a:xfrm>
            <a:off x="5429250" y="7768325"/>
            <a:ext cx="1162050" cy="0"/>
          </a:xfrm>
          <a:prstGeom prst="line">
            <a:avLst/>
          </a:prstGeom>
          <a:noFill/>
          <a:ln w="23813">
            <a:solidFill>
              <a:srgbClr val="009E73"/>
            </a:solidFill>
            <a:prstDash val="solid"/>
          </a:ln>
        </p:spPr>
        <p:txBody>
          <a:bodyPr/>
          <a:lstStyle/>
          <a:p>
            <a:endParaRPr lang="zh-CN" altLang="en-US"/>
          </a:p>
        </p:txBody>
      </p:sp>
      <p:sp>
        <p:nvSpPr>
          <p:cNvPr id="70" name="deploy-policy-to-action-head">
            <a:extLst>
              <a:ext uri="{FF2B5EF4-FFF2-40B4-BE49-F238E27FC236}">
                <a16:creationId xmlns:a16="http://schemas.microsoft.com/office/drawing/2014/main" id="{8825066D-9986-43E7-B27C-7669F8DF308C}"/>
              </a:ext>
            </a:extLst>
          </p:cNvPr>
          <p:cNvSpPr>
            <a:spLocks noGrp="1"/>
          </p:cNvSpPr>
          <p:nvPr/>
        </p:nvSpPr>
        <p:spPr>
          <a:xfrm rot="5400000">
            <a:off x="6572250" y="7716198"/>
            <a:ext cx="95250" cy="104254"/>
          </a:xfrm>
          <a:prstGeom prst="triangle">
            <a:avLst/>
          </a:prstGeom>
          <a:solidFill>
            <a:srgbClr val="009E73"/>
          </a:solidFill>
          <a:ln w="0">
            <a:solidFill>
              <a:srgbClr val="009E73"/>
            </a:solidFill>
            <a:prstDash val="solid"/>
          </a:ln>
        </p:spPr>
        <p:txBody>
          <a:bodyPr/>
          <a:lstStyle/>
          <a:p>
            <a:endParaRPr lang="zh-CN" altLang="en-US"/>
          </a:p>
        </p:txBody>
      </p:sp>
      <p:sp>
        <p:nvSpPr>
          <p:cNvPr id="71" name="deployment-divider">
            <a:extLst>
              <a:ext uri="{FF2B5EF4-FFF2-40B4-BE49-F238E27FC236}">
                <a16:creationId xmlns:a16="http://schemas.microsoft.com/office/drawing/2014/main" id="{0B81AD34-F0EC-4BA1-8A3D-FB4F89DF8828}"/>
              </a:ext>
            </a:extLst>
          </p:cNvPr>
          <p:cNvSpPr>
            <a:spLocks noGrp="1"/>
          </p:cNvSpPr>
          <p:nvPr/>
        </p:nvSpPr>
        <p:spPr>
          <a:xfrm>
            <a:off x="8858250" y="7174078"/>
            <a:ext cx="0" cy="1115515"/>
          </a:xfrm>
          <a:prstGeom prst="line">
            <a:avLst/>
          </a:prstGeom>
          <a:noFill/>
          <a:ln w="13335">
            <a:solidFill>
              <a:srgbClr val="AAB2B9"/>
            </a:solidFill>
            <a:prstDash val="dash"/>
          </a:ln>
        </p:spPr>
        <p:txBody>
          <a:bodyPr/>
          <a:lstStyle/>
          <a:p>
            <a:endParaRPr lang="zh-CN" altLang="en-US"/>
          </a:p>
        </p:txBody>
      </p:sp>
      <p:sp>
        <p:nvSpPr>
          <p:cNvPr id="72" name="training-heading">
            <a:extLst>
              <a:ext uri="{FF2B5EF4-FFF2-40B4-BE49-F238E27FC236}">
                <a16:creationId xmlns:a16="http://schemas.microsoft.com/office/drawing/2014/main" id="{E995A233-CDA7-4241-8821-5D0C312BAD60}"/>
              </a:ext>
            </a:extLst>
          </p:cNvPr>
          <p:cNvSpPr>
            <a:spLocks noGrp="1"/>
          </p:cNvSpPr>
          <p:nvPr/>
        </p:nvSpPr>
        <p:spPr>
          <a:xfrm>
            <a:off x="428625" y="178653"/>
            <a:ext cx="8286750" cy="323187"/>
          </a:xfrm>
          <a:prstGeom prst="rect">
            <a:avLst/>
          </a:prstGeom>
          <a:noFill/>
          <a:ln w="0">
            <a:noFill/>
            <a:prstDash val="solid"/>
          </a:ln>
        </p:spPr>
        <p:txBody>
          <a:bodyPr wrap="square" lIns="47625" tIns="19050" rIns="47625" bIns="19050" anchor="ctr">
            <a:noAutofit/>
          </a:bodyPr>
          <a:lstStyle/>
          <a:p>
            <a:pPr algn="l">
              <a:defRPr sz="1800" b="1" i="0">
                <a:solidFill>
                  <a:srgbClr val="17212B"/>
                </a:solidFill>
                <a:latin typeface="Arial"/>
                <a:ea typeface="Arial"/>
                <a:cs typeface="Arial"/>
              </a:defRPr>
            </a:pPr>
            <a:r>
              <a:rPr sz="1800" b="1" i="0">
                <a:solidFill>
                  <a:srgbClr val="17212B"/>
                </a:solidFill>
                <a:latin typeface="Arial"/>
                <a:ea typeface="Arial"/>
                <a:cs typeface="Arial"/>
              </a:rPr>
              <a:t>Training setup</a:t>
            </a:r>
          </a:p>
        </p:txBody>
      </p:sp>
      <p:sp>
        <p:nvSpPr>
          <p:cNvPr id="73" name="teacher-heading">
            <a:extLst>
              <a:ext uri="{FF2B5EF4-FFF2-40B4-BE49-F238E27FC236}">
                <a16:creationId xmlns:a16="http://schemas.microsoft.com/office/drawing/2014/main" id="{3A103FB9-06C6-47D3-BED6-9DFAD409A4B7}"/>
              </a:ext>
            </a:extLst>
          </p:cNvPr>
          <p:cNvSpPr>
            <a:spLocks noGrp="1"/>
          </p:cNvSpPr>
          <p:nvPr/>
        </p:nvSpPr>
        <p:spPr>
          <a:xfrm>
            <a:off x="495300" y="679071"/>
            <a:ext cx="2667000" cy="323187"/>
          </a:xfrm>
          <a:prstGeom prst="rect">
            <a:avLst/>
          </a:prstGeom>
          <a:noFill/>
          <a:ln w="0">
            <a:noFill/>
            <a:prstDash val="solid"/>
          </a:ln>
        </p:spPr>
        <p:txBody>
          <a:bodyPr wrap="square" lIns="47625" tIns="19050" rIns="47625" bIns="19050" anchor="ctr">
            <a:noAutofit/>
          </a:bodyPr>
          <a:lstStyle/>
          <a:p>
            <a:pPr algn="l">
              <a:defRPr sz="1650" b="1" i="0">
                <a:solidFill>
                  <a:srgbClr val="0072B2"/>
                </a:solidFill>
                <a:latin typeface="Arial"/>
                <a:ea typeface="Arial"/>
                <a:cs typeface="Arial"/>
              </a:defRPr>
            </a:pPr>
            <a:r>
              <a:rPr lang="en-US" altLang="zh-CN" sz="1650" b="1">
                <a:solidFill>
                  <a:srgbClr val="0072B2"/>
                </a:solidFill>
                <a:latin typeface="Arial"/>
                <a:ea typeface="Arial"/>
                <a:cs typeface="Arial"/>
              </a:rPr>
              <a:t>P</a:t>
            </a:r>
            <a:r>
              <a:rPr sz="1650" b="1" i="0">
                <a:solidFill>
                  <a:srgbClr val="0072B2"/>
                </a:solidFill>
                <a:latin typeface="Arial"/>
                <a:ea typeface="Arial"/>
                <a:cs typeface="Arial"/>
              </a:rPr>
              <a:t>rivileged teacher</a:t>
            </a:r>
          </a:p>
        </p:txBody>
      </p:sp>
      <p:pic>
        <p:nvPicPr>
          <p:cNvPr id="325" name="teacher-frozen-icon"/>
          <p:cNvPicPr>
            <a:picLocks noChangeAspect="1"/>
          </p:cNvPicPr>
          <p:nvPr/>
        </p:nvPicPr>
        <p:blipFill>
          <a:blip r:embed="rId3"/>
          <a:stretch/>
        </p:blipFill>
        <p:spPr>
          <a:xfrm>
            <a:off x="2497331" y="710347"/>
            <a:ext cx="203068" cy="228600"/>
          </a:xfrm>
          <a:prstGeom prst="rect">
            <a:avLst/>
          </a:prstGeom>
        </p:spPr>
      </p:pic>
      <p:sp>
        <p:nvSpPr>
          <p:cNvPr id="76" name="student-heading">
            <a:extLst>
              <a:ext uri="{FF2B5EF4-FFF2-40B4-BE49-F238E27FC236}">
                <a16:creationId xmlns:a16="http://schemas.microsoft.com/office/drawing/2014/main" id="{937DC710-83CA-4CCC-8665-19B65CC5CF53}"/>
              </a:ext>
            </a:extLst>
          </p:cNvPr>
          <p:cNvSpPr>
            <a:spLocks noGrp="1"/>
          </p:cNvSpPr>
          <p:nvPr/>
        </p:nvSpPr>
        <p:spPr>
          <a:xfrm>
            <a:off x="495300" y="3514772"/>
            <a:ext cx="2952750" cy="323187"/>
          </a:xfrm>
          <a:prstGeom prst="rect">
            <a:avLst/>
          </a:prstGeom>
          <a:noFill/>
          <a:ln w="0">
            <a:noFill/>
            <a:prstDash val="solid"/>
          </a:ln>
        </p:spPr>
        <p:txBody>
          <a:bodyPr wrap="square" lIns="47625" tIns="19050" rIns="47625" bIns="19050" anchor="ctr">
            <a:noAutofit/>
          </a:bodyPr>
          <a:lstStyle/>
          <a:p>
            <a:pPr algn="l">
              <a:defRPr sz="1650" b="1" i="0">
                <a:solidFill>
                  <a:srgbClr val="D55E00"/>
                </a:solidFill>
                <a:latin typeface="Arial"/>
                <a:ea typeface="Arial"/>
                <a:cs typeface="Arial"/>
              </a:defRPr>
            </a:pPr>
            <a:r>
              <a:rPr lang="en-US" altLang="zh-CN" sz="1650" b="1">
                <a:solidFill>
                  <a:srgbClr val="D55E00"/>
                </a:solidFill>
                <a:latin typeface="Arial"/>
                <a:ea typeface="Arial"/>
                <a:cs typeface="Arial"/>
              </a:rPr>
              <a:t>W</a:t>
            </a:r>
            <a:r>
              <a:rPr sz="1650" b="1" i="0">
                <a:solidFill>
                  <a:srgbClr val="D55E00"/>
                </a:solidFill>
                <a:latin typeface="Arial"/>
                <a:ea typeface="Arial"/>
                <a:cs typeface="Arial"/>
              </a:rPr>
              <a:t>eak-view student</a:t>
            </a:r>
          </a:p>
        </p:txBody>
      </p:sp>
      <p:pic>
        <p:nvPicPr>
          <p:cNvPr id="328" name="student-trainable-icon"/>
          <p:cNvPicPr>
            <a:picLocks noChangeAspect="1"/>
          </p:cNvPicPr>
          <p:nvPr/>
        </p:nvPicPr>
        <p:blipFill>
          <a:blip r:embed="rId4"/>
          <a:stretch/>
        </p:blipFill>
        <p:spPr>
          <a:xfrm>
            <a:off x="2572465" y="3546049"/>
            <a:ext cx="201055" cy="238125"/>
          </a:xfrm>
          <a:prstGeom prst="rect">
            <a:avLst/>
          </a:prstGeom>
        </p:spPr>
      </p:pic>
      <p:sp>
        <p:nvSpPr>
          <p:cNvPr id="79" name="acpd-heading">
            <a:extLst>
              <a:ext uri="{FF2B5EF4-FFF2-40B4-BE49-F238E27FC236}">
                <a16:creationId xmlns:a16="http://schemas.microsoft.com/office/drawing/2014/main" id="{A0AF36EC-BF22-4C47-B231-247A2E9FF1C6}"/>
              </a:ext>
            </a:extLst>
          </p:cNvPr>
          <p:cNvSpPr>
            <a:spLocks noGrp="1"/>
          </p:cNvSpPr>
          <p:nvPr/>
        </p:nvSpPr>
        <p:spPr>
          <a:xfrm>
            <a:off x="9334500" y="168228"/>
            <a:ext cx="1047750" cy="354463"/>
          </a:xfrm>
          <a:prstGeom prst="rect">
            <a:avLst/>
          </a:prstGeom>
          <a:noFill/>
          <a:ln w="0">
            <a:noFill/>
            <a:prstDash val="solid"/>
          </a:ln>
        </p:spPr>
        <p:txBody>
          <a:bodyPr wrap="square" lIns="47625" tIns="19050" rIns="47625" bIns="19050" anchor="ctr">
            <a:noAutofit/>
          </a:bodyPr>
          <a:lstStyle/>
          <a:p>
            <a:pPr algn="l">
              <a:defRPr sz="2025" b="1" i="0">
                <a:solidFill>
                  <a:srgbClr val="5630A5"/>
                </a:solidFill>
                <a:latin typeface="Arial"/>
                <a:ea typeface="Arial"/>
                <a:cs typeface="Arial"/>
              </a:defRPr>
            </a:pPr>
            <a:r>
              <a:rPr sz="2025" b="1" i="0">
                <a:solidFill>
                  <a:srgbClr val="5630A5"/>
                </a:solidFill>
                <a:latin typeface="Arial"/>
                <a:ea typeface="Arial"/>
                <a:cs typeface="Arial"/>
              </a:rPr>
              <a:t>ACPD</a:t>
            </a:r>
          </a:p>
        </p:txBody>
      </p:sp>
      <p:sp>
        <p:nvSpPr>
          <p:cNvPr id="80" name="acpd-subtitle">
            <a:extLst>
              <a:ext uri="{FF2B5EF4-FFF2-40B4-BE49-F238E27FC236}">
                <a16:creationId xmlns:a16="http://schemas.microsoft.com/office/drawing/2014/main" id="{A1EBD168-0B14-4532-9A16-BC688343B0A8}"/>
              </a:ext>
            </a:extLst>
          </p:cNvPr>
          <p:cNvSpPr>
            <a:spLocks noGrp="1"/>
          </p:cNvSpPr>
          <p:nvPr/>
        </p:nvSpPr>
        <p:spPr>
          <a:xfrm>
            <a:off x="10382250" y="209929"/>
            <a:ext cx="4333875" cy="291910"/>
          </a:xfrm>
          <a:prstGeom prst="rect">
            <a:avLst/>
          </a:prstGeom>
          <a:noFill/>
          <a:ln w="0">
            <a:noFill/>
            <a:prstDash val="solid"/>
          </a:ln>
        </p:spPr>
        <p:txBody>
          <a:bodyPr wrap="square" lIns="47625" tIns="19050" rIns="47625" bIns="19050" anchor="ctr">
            <a:noAutofit/>
          </a:bodyPr>
          <a:lstStyle/>
          <a:p>
            <a:pPr algn="l">
              <a:defRPr sz="1200" b="0" i="1">
                <a:solidFill>
                  <a:srgbClr val="53606C"/>
                </a:solidFill>
                <a:latin typeface="Arial"/>
                <a:ea typeface="Arial"/>
                <a:cs typeface="Arial"/>
              </a:defRPr>
            </a:pPr>
            <a:r>
              <a:rPr sz="1200" b="0" i="1">
                <a:solidFill>
                  <a:srgbClr val="53606C"/>
                </a:solidFill>
                <a:latin typeface="Arial"/>
                <a:ea typeface="Arial"/>
                <a:cs typeface="Arial"/>
              </a:rPr>
              <a:t>two complementary training-only objectives</a:t>
            </a:r>
          </a:p>
        </p:txBody>
      </p:sp>
      <p:sp>
        <p:nvSpPr>
          <p:cNvPr id="81" name="cue-section-title">
            <a:extLst>
              <a:ext uri="{FF2B5EF4-FFF2-40B4-BE49-F238E27FC236}">
                <a16:creationId xmlns:a16="http://schemas.microsoft.com/office/drawing/2014/main" id="{C4826CF3-002E-419C-8CBD-C6468AE48190}"/>
              </a:ext>
            </a:extLst>
          </p:cNvPr>
          <p:cNvSpPr>
            <a:spLocks noGrp="1"/>
          </p:cNvSpPr>
          <p:nvPr/>
        </p:nvSpPr>
        <p:spPr>
          <a:xfrm>
            <a:off x="9401175" y="741623"/>
            <a:ext cx="5143500" cy="312761"/>
          </a:xfrm>
          <a:prstGeom prst="rect">
            <a:avLst/>
          </a:prstGeom>
          <a:noFill/>
          <a:ln w="0">
            <a:noFill/>
            <a:prstDash val="solid"/>
          </a:ln>
        </p:spPr>
        <p:txBody>
          <a:bodyPr wrap="square" lIns="47625" tIns="19050" rIns="47625" bIns="19050" anchor="ctr">
            <a:noAutofit/>
          </a:bodyPr>
          <a:lstStyle/>
          <a:p>
            <a:pPr algn="l">
              <a:defRPr sz="1575" b="1" i="0">
                <a:solidFill>
                  <a:srgbClr val="5630A5"/>
                </a:solidFill>
                <a:latin typeface="Arial"/>
                <a:ea typeface="Arial"/>
                <a:cs typeface="Arial"/>
              </a:defRPr>
            </a:pPr>
            <a:r>
              <a:rPr sz="1575" b="1" i="0">
                <a:solidFill>
                  <a:srgbClr val="5630A5"/>
                </a:solidFill>
                <a:latin typeface="Arial"/>
                <a:ea typeface="Arial"/>
                <a:cs typeface="Arial"/>
              </a:rPr>
              <a:t>A   Privileged cue distillation</a:t>
            </a:r>
          </a:p>
        </p:txBody>
      </p:sp>
      <p:sp>
        <p:nvSpPr>
          <p:cNvPr id="82" name="acl-section-title">
            <a:extLst>
              <a:ext uri="{FF2B5EF4-FFF2-40B4-BE49-F238E27FC236}">
                <a16:creationId xmlns:a16="http://schemas.microsoft.com/office/drawing/2014/main" id="{9BC65495-3193-4C37-960B-427A242E0CB9}"/>
              </a:ext>
            </a:extLst>
          </p:cNvPr>
          <p:cNvSpPr>
            <a:spLocks noGrp="1"/>
          </p:cNvSpPr>
          <p:nvPr/>
        </p:nvSpPr>
        <p:spPr>
          <a:xfrm>
            <a:off x="9401175" y="4515608"/>
            <a:ext cx="5143500" cy="312761"/>
          </a:xfrm>
          <a:prstGeom prst="rect">
            <a:avLst/>
          </a:prstGeom>
          <a:noFill/>
          <a:ln w="0">
            <a:noFill/>
            <a:prstDash val="solid"/>
          </a:ln>
        </p:spPr>
        <p:txBody>
          <a:bodyPr wrap="square" lIns="47625" tIns="19050" rIns="47625" bIns="19050" anchor="ctr">
            <a:noAutofit/>
          </a:bodyPr>
          <a:lstStyle/>
          <a:p>
            <a:pPr algn="l">
              <a:defRPr sz="1575" b="1" i="0">
                <a:solidFill>
                  <a:srgbClr val="5630A5"/>
                </a:solidFill>
                <a:latin typeface="Arial"/>
                <a:ea typeface="Arial"/>
                <a:cs typeface="Arial"/>
              </a:defRPr>
            </a:pPr>
            <a:r>
              <a:rPr sz="1575" b="1" i="0">
                <a:solidFill>
                  <a:srgbClr val="5630A5"/>
                </a:solidFill>
                <a:latin typeface="Arial"/>
                <a:ea typeface="Arial"/>
                <a:cs typeface="Arial"/>
              </a:rPr>
              <a:t>B   Action correlation loss</a:t>
            </a:r>
          </a:p>
        </p:txBody>
      </p:sp>
      <p:sp>
        <p:nvSpPr>
          <p:cNvPr id="83" name="deployment-heading">
            <a:extLst>
              <a:ext uri="{FF2B5EF4-FFF2-40B4-BE49-F238E27FC236}">
                <a16:creationId xmlns:a16="http://schemas.microsoft.com/office/drawing/2014/main" id="{C9254694-108B-4085-8D0A-5C21A1869C27}"/>
              </a:ext>
            </a:extLst>
          </p:cNvPr>
          <p:cNvSpPr>
            <a:spLocks noGrp="1"/>
          </p:cNvSpPr>
          <p:nvPr/>
        </p:nvSpPr>
        <p:spPr>
          <a:xfrm>
            <a:off x="428625" y="6965571"/>
            <a:ext cx="2095500" cy="323187"/>
          </a:xfrm>
          <a:prstGeom prst="rect">
            <a:avLst/>
          </a:prstGeom>
          <a:noFill/>
          <a:ln w="0">
            <a:noFill/>
            <a:prstDash val="solid"/>
          </a:ln>
        </p:spPr>
        <p:txBody>
          <a:bodyPr wrap="square" lIns="47625" tIns="19050" rIns="47625" bIns="19050" anchor="ctr">
            <a:noAutofit/>
          </a:bodyPr>
          <a:lstStyle/>
          <a:p>
            <a:pPr algn="l">
              <a:defRPr sz="1800" b="1" i="0">
                <a:solidFill>
                  <a:srgbClr val="009E73"/>
                </a:solidFill>
                <a:latin typeface="Arial"/>
                <a:ea typeface="Arial"/>
                <a:cs typeface="Arial"/>
              </a:defRPr>
            </a:pPr>
            <a:r>
              <a:rPr sz="1800" b="1" i="0">
                <a:solidFill>
                  <a:srgbClr val="009E73"/>
                </a:solidFill>
                <a:latin typeface="Arial"/>
                <a:ea typeface="Arial"/>
                <a:cs typeface="Arial"/>
              </a:rPr>
              <a:t>Deployment</a:t>
            </a:r>
          </a:p>
        </p:txBody>
      </p:sp>
      <p:sp>
        <p:nvSpPr>
          <p:cNvPr id="84" name="teacher-input">
            <a:extLst>
              <a:ext uri="{FF2B5EF4-FFF2-40B4-BE49-F238E27FC236}">
                <a16:creationId xmlns:a16="http://schemas.microsoft.com/office/drawing/2014/main" id="{516A128B-E397-4518-B1AF-B74F3AFC9096}"/>
              </a:ext>
            </a:extLst>
          </p:cNvPr>
          <p:cNvSpPr>
            <a:spLocks noGrp="1"/>
          </p:cNvSpPr>
          <p:nvPr/>
        </p:nvSpPr>
        <p:spPr>
          <a:xfrm>
            <a:off x="476250" y="1096086"/>
            <a:ext cx="1662374" cy="1417851"/>
          </a:xfrm>
          <a:prstGeom prst="roundRect">
            <a:avLst>
              <a:gd name="adj" fmla="val 4703"/>
            </a:avLst>
          </a:prstGeom>
          <a:solidFill>
            <a:srgbClr val="FFFFFF"/>
          </a:solidFill>
          <a:ln w="14288">
            <a:solidFill>
              <a:srgbClr val="0072B2"/>
            </a:solidFill>
            <a:prstDash val="solid"/>
          </a:ln>
        </p:spPr>
        <p:txBody>
          <a:bodyPr/>
          <a:lstStyle/>
          <a:p>
            <a:endParaRPr lang="zh-CN" altLang="en-US"/>
          </a:p>
        </p:txBody>
      </p:sp>
      <p:pic>
        <p:nvPicPr>
          <p:cNvPr id="336" name="teacher-camera-icon"/>
          <p:cNvPicPr>
            <a:picLocks noChangeAspect="1"/>
          </p:cNvPicPr>
          <p:nvPr/>
        </p:nvPicPr>
        <p:blipFill>
          <a:blip r:embed="rId5"/>
          <a:stretch/>
        </p:blipFill>
        <p:spPr>
          <a:xfrm>
            <a:off x="581025" y="1192584"/>
            <a:ext cx="209550" cy="175634"/>
          </a:xfrm>
          <a:prstGeom prst="rect">
            <a:avLst/>
          </a:prstGeom>
        </p:spPr>
      </p:pic>
      <p:sp>
        <p:nvSpPr>
          <p:cNvPr id="86" name="teacher-input-label">
            <a:extLst>
              <a:ext uri="{FF2B5EF4-FFF2-40B4-BE49-F238E27FC236}">
                <a16:creationId xmlns:a16="http://schemas.microsoft.com/office/drawing/2014/main" id="{50446C2E-2A1A-49D1-8960-2891EBFC4CC1}"/>
              </a:ext>
            </a:extLst>
          </p:cNvPr>
          <p:cNvSpPr>
            <a:spLocks noGrp="1"/>
          </p:cNvSpPr>
          <p:nvPr/>
        </p:nvSpPr>
        <p:spPr>
          <a:xfrm>
            <a:off x="809625" y="1158638"/>
            <a:ext cx="2826460" cy="260634"/>
          </a:xfrm>
          <a:prstGeom prst="rect">
            <a:avLst/>
          </a:prstGeom>
          <a:noFill/>
          <a:ln w="0">
            <a:noFill/>
            <a:prstDash val="solid"/>
          </a:ln>
        </p:spPr>
        <p:txBody>
          <a:bodyPr wrap="square" lIns="47625" tIns="19050" rIns="47625" bIns="19050" anchor="ctr">
            <a:noAutofit/>
          </a:bodyPr>
          <a:lstStyle/>
          <a:p>
            <a:pPr algn="l">
              <a:defRPr sz="1275" b="1" i="0">
                <a:solidFill>
                  <a:srgbClr val="0072B2"/>
                </a:solidFill>
                <a:latin typeface="Arial"/>
                <a:ea typeface="Arial"/>
                <a:cs typeface="Arial"/>
              </a:defRPr>
            </a:pPr>
            <a:r>
              <a:rPr sz="1275" b="1" i="0">
                <a:solidFill>
                  <a:srgbClr val="0072B2"/>
                </a:solidFill>
                <a:latin typeface="Arial"/>
                <a:ea typeface="Arial"/>
                <a:cs typeface="Arial"/>
              </a:rPr>
              <a:t>Privileged</a:t>
            </a:r>
            <a:r>
              <a:rPr lang="zh-CN" altLang="en-US" sz="1275" b="1" i="0">
                <a:solidFill>
                  <a:srgbClr val="0072B2"/>
                </a:solidFill>
                <a:latin typeface="Arial"/>
                <a:ea typeface="Arial"/>
                <a:cs typeface="Arial"/>
              </a:rPr>
              <a:t> </a:t>
            </a:r>
            <a:r>
              <a:rPr sz="1275" b="1" i="0">
                <a:solidFill>
                  <a:srgbClr val="0072B2"/>
                </a:solidFill>
                <a:latin typeface="Arial"/>
                <a:ea typeface="Arial"/>
                <a:cs typeface="Arial"/>
              </a:rPr>
              <a:t>views</a:t>
            </a:r>
          </a:p>
        </p:txBody>
      </p:sp>
      <p:pic>
        <p:nvPicPr>
          <p:cNvPr id="338" name="teacher-agentview"/>
          <p:cNvPicPr>
            <a:picLocks noChangeAspect="1"/>
          </p:cNvPicPr>
          <p:nvPr/>
        </p:nvPicPr>
        <p:blipFill>
          <a:blip r:embed="rId6"/>
          <a:stretch/>
        </p:blipFill>
        <p:spPr>
          <a:xfrm>
            <a:off x="571500" y="1492250"/>
            <a:ext cx="619125" cy="619125"/>
          </a:xfrm>
          <a:prstGeom prst="roundRect">
            <a:avLst>
              <a:gd name="adj" fmla="val 7692"/>
            </a:avLst>
          </a:prstGeom>
        </p:spPr>
      </p:pic>
      <p:sp>
        <p:nvSpPr>
          <p:cNvPr id="88" name="teacher-agentview-border">
            <a:extLst>
              <a:ext uri="{FF2B5EF4-FFF2-40B4-BE49-F238E27FC236}">
                <a16:creationId xmlns:a16="http://schemas.microsoft.com/office/drawing/2014/main" id="{CBAEA096-2B4B-4EF1-A539-92DC772F9B31}"/>
              </a:ext>
            </a:extLst>
          </p:cNvPr>
          <p:cNvSpPr>
            <a:spLocks noGrp="1"/>
          </p:cNvSpPr>
          <p:nvPr/>
        </p:nvSpPr>
        <p:spPr>
          <a:xfrm>
            <a:off x="571500" y="1492250"/>
            <a:ext cx="619125" cy="619125"/>
          </a:xfrm>
          <a:prstGeom prst="roundRect">
            <a:avLst>
              <a:gd name="adj" fmla="val 7692"/>
            </a:avLst>
          </a:prstGeom>
          <a:noFill/>
          <a:ln w="9525">
            <a:solidFill>
              <a:srgbClr val="7B858E"/>
            </a:solidFill>
            <a:prstDash val="solid"/>
          </a:ln>
        </p:spPr>
        <p:txBody>
          <a:bodyPr/>
          <a:lstStyle/>
          <a:p>
            <a:endParaRPr lang="zh-CN" altLang="en-US"/>
          </a:p>
        </p:txBody>
      </p:sp>
      <p:pic>
        <p:nvPicPr>
          <p:cNvPr id="340" name="teacher-wrist"/>
          <p:cNvPicPr>
            <a:picLocks noChangeAspect="1"/>
          </p:cNvPicPr>
          <p:nvPr/>
        </p:nvPicPr>
        <p:blipFill>
          <a:blip r:embed="rId7"/>
          <a:stretch/>
        </p:blipFill>
        <p:spPr>
          <a:xfrm>
            <a:off x="1285875" y="1492250"/>
            <a:ext cx="619125" cy="619125"/>
          </a:xfrm>
          <a:prstGeom prst="roundRect">
            <a:avLst>
              <a:gd name="adj" fmla="val 7692"/>
            </a:avLst>
          </a:prstGeom>
        </p:spPr>
      </p:pic>
      <p:sp>
        <p:nvSpPr>
          <p:cNvPr id="90" name="teacher-wrist-border">
            <a:extLst>
              <a:ext uri="{FF2B5EF4-FFF2-40B4-BE49-F238E27FC236}">
                <a16:creationId xmlns:a16="http://schemas.microsoft.com/office/drawing/2014/main" id="{D78C6034-C187-45D7-8A7A-C78F0F25CEF4}"/>
              </a:ext>
            </a:extLst>
          </p:cNvPr>
          <p:cNvSpPr>
            <a:spLocks noGrp="1"/>
          </p:cNvSpPr>
          <p:nvPr/>
        </p:nvSpPr>
        <p:spPr>
          <a:xfrm>
            <a:off x="1285875" y="1492250"/>
            <a:ext cx="619125" cy="619125"/>
          </a:xfrm>
          <a:prstGeom prst="roundRect">
            <a:avLst>
              <a:gd name="adj" fmla="val 7692"/>
            </a:avLst>
          </a:prstGeom>
          <a:noFill/>
          <a:ln w="9525">
            <a:solidFill>
              <a:srgbClr val="7B858E"/>
            </a:solidFill>
            <a:prstDash val="solid"/>
          </a:ln>
        </p:spPr>
        <p:txBody>
          <a:bodyPr/>
          <a:lstStyle/>
          <a:p>
            <a:endParaRPr lang="zh-CN" altLang="en-US"/>
          </a:p>
        </p:txBody>
      </p:sp>
      <p:sp>
        <p:nvSpPr>
          <p:cNvPr id="91" name="teacher-view-names">
            <a:extLst>
              <a:ext uri="{FF2B5EF4-FFF2-40B4-BE49-F238E27FC236}">
                <a16:creationId xmlns:a16="http://schemas.microsoft.com/office/drawing/2014/main" id="{D7988236-8046-4F1B-BCD9-14F352813EF1}"/>
              </a:ext>
            </a:extLst>
          </p:cNvPr>
          <p:cNvSpPr>
            <a:spLocks noGrp="1"/>
          </p:cNvSpPr>
          <p:nvPr/>
        </p:nvSpPr>
        <p:spPr>
          <a:xfrm>
            <a:off x="571500" y="2201175"/>
            <a:ext cx="1333500" cy="218933"/>
          </a:xfrm>
          <a:prstGeom prst="rect">
            <a:avLst/>
          </a:prstGeom>
          <a:noFill/>
          <a:ln w="0">
            <a:noFill/>
            <a:prstDash val="solid"/>
          </a:ln>
        </p:spPr>
        <p:txBody>
          <a:bodyPr wrap="square" lIns="47625" tIns="19050" rIns="47625" bIns="19050" anchor="ctr">
            <a:noAutofit/>
          </a:bodyPr>
          <a:lstStyle/>
          <a:p>
            <a:pPr algn="ctr">
              <a:defRPr sz="1200" b="0" i="0">
                <a:solidFill>
                  <a:srgbClr val="53606C"/>
                </a:solidFill>
                <a:latin typeface="Arial"/>
                <a:ea typeface="Arial"/>
                <a:cs typeface="Arial"/>
              </a:defRPr>
            </a:pPr>
            <a:r>
              <a:rPr sz="1200" b="0" i="0">
                <a:solidFill>
                  <a:srgbClr val="53606C"/>
                </a:solidFill>
                <a:latin typeface="Arial"/>
                <a:ea typeface="Arial"/>
                <a:cs typeface="Arial"/>
              </a:rPr>
              <a:t>agent      wrist</a:t>
            </a:r>
          </a:p>
        </p:txBody>
      </p:sp>
      <p:pic>
        <p:nvPicPr>
          <p:cNvPr id="343" name="teacher-language-icon"/>
          <p:cNvPicPr>
            <a:picLocks noChangeAspect="1"/>
          </p:cNvPicPr>
          <p:nvPr/>
        </p:nvPicPr>
        <p:blipFill>
          <a:blip r:embed="rId8"/>
          <a:stretch/>
        </p:blipFill>
        <p:spPr>
          <a:xfrm>
            <a:off x="583710" y="2555638"/>
            <a:ext cx="175605" cy="180975"/>
          </a:xfrm>
          <a:prstGeom prst="rect">
            <a:avLst/>
          </a:prstGeom>
        </p:spPr>
      </p:pic>
      <p:sp>
        <p:nvSpPr>
          <p:cNvPr id="93" name="teacher-shared-condition">
            <a:extLst>
              <a:ext uri="{FF2B5EF4-FFF2-40B4-BE49-F238E27FC236}">
                <a16:creationId xmlns:a16="http://schemas.microsoft.com/office/drawing/2014/main" id="{2C5F00BF-EA6F-4AA3-8618-D27AFC9A7765}"/>
              </a:ext>
            </a:extLst>
          </p:cNvPr>
          <p:cNvSpPr>
            <a:spLocks noGrp="1"/>
          </p:cNvSpPr>
          <p:nvPr/>
        </p:nvSpPr>
        <p:spPr>
          <a:xfrm>
            <a:off x="781050" y="2524362"/>
            <a:ext cx="1143000" cy="239784"/>
          </a:xfrm>
          <a:prstGeom prst="rect">
            <a:avLst/>
          </a:prstGeom>
          <a:noFill/>
          <a:ln w="0">
            <a:noFill/>
            <a:prstDash val="solid"/>
          </a:ln>
        </p:spPr>
        <p:txBody>
          <a:bodyPr wrap="square" lIns="47625" tIns="19050" rIns="47625" bIns="19050" anchor="ctr">
            <a:noAutofit/>
          </a:bodyPr>
          <a:lstStyle/>
          <a:p>
            <a:pPr algn="l">
              <a:defRPr sz="1200" b="0" i="0">
                <a:solidFill>
                  <a:srgbClr val="53606C"/>
                </a:solidFill>
                <a:latin typeface="Arial"/>
                <a:ea typeface="Arial"/>
                <a:cs typeface="Arial"/>
              </a:defRPr>
            </a:pPr>
            <a:r>
              <a:rPr sz="1200" b="0" i="0">
                <a:solidFill>
                  <a:srgbClr val="53606C"/>
                </a:solidFill>
                <a:latin typeface="Arial"/>
                <a:ea typeface="Arial"/>
                <a:cs typeface="Arial"/>
              </a:rPr>
              <a:t>language / state</a:t>
            </a:r>
          </a:p>
        </p:txBody>
      </p:sp>
      <p:sp>
        <p:nvSpPr>
          <p:cNvPr id="94" name="student-input">
            <a:extLst>
              <a:ext uri="{FF2B5EF4-FFF2-40B4-BE49-F238E27FC236}">
                <a16:creationId xmlns:a16="http://schemas.microsoft.com/office/drawing/2014/main" id="{268A067F-2498-4298-A2AA-C3AF6D1D908F}"/>
              </a:ext>
            </a:extLst>
          </p:cNvPr>
          <p:cNvSpPr>
            <a:spLocks noGrp="1"/>
          </p:cNvSpPr>
          <p:nvPr/>
        </p:nvSpPr>
        <p:spPr>
          <a:xfrm>
            <a:off x="476250" y="4015190"/>
            <a:ext cx="1524000" cy="1417851"/>
          </a:xfrm>
          <a:prstGeom prst="roundRect">
            <a:avLst>
              <a:gd name="adj" fmla="val 4703"/>
            </a:avLst>
          </a:prstGeom>
          <a:solidFill>
            <a:srgbClr val="FFFFFF"/>
          </a:solidFill>
          <a:ln w="14288">
            <a:solidFill>
              <a:srgbClr val="D55E00"/>
            </a:solidFill>
            <a:prstDash val="solid"/>
          </a:ln>
        </p:spPr>
        <p:txBody>
          <a:bodyPr/>
          <a:lstStyle/>
          <a:p>
            <a:endParaRPr lang="zh-CN" altLang="en-US"/>
          </a:p>
        </p:txBody>
      </p:sp>
      <p:pic>
        <p:nvPicPr>
          <p:cNvPr id="346" name="student-camera-icon"/>
          <p:cNvPicPr>
            <a:picLocks noChangeAspect="1"/>
          </p:cNvPicPr>
          <p:nvPr/>
        </p:nvPicPr>
        <p:blipFill>
          <a:blip r:embed="rId5"/>
          <a:stretch/>
        </p:blipFill>
        <p:spPr>
          <a:xfrm>
            <a:off x="581025" y="4111689"/>
            <a:ext cx="209550" cy="175634"/>
          </a:xfrm>
          <a:prstGeom prst="rect">
            <a:avLst/>
          </a:prstGeom>
        </p:spPr>
      </p:pic>
      <p:sp>
        <p:nvSpPr>
          <p:cNvPr id="96" name="student-input-label">
            <a:extLst>
              <a:ext uri="{FF2B5EF4-FFF2-40B4-BE49-F238E27FC236}">
                <a16:creationId xmlns:a16="http://schemas.microsoft.com/office/drawing/2014/main" id="{39403AC5-B7F4-47B1-9474-A95437CAC1BF}"/>
              </a:ext>
            </a:extLst>
          </p:cNvPr>
          <p:cNvSpPr>
            <a:spLocks noGrp="1"/>
          </p:cNvSpPr>
          <p:nvPr/>
        </p:nvSpPr>
        <p:spPr>
          <a:xfrm>
            <a:off x="809625" y="4077743"/>
            <a:ext cx="1123950" cy="260634"/>
          </a:xfrm>
          <a:prstGeom prst="rect">
            <a:avLst/>
          </a:prstGeom>
          <a:noFill/>
          <a:ln w="0">
            <a:noFill/>
            <a:prstDash val="solid"/>
          </a:ln>
        </p:spPr>
        <p:txBody>
          <a:bodyPr wrap="square" lIns="47625" tIns="19050" rIns="47625" bIns="19050" anchor="ctr">
            <a:noAutofit/>
          </a:bodyPr>
          <a:lstStyle/>
          <a:p>
            <a:pPr algn="l">
              <a:defRPr sz="1275" b="1" i="0">
                <a:solidFill>
                  <a:srgbClr val="D55E00"/>
                </a:solidFill>
                <a:latin typeface="Arial"/>
                <a:ea typeface="Arial"/>
                <a:cs typeface="Arial"/>
              </a:defRPr>
            </a:pPr>
            <a:r>
              <a:rPr sz="1275" b="1" i="0">
                <a:solidFill>
                  <a:srgbClr val="D55E00"/>
                </a:solidFill>
                <a:latin typeface="Arial"/>
                <a:ea typeface="Arial"/>
                <a:cs typeface="Arial"/>
              </a:rPr>
              <a:t>Weak</a:t>
            </a:r>
            <a:r>
              <a:rPr lang="zh-CN" altLang="en-US" sz="1275" b="1" i="0">
                <a:solidFill>
                  <a:srgbClr val="D55E00"/>
                </a:solidFill>
                <a:latin typeface="Arial"/>
                <a:ea typeface="Arial"/>
                <a:cs typeface="Arial"/>
              </a:rPr>
              <a:t> </a:t>
            </a:r>
            <a:r>
              <a:rPr sz="1275" b="1" i="0">
                <a:solidFill>
                  <a:srgbClr val="D55E00"/>
                </a:solidFill>
                <a:latin typeface="Arial"/>
                <a:ea typeface="Arial"/>
                <a:cs typeface="Arial"/>
              </a:rPr>
              <a:t>vie</a:t>
            </a:r>
            <a:r>
              <a:rPr lang="en-US" altLang="zh-CN" sz="1275" b="1" i="0">
                <a:solidFill>
                  <a:srgbClr val="D55E00"/>
                </a:solidFill>
                <a:latin typeface="Arial"/>
                <a:ea typeface="Arial"/>
                <a:cs typeface="Arial"/>
              </a:rPr>
              <a:t>w</a:t>
            </a:r>
            <a:endParaRPr sz="1275" b="1" i="0">
              <a:solidFill>
                <a:srgbClr val="D55E00"/>
              </a:solidFill>
              <a:latin typeface="Arial"/>
              <a:ea typeface="Arial"/>
              <a:cs typeface="Arial"/>
            </a:endParaRPr>
          </a:p>
        </p:txBody>
      </p:sp>
      <p:pic>
        <p:nvPicPr>
          <p:cNvPr id="348" name="student-backview"/>
          <p:cNvPicPr>
            <a:picLocks noChangeAspect="1"/>
          </p:cNvPicPr>
          <p:nvPr/>
        </p:nvPicPr>
        <p:blipFill>
          <a:blip r:embed="rId9"/>
          <a:stretch/>
        </p:blipFill>
        <p:spPr>
          <a:xfrm>
            <a:off x="828675" y="4411354"/>
            <a:ext cx="819150" cy="819150"/>
          </a:xfrm>
          <a:prstGeom prst="roundRect">
            <a:avLst>
              <a:gd name="adj" fmla="val 5814"/>
            </a:avLst>
          </a:prstGeom>
        </p:spPr>
      </p:pic>
      <p:sp>
        <p:nvSpPr>
          <p:cNvPr id="98" name="student-backview-border">
            <a:extLst>
              <a:ext uri="{FF2B5EF4-FFF2-40B4-BE49-F238E27FC236}">
                <a16:creationId xmlns:a16="http://schemas.microsoft.com/office/drawing/2014/main" id="{60294CE9-47CC-4B00-9908-D9114ABDAF91}"/>
              </a:ext>
            </a:extLst>
          </p:cNvPr>
          <p:cNvSpPr>
            <a:spLocks noGrp="1"/>
          </p:cNvSpPr>
          <p:nvPr/>
        </p:nvSpPr>
        <p:spPr>
          <a:xfrm>
            <a:off x="828675" y="4411354"/>
            <a:ext cx="819150" cy="819150"/>
          </a:xfrm>
          <a:prstGeom prst="roundRect">
            <a:avLst>
              <a:gd name="adj" fmla="val 5814"/>
            </a:avLst>
          </a:prstGeom>
          <a:noFill/>
          <a:ln w="9525">
            <a:solidFill>
              <a:srgbClr val="7B858E"/>
            </a:solidFill>
            <a:prstDash val="solid"/>
          </a:ln>
        </p:spPr>
        <p:txBody>
          <a:bodyPr/>
          <a:lstStyle/>
          <a:p>
            <a:endParaRPr lang="zh-CN" altLang="en-US"/>
          </a:p>
        </p:txBody>
      </p:sp>
      <p:pic>
        <p:nvPicPr>
          <p:cNvPr id="350" name="student-language-icon"/>
          <p:cNvPicPr>
            <a:picLocks noChangeAspect="1"/>
          </p:cNvPicPr>
          <p:nvPr/>
        </p:nvPicPr>
        <p:blipFill>
          <a:blip r:embed="rId8"/>
          <a:stretch/>
        </p:blipFill>
        <p:spPr>
          <a:xfrm>
            <a:off x="583710" y="5474743"/>
            <a:ext cx="175605" cy="180975"/>
          </a:xfrm>
          <a:prstGeom prst="rect">
            <a:avLst/>
          </a:prstGeom>
        </p:spPr>
      </p:pic>
      <p:sp>
        <p:nvSpPr>
          <p:cNvPr id="100" name="student-shared-condition">
            <a:extLst>
              <a:ext uri="{FF2B5EF4-FFF2-40B4-BE49-F238E27FC236}">
                <a16:creationId xmlns:a16="http://schemas.microsoft.com/office/drawing/2014/main" id="{D5FB17B1-28A1-4947-A225-4860F4F652D0}"/>
              </a:ext>
            </a:extLst>
          </p:cNvPr>
          <p:cNvSpPr>
            <a:spLocks noGrp="1"/>
          </p:cNvSpPr>
          <p:nvPr/>
        </p:nvSpPr>
        <p:spPr>
          <a:xfrm>
            <a:off x="781050" y="5443466"/>
            <a:ext cx="1143000" cy="239784"/>
          </a:xfrm>
          <a:prstGeom prst="rect">
            <a:avLst/>
          </a:prstGeom>
          <a:noFill/>
          <a:ln w="0">
            <a:noFill/>
            <a:prstDash val="solid"/>
          </a:ln>
        </p:spPr>
        <p:txBody>
          <a:bodyPr wrap="square" lIns="47625" tIns="19050" rIns="47625" bIns="19050" anchor="ctr">
            <a:noAutofit/>
          </a:bodyPr>
          <a:lstStyle/>
          <a:p>
            <a:pPr algn="l">
              <a:defRPr sz="1200" b="0" i="0">
                <a:solidFill>
                  <a:srgbClr val="53606C"/>
                </a:solidFill>
                <a:latin typeface="Arial"/>
                <a:ea typeface="Arial"/>
                <a:cs typeface="Arial"/>
              </a:defRPr>
            </a:pPr>
            <a:r>
              <a:rPr sz="1200" b="0" i="0">
                <a:solidFill>
                  <a:srgbClr val="53606C"/>
                </a:solidFill>
                <a:latin typeface="Arial"/>
                <a:ea typeface="Arial"/>
                <a:cs typeface="Arial"/>
              </a:rPr>
              <a:t>language / state</a:t>
            </a:r>
          </a:p>
        </p:txBody>
      </p:sp>
      <p:sp>
        <p:nvSpPr>
          <p:cNvPr id="101" name="teacher-visual-box">
            <a:extLst>
              <a:ext uri="{FF2B5EF4-FFF2-40B4-BE49-F238E27FC236}">
                <a16:creationId xmlns:a16="http://schemas.microsoft.com/office/drawing/2014/main" id="{5A81492E-D10E-427D-870E-A88D3133CA3D}"/>
              </a:ext>
            </a:extLst>
          </p:cNvPr>
          <p:cNvSpPr>
            <a:spLocks noGrp="1"/>
          </p:cNvSpPr>
          <p:nvPr/>
        </p:nvSpPr>
        <p:spPr>
          <a:xfrm>
            <a:off x="2381250" y="1283743"/>
            <a:ext cx="1381125" cy="740201"/>
          </a:xfrm>
          <a:prstGeom prst="roundRect">
            <a:avLst>
              <a:gd name="adj" fmla="val 6395"/>
            </a:avLst>
          </a:prstGeom>
          <a:solidFill>
            <a:srgbClr val="FFFFFF"/>
          </a:solidFill>
          <a:ln w="14288">
            <a:solidFill>
              <a:srgbClr val="0072B2"/>
            </a:solidFill>
            <a:prstDash val="solid"/>
          </a:ln>
        </p:spPr>
        <p:txBody>
          <a:bodyPr/>
          <a:lstStyle/>
          <a:p>
            <a:endParaRPr lang="zh-CN" altLang="en-US"/>
          </a:p>
        </p:txBody>
      </p:sp>
      <p:sp>
        <p:nvSpPr>
          <p:cNvPr id="102" name="teacher-visual-title">
            <a:extLst>
              <a:ext uri="{FF2B5EF4-FFF2-40B4-BE49-F238E27FC236}">
                <a16:creationId xmlns:a16="http://schemas.microsoft.com/office/drawing/2014/main" id="{6013A457-112C-44E5-956E-7D4601F1B272}"/>
              </a:ext>
            </a:extLst>
          </p:cNvPr>
          <p:cNvSpPr>
            <a:spLocks noGrp="1"/>
          </p:cNvSpPr>
          <p:nvPr/>
        </p:nvSpPr>
        <p:spPr>
          <a:xfrm>
            <a:off x="2438400" y="1367146"/>
            <a:ext cx="1266825" cy="375313"/>
          </a:xfrm>
          <a:prstGeom prst="rect">
            <a:avLst/>
          </a:prstGeom>
          <a:noFill/>
          <a:ln w="0">
            <a:noFill/>
            <a:prstDash val="solid"/>
          </a:ln>
        </p:spPr>
        <p:txBody>
          <a:bodyPr wrap="square" lIns="47625" tIns="19050" rIns="47625" bIns="19050" anchor="ctr">
            <a:noAutofit/>
          </a:bodyPr>
          <a:lstStyle/>
          <a:p>
            <a:pPr algn="ctr">
              <a:defRPr sz="1350" b="1" i="0">
                <a:solidFill>
                  <a:srgbClr val="17212B"/>
                </a:solidFill>
                <a:latin typeface="Arial"/>
                <a:ea typeface="Arial"/>
                <a:cs typeface="Arial"/>
              </a:defRPr>
            </a:pPr>
            <a:r>
              <a:rPr sz="1350" b="1" i="0">
                <a:solidFill>
                  <a:srgbClr val="17212B"/>
                </a:solidFill>
                <a:latin typeface="Arial"/>
                <a:ea typeface="Arial"/>
                <a:cs typeface="Arial"/>
              </a:rPr>
              <a:t>Visual Backbone</a:t>
            </a:r>
          </a:p>
        </p:txBody>
      </p:sp>
      <p:sp>
        <p:nvSpPr>
          <p:cNvPr id="103" name="teacher-visual-subtitle">
            <a:extLst>
              <a:ext uri="{FF2B5EF4-FFF2-40B4-BE49-F238E27FC236}">
                <a16:creationId xmlns:a16="http://schemas.microsoft.com/office/drawing/2014/main" id="{5F23F668-B718-4044-8FC6-CE3FBBCB1618}"/>
              </a:ext>
            </a:extLst>
          </p:cNvPr>
          <p:cNvSpPr>
            <a:spLocks noGrp="1"/>
          </p:cNvSpPr>
          <p:nvPr/>
        </p:nvSpPr>
        <p:spPr>
          <a:xfrm>
            <a:off x="2457450" y="1784160"/>
            <a:ext cx="1228725" cy="208507"/>
          </a:xfrm>
          <a:prstGeom prst="rect">
            <a:avLst/>
          </a:prstGeom>
          <a:noFill/>
          <a:ln w="0">
            <a:noFill/>
            <a:prstDash val="solid"/>
          </a:ln>
        </p:spPr>
        <p:txBody>
          <a:bodyPr wrap="square" lIns="47625" tIns="19050" rIns="47625" bIns="19050" anchor="ctr">
            <a:noAutofit/>
          </a:bodyPr>
          <a:lstStyle/>
          <a:p>
            <a:pPr algn="ctr">
              <a:defRPr sz="1200" b="0" i="0">
                <a:solidFill>
                  <a:srgbClr val="53606C"/>
                </a:solidFill>
                <a:latin typeface="Arial"/>
                <a:ea typeface="Arial"/>
                <a:cs typeface="Arial"/>
              </a:defRPr>
            </a:pPr>
            <a:endParaRPr sz="1200" b="0" i="0">
              <a:solidFill>
                <a:srgbClr val="53606C"/>
              </a:solidFill>
              <a:latin typeface="Arial"/>
              <a:ea typeface="Arial"/>
              <a:cs typeface="Arial"/>
            </a:endParaRPr>
          </a:p>
        </p:txBody>
      </p:sp>
      <p:sp>
        <p:nvSpPr>
          <p:cNvPr id="104" name="teacher-visual-tokens-1">
            <a:extLst>
              <a:ext uri="{FF2B5EF4-FFF2-40B4-BE49-F238E27FC236}">
                <a16:creationId xmlns:a16="http://schemas.microsoft.com/office/drawing/2014/main" id="{C594B150-2BD5-491D-8E11-7EF8A55E83AE}"/>
              </a:ext>
            </a:extLst>
          </p:cNvPr>
          <p:cNvSpPr>
            <a:spLocks noGrp="1"/>
          </p:cNvSpPr>
          <p:nvPr/>
        </p:nvSpPr>
        <p:spPr>
          <a:xfrm>
            <a:off x="2719388"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05" name="teacher-visual-tokens-2">
            <a:extLst>
              <a:ext uri="{FF2B5EF4-FFF2-40B4-BE49-F238E27FC236}">
                <a16:creationId xmlns:a16="http://schemas.microsoft.com/office/drawing/2014/main" id="{9C949B31-F66E-482D-9D8B-6AE3E770AC49}"/>
              </a:ext>
            </a:extLst>
          </p:cNvPr>
          <p:cNvSpPr>
            <a:spLocks noGrp="1"/>
          </p:cNvSpPr>
          <p:nvPr/>
        </p:nvSpPr>
        <p:spPr>
          <a:xfrm>
            <a:off x="2871788"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06" name="teacher-visual-tokens-3">
            <a:extLst>
              <a:ext uri="{FF2B5EF4-FFF2-40B4-BE49-F238E27FC236}">
                <a16:creationId xmlns:a16="http://schemas.microsoft.com/office/drawing/2014/main" id="{98828705-AB15-426A-83FD-A0E7448CC239}"/>
              </a:ext>
            </a:extLst>
          </p:cNvPr>
          <p:cNvSpPr>
            <a:spLocks noGrp="1"/>
          </p:cNvSpPr>
          <p:nvPr/>
        </p:nvSpPr>
        <p:spPr>
          <a:xfrm>
            <a:off x="3024188"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07" name="teacher-visual-tokens-4">
            <a:extLst>
              <a:ext uri="{FF2B5EF4-FFF2-40B4-BE49-F238E27FC236}">
                <a16:creationId xmlns:a16="http://schemas.microsoft.com/office/drawing/2014/main" id="{08A3E747-F329-4F68-B4B0-97ACAFA31D42}"/>
              </a:ext>
            </a:extLst>
          </p:cNvPr>
          <p:cNvSpPr>
            <a:spLocks noGrp="1"/>
          </p:cNvSpPr>
          <p:nvPr/>
        </p:nvSpPr>
        <p:spPr>
          <a:xfrm>
            <a:off x="3176588" y="1849495"/>
            <a:ext cx="95250" cy="104254"/>
          </a:xfrm>
          <a:prstGeom prst="roundRect">
            <a:avLst>
              <a:gd name="adj" fmla="val 20000"/>
            </a:avLst>
          </a:prstGeom>
          <a:solidFill>
            <a:srgbClr val="FFFFFF"/>
          </a:solidFill>
          <a:ln w="11430">
            <a:solidFill>
              <a:srgbClr val="0072B2"/>
            </a:solidFill>
            <a:prstDash val="solid"/>
          </a:ln>
        </p:spPr>
        <p:txBody>
          <a:bodyPr/>
          <a:lstStyle/>
          <a:p>
            <a:endParaRPr lang="zh-CN" altLang="en-US"/>
          </a:p>
        </p:txBody>
      </p:sp>
      <p:sp>
        <p:nvSpPr>
          <p:cNvPr id="108" name="teacher-visual-tokens-5">
            <a:extLst>
              <a:ext uri="{FF2B5EF4-FFF2-40B4-BE49-F238E27FC236}">
                <a16:creationId xmlns:a16="http://schemas.microsoft.com/office/drawing/2014/main" id="{642F2C87-F5E5-4B88-829F-D95FAC89C5A3}"/>
              </a:ext>
            </a:extLst>
          </p:cNvPr>
          <p:cNvSpPr>
            <a:spLocks noGrp="1"/>
          </p:cNvSpPr>
          <p:nvPr/>
        </p:nvSpPr>
        <p:spPr>
          <a:xfrm>
            <a:off x="3328988"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09" name="teacher-fusion">
            <a:extLst>
              <a:ext uri="{FF2B5EF4-FFF2-40B4-BE49-F238E27FC236}">
                <a16:creationId xmlns:a16="http://schemas.microsoft.com/office/drawing/2014/main" id="{0D894D8D-995D-4672-958D-4F23817C0FB6}"/>
              </a:ext>
            </a:extLst>
          </p:cNvPr>
          <p:cNvSpPr>
            <a:spLocks noGrp="1"/>
          </p:cNvSpPr>
          <p:nvPr/>
        </p:nvSpPr>
        <p:spPr>
          <a:xfrm>
            <a:off x="4000500" y="1586078"/>
            <a:ext cx="400050" cy="437866"/>
          </a:xfrm>
          <a:prstGeom prst="ellipse">
            <a:avLst/>
          </a:prstGeom>
          <a:solidFill>
            <a:srgbClr val="FFFFFF"/>
          </a:solidFill>
          <a:ln w="14288">
            <a:solidFill>
              <a:srgbClr val="53606C"/>
            </a:solidFill>
            <a:prstDash val="solid"/>
          </a:ln>
        </p:spPr>
        <p:txBody>
          <a:bodyPr/>
          <a:lstStyle/>
          <a:p>
            <a:endParaRPr lang="zh-CN" altLang="en-US"/>
          </a:p>
        </p:txBody>
      </p:sp>
      <p:sp>
        <p:nvSpPr>
          <p:cNvPr id="110" name="teacher-fusion-plus">
            <a:extLst>
              <a:ext uri="{FF2B5EF4-FFF2-40B4-BE49-F238E27FC236}">
                <a16:creationId xmlns:a16="http://schemas.microsoft.com/office/drawing/2014/main" id="{96F36BFA-DB9E-44CB-9353-CB04E83DC430}"/>
              </a:ext>
            </a:extLst>
          </p:cNvPr>
          <p:cNvSpPr>
            <a:spLocks noGrp="1"/>
          </p:cNvSpPr>
          <p:nvPr/>
        </p:nvSpPr>
        <p:spPr>
          <a:xfrm>
            <a:off x="4000500" y="1565228"/>
            <a:ext cx="400050" cy="458716"/>
          </a:xfrm>
          <a:prstGeom prst="rect">
            <a:avLst/>
          </a:prstGeom>
          <a:noFill/>
          <a:ln w="0">
            <a:noFill/>
            <a:prstDash val="solid"/>
          </a:ln>
        </p:spPr>
        <p:txBody>
          <a:bodyPr wrap="square" lIns="47625" tIns="19050" rIns="47625" bIns="19050" anchor="ctr">
            <a:noAutofit/>
          </a:bodyPr>
          <a:lstStyle/>
          <a:p>
            <a:pPr algn="ctr">
              <a:defRPr sz="2175" b="0" i="0">
                <a:solidFill>
                  <a:srgbClr val="17212B"/>
                </a:solidFill>
                <a:latin typeface="Arial"/>
                <a:ea typeface="Arial"/>
                <a:cs typeface="Arial"/>
              </a:defRPr>
            </a:pPr>
            <a:r>
              <a:rPr sz="2175" b="0" i="0">
                <a:solidFill>
                  <a:srgbClr val="17212B"/>
                </a:solidFill>
                <a:latin typeface="Arial"/>
                <a:ea typeface="Arial"/>
                <a:cs typeface="Arial"/>
              </a:rPr>
              <a:t>+</a:t>
            </a:r>
          </a:p>
        </p:txBody>
      </p:sp>
      <p:sp>
        <p:nvSpPr>
          <p:cNvPr id="111" name="teacher-policy-box">
            <a:extLst>
              <a:ext uri="{FF2B5EF4-FFF2-40B4-BE49-F238E27FC236}">
                <a16:creationId xmlns:a16="http://schemas.microsoft.com/office/drawing/2014/main" id="{5952B144-B07D-43C6-922F-38A2EBCBFF25}"/>
              </a:ext>
            </a:extLst>
          </p:cNvPr>
          <p:cNvSpPr>
            <a:spLocks noGrp="1"/>
          </p:cNvSpPr>
          <p:nvPr/>
        </p:nvSpPr>
        <p:spPr>
          <a:xfrm>
            <a:off x="4619625" y="1283744"/>
            <a:ext cx="1333500" cy="719350"/>
          </a:xfrm>
          <a:prstGeom prst="roundRect">
            <a:avLst>
              <a:gd name="adj" fmla="val 6395"/>
            </a:avLst>
          </a:prstGeom>
          <a:solidFill>
            <a:srgbClr val="FFFFFF"/>
          </a:solidFill>
          <a:ln w="14288">
            <a:solidFill>
              <a:srgbClr val="0072B2"/>
            </a:solidFill>
            <a:prstDash val="solid"/>
          </a:ln>
        </p:spPr>
        <p:txBody>
          <a:bodyPr/>
          <a:lstStyle/>
          <a:p>
            <a:endParaRPr lang="zh-CN" altLang="en-US"/>
          </a:p>
        </p:txBody>
      </p:sp>
      <p:sp>
        <p:nvSpPr>
          <p:cNvPr id="112" name="teacher-policy-title">
            <a:extLst>
              <a:ext uri="{FF2B5EF4-FFF2-40B4-BE49-F238E27FC236}">
                <a16:creationId xmlns:a16="http://schemas.microsoft.com/office/drawing/2014/main" id="{5DDF2BB5-BCEE-4197-AB1B-3332350E0B4D}"/>
              </a:ext>
            </a:extLst>
          </p:cNvPr>
          <p:cNvSpPr>
            <a:spLocks noGrp="1"/>
          </p:cNvSpPr>
          <p:nvPr/>
        </p:nvSpPr>
        <p:spPr>
          <a:xfrm>
            <a:off x="4676775" y="1367146"/>
            <a:ext cx="1219200" cy="375313"/>
          </a:xfrm>
          <a:prstGeom prst="rect">
            <a:avLst/>
          </a:prstGeom>
          <a:noFill/>
          <a:ln w="0">
            <a:noFill/>
            <a:prstDash val="solid"/>
          </a:ln>
        </p:spPr>
        <p:txBody>
          <a:bodyPr wrap="square" lIns="47625" tIns="19050" rIns="47625" bIns="19050" anchor="ctr">
            <a:noAutofit/>
          </a:bodyPr>
          <a:lstStyle/>
          <a:p>
            <a:pPr algn="ctr">
              <a:defRPr sz="1350" b="1" i="0">
                <a:solidFill>
                  <a:srgbClr val="17212B"/>
                </a:solidFill>
                <a:latin typeface="Arial"/>
                <a:ea typeface="Arial"/>
                <a:cs typeface="Arial"/>
              </a:defRPr>
            </a:pPr>
            <a:r>
              <a:rPr sz="1350" b="1" i="0">
                <a:solidFill>
                  <a:srgbClr val="17212B"/>
                </a:solidFill>
                <a:latin typeface="Arial"/>
                <a:ea typeface="Arial"/>
                <a:cs typeface="Arial"/>
              </a:rPr>
              <a:t>Policy Backbone</a:t>
            </a:r>
          </a:p>
        </p:txBody>
      </p:sp>
      <p:sp>
        <p:nvSpPr>
          <p:cNvPr id="113" name="teacher-policy-subtitle">
            <a:extLst>
              <a:ext uri="{FF2B5EF4-FFF2-40B4-BE49-F238E27FC236}">
                <a16:creationId xmlns:a16="http://schemas.microsoft.com/office/drawing/2014/main" id="{5C6DDBD2-CCF1-433B-BA4A-1BAAB1BE9829}"/>
              </a:ext>
            </a:extLst>
          </p:cNvPr>
          <p:cNvSpPr>
            <a:spLocks noGrp="1"/>
          </p:cNvSpPr>
          <p:nvPr/>
        </p:nvSpPr>
        <p:spPr>
          <a:xfrm>
            <a:off x="4695825" y="1784160"/>
            <a:ext cx="1181100" cy="208507"/>
          </a:xfrm>
          <a:prstGeom prst="rect">
            <a:avLst/>
          </a:prstGeom>
          <a:noFill/>
          <a:ln w="0">
            <a:noFill/>
            <a:prstDash val="solid"/>
          </a:ln>
        </p:spPr>
        <p:txBody>
          <a:bodyPr wrap="square" lIns="47625" tIns="19050" rIns="47625" bIns="19050" anchor="ctr">
            <a:noAutofit/>
          </a:bodyPr>
          <a:lstStyle/>
          <a:p>
            <a:pPr algn="ctr">
              <a:defRPr sz="1200" b="0" i="0">
                <a:solidFill>
                  <a:srgbClr val="53606C"/>
                </a:solidFill>
                <a:latin typeface="Arial"/>
                <a:ea typeface="Arial"/>
                <a:cs typeface="Arial"/>
              </a:defRPr>
            </a:pPr>
            <a:endParaRPr sz="1200" b="0" i="0">
              <a:solidFill>
                <a:srgbClr val="53606C"/>
              </a:solidFill>
              <a:latin typeface="Arial"/>
              <a:ea typeface="Arial"/>
              <a:cs typeface="Arial"/>
            </a:endParaRPr>
          </a:p>
        </p:txBody>
      </p:sp>
      <p:sp>
        <p:nvSpPr>
          <p:cNvPr id="114" name="teacher-policy-tokens-1">
            <a:extLst>
              <a:ext uri="{FF2B5EF4-FFF2-40B4-BE49-F238E27FC236}">
                <a16:creationId xmlns:a16="http://schemas.microsoft.com/office/drawing/2014/main" id="{E0221DAE-EE8E-44C7-A46E-F7437572F60D}"/>
              </a:ext>
            </a:extLst>
          </p:cNvPr>
          <p:cNvSpPr>
            <a:spLocks noGrp="1"/>
          </p:cNvSpPr>
          <p:nvPr/>
        </p:nvSpPr>
        <p:spPr>
          <a:xfrm>
            <a:off x="4933950"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15" name="teacher-policy-tokens-2">
            <a:extLst>
              <a:ext uri="{FF2B5EF4-FFF2-40B4-BE49-F238E27FC236}">
                <a16:creationId xmlns:a16="http://schemas.microsoft.com/office/drawing/2014/main" id="{27B11571-391D-4FAE-B17E-31CC40A3CB30}"/>
              </a:ext>
            </a:extLst>
          </p:cNvPr>
          <p:cNvSpPr>
            <a:spLocks noGrp="1"/>
          </p:cNvSpPr>
          <p:nvPr/>
        </p:nvSpPr>
        <p:spPr>
          <a:xfrm>
            <a:off x="5086350"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16" name="teacher-policy-tokens-3">
            <a:extLst>
              <a:ext uri="{FF2B5EF4-FFF2-40B4-BE49-F238E27FC236}">
                <a16:creationId xmlns:a16="http://schemas.microsoft.com/office/drawing/2014/main" id="{055B3C14-A717-4C94-825B-0CA45669D58F}"/>
              </a:ext>
            </a:extLst>
          </p:cNvPr>
          <p:cNvSpPr>
            <a:spLocks noGrp="1"/>
          </p:cNvSpPr>
          <p:nvPr/>
        </p:nvSpPr>
        <p:spPr>
          <a:xfrm>
            <a:off x="5238750"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17" name="teacher-policy-tokens-4">
            <a:extLst>
              <a:ext uri="{FF2B5EF4-FFF2-40B4-BE49-F238E27FC236}">
                <a16:creationId xmlns:a16="http://schemas.microsoft.com/office/drawing/2014/main" id="{CE1FF4F8-10C0-4BBC-B10F-C4ADB25D9CFE}"/>
              </a:ext>
            </a:extLst>
          </p:cNvPr>
          <p:cNvSpPr>
            <a:spLocks noGrp="1"/>
          </p:cNvSpPr>
          <p:nvPr/>
        </p:nvSpPr>
        <p:spPr>
          <a:xfrm>
            <a:off x="5391150" y="1849495"/>
            <a:ext cx="95250" cy="104254"/>
          </a:xfrm>
          <a:prstGeom prst="roundRect">
            <a:avLst>
              <a:gd name="adj" fmla="val 20000"/>
            </a:avLst>
          </a:prstGeom>
          <a:solidFill>
            <a:srgbClr val="FFFFFF"/>
          </a:solidFill>
          <a:ln w="11430">
            <a:solidFill>
              <a:srgbClr val="0072B2"/>
            </a:solidFill>
            <a:prstDash val="solid"/>
          </a:ln>
        </p:spPr>
        <p:txBody>
          <a:bodyPr/>
          <a:lstStyle/>
          <a:p>
            <a:endParaRPr lang="zh-CN" altLang="en-US"/>
          </a:p>
        </p:txBody>
      </p:sp>
      <p:sp>
        <p:nvSpPr>
          <p:cNvPr id="118" name="teacher-policy-tokens-5">
            <a:extLst>
              <a:ext uri="{FF2B5EF4-FFF2-40B4-BE49-F238E27FC236}">
                <a16:creationId xmlns:a16="http://schemas.microsoft.com/office/drawing/2014/main" id="{C0A1E49F-2D88-4AF4-9448-9CC4840795E5}"/>
              </a:ext>
            </a:extLst>
          </p:cNvPr>
          <p:cNvSpPr>
            <a:spLocks noGrp="1"/>
          </p:cNvSpPr>
          <p:nvPr/>
        </p:nvSpPr>
        <p:spPr>
          <a:xfrm>
            <a:off x="5543550"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19" name="teacher-action-box">
            <a:extLst>
              <a:ext uri="{FF2B5EF4-FFF2-40B4-BE49-F238E27FC236}">
                <a16:creationId xmlns:a16="http://schemas.microsoft.com/office/drawing/2014/main" id="{9D401CE9-546D-453E-BCEF-E60F0631E7F6}"/>
              </a:ext>
            </a:extLst>
          </p:cNvPr>
          <p:cNvSpPr>
            <a:spLocks noGrp="1"/>
          </p:cNvSpPr>
          <p:nvPr/>
        </p:nvSpPr>
        <p:spPr>
          <a:xfrm>
            <a:off x="6381750" y="1283744"/>
            <a:ext cx="1333500" cy="714136"/>
          </a:xfrm>
          <a:prstGeom prst="roundRect">
            <a:avLst>
              <a:gd name="adj" fmla="val 6395"/>
            </a:avLst>
          </a:prstGeom>
          <a:solidFill>
            <a:srgbClr val="FFFFFF"/>
          </a:solidFill>
          <a:ln w="14288">
            <a:solidFill>
              <a:srgbClr val="0072B2"/>
            </a:solidFill>
            <a:prstDash val="solid"/>
          </a:ln>
        </p:spPr>
        <p:txBody>
          <a:bodyPr/>
          <a:lstStyle/>
          <a:p>
            <a:endParaRPr lang="zh-CN" altLang="en-US"/>
          </a:p>
        </p:txBody>
      </p:sp>
      <p:sp>
        <p:nvSpPr>
          <p:cNvPr id="120" name="teacher-action-title">
            <a:extLst>
              <a:ext uri="{FF2B5EF4-FFF2-40B4-BE49-F238E27FC236}">
                <a16:creationId xmlns:a16="http://schemas.microsoft.com/office/drawing/2014/main" id="{D364B465-408B-470B-9332-35D55C255226}"/>
              </a:ext>
            </a:extLst>
          </p:cNvPr>
          <p:cNvSpPr>
            <a:spLocks noGrp="1"/>
          </p:cNvSpPr>
          <p:nvPr/>
        </p:nvSpPr>
        <p:spPr>
          <a:xfrm>
            <a:off x="6438900" y="1367146"/>
            <a:ext cx="1219200" cy="375313"/>
          </a:xfrm>
          <a:prstGeom prst="rect">
            <a:avLst/>
          </a:prstGeom>
          <a:noFill/>
          <a:ln w="0">
            <a:noFill/>
            <a:prstDash val="solid"/>
          </a:ln>
        </p:spPr>
        <p:txBody>
          <a:bodyPr wrap="square" lIns="47625" tIns="19050" rIns="47625" bIns="19050" anchor="ctr">
            <a:noAutofit/>
          </a:bodyPr>
          <a:lstStyle/>
          <a:p>
            <a:pPr algn="ctr">
              <a:defRPr sz="1350" b="1" i="0">
                <a:solidFill>
                  <a:srgbClr val="17212B"/>
                </a:solidFill>
                <a:latin typeface="Arial"/>
                <a:ea typeface="Arial"/>
                <a:cs typeface="Arial"/>
              </a:defRPr>
            </a:pPr>
            <a:r>
              <a:rPr sz="1350" b="1" i="0">
                <a:solidFill>
                  <a:srgbClr val="17212B"/>
                </a:solidFill>
                <a:latin typeface="Arial"/>
                <a:ea typeface="Arial"/>
                <a:cs typeface="Arial"/>
              </a:rPr>
              <a:t>Action Expert</a:t>
            </a:r>
          </a:p>
        </p:txBody>
      </p:sp>
      <p:sp>
        <p:nvSpPr>
          <p:cNvPr id="122" name="teacher-action-tokens-1">
            <a:extLst>
              <a:ext uri="{FF2B5EF4-FFF2-40B4-BE49-F238E27FC236}">
                <a16:creationId xmlns:a16="http://schemas.microsoft.com/office/drawing/2014/main" id="{41C5B948-1A97-4418-974D-7775C10141A6}"/>
              </a:ext>
            </a:extLst>
          </p:cNvPr>
          <p:cNvSpPr>
            <a:spLocks noGrp="1"/>
          </p:cNvSpPr>
          <p:nvPr/>
        </p:nvSpPr>
        <p:spPr>
          <a:xfrm>
            <a:off x="6619875"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23" name="teacher-action-tokens-2">
            <a:extLst>
              <a:ext uri="{FF2B5EF4-FFF2-40B4-BE49-F238E27FC236}">
                <a16:creationId xmlns:a16="http://schemas.microsoft.com/office/drawing/2014/main" id="{BCEE70B3-D6C3-4738-9FFC-19C586A4E16E}"/>
              </a:ext>
            </a:extLst>
          </p:cNvPr>
          <p:cNvSpPr>
            <a:spLocks noGrp="1"/>
          </p:cNvSpPr>
          <p:nvPr/>
        </p:nvSpPr>
        <p:spPr>
          <a:xfrm>
            <a:off x="6772275"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24" name="teacher-action-tokens-3">
            <a:extLst>
              <a:ext uri="{FF2B5EF4-FFF2-40B4-BE49-F238E27FC236}">
                <a16:creationId xmlns:a16="http://schemas.microsoft.com/office/drawing/2014/main" id="{CDA09233-A99F-48E6-84D1-BBA4236BB7ED}"/>
              </a:ext>
            </a:extLst>
          </p:cNvPr>
          <p:cNvSpPr>
            <a:spLocks noGrp="1"/>
          </p:cNvSpPr>
          <p:nvPr/>
        </p:nvSpPr>
        <p:spPr>
          <a:xfrm>
            <a:off x="6924675"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25" name="teacher-action-tokens-4">
            <a:extLst>
              <a:ext uri="{FF2B5EF4-FFF2-40B4-BE49-F238E27FC236}">
                <a16:creationId xmlns:a16="http://schemas.microsoft.com/office/drawing/2014/main" id="{8F95D576-5408-499A-A88B-A24519F3171F}"/>
              </a:ext>
            </a:extLst>
          </p:cNvPr>
          <p:cNvSpPr>
            <a:spLocks noGrp="1"/>
          </p:cNvSpPr>
          <p:nvPr/>
        </p:nvSpPr>
        <p:spPr>
          <a:xfrm>
            <a:off x="7077075"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26" name="teacher-action-tokens-5">
            <a:extLst>
              <a:ext uri="{FF2B5EF4-FFF2-40B4-BE49-F238E27FC236}">
                <a16:creationId xmlns:a16="http://schemas.microsoft.com/office/drawing/2014/main" id="{6C2EA643-2B18-4813-B5DF-D2EDD1BE7655}"/>
              </a:ext>
            </a:extLst>
          </p:cNvPr>
          <p:cNvSpPr>
            <a:spLocks noGrp="1"/>
          </p:cNvSpPr>
          <p:nvPr/>
        </p:nvSpPr>
        <p:spPr>
          <a:xfrm>
            <a:off x="7229475" y="1849495"/>
            <a:ext cx="95250" cy="104254"/>
          </a:xfrm>
          <a:prstGeom prst="roundRect">
            <a:avLst>
              <a:gd name="adj" fmla="val 20000"/>
            </a:avLst>
          </a:prstGeom>
          <a:solidFill>
            <a:srgbClr val="FFFFFF"/>
          </a:solidFill>
          <a:ln w="11430">
            <a:solidFill>
              <a:srgbClr val="0072B2"/>
            </a:solidFill>
            <a:prstDash val="solid"/>
          </a:ln>
        </p:spPr>
        <p:txBody>
          <a:bodyPr/>
          <a:lstStyle/>
          <a:p>
            <a:endParaRPr lang="zh-CN" altLang="en-US"/>
          </a:p>
        </p:txBody>
      </p:sp>
      <p:sp>
        <p:nvSpPr>
          <p:cNvPr id="127" name="teacher-action-tokens-6">
            <a:extLst>
              <a:ext uri="{FF2B5EF4-FFF2-40B4-BE49-F238E27FC236}">
                <a16:creationId xmlns:a16="http://schemas.microsoft.com/office/drawing/2014/main" id="{C33EAE30-9470-425B-9F01-6D60C97E2B60}"/>
              </a:ext>
            </a:extLst>
          </p:cNvPr>
          <p:cNvSpPr>
            <a:spLocks noGrp="1"/>
          </p:cNvSpPr>
          <p:nvPr/>
        </p:nvSpPr>
        <p:spPr>
          <a:xfrm>
            <a:off x="7381875" y="1849495"/>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28" name="teacher-velocity-box">
            <a:extLst>
              <a:ext uri="{FF2B5EF4-FFF2-40B4-BE49-F238E27FC236}">
                <a16:creationId xmlns:a16="http://schemas.microsoft.com/office/drawing/2014/main" id="{89F1EEAF-5BEC-4387-AA47-F65DBDB75C62}"/>
              </a:ext>
            </a:extLst>
          </p:cNvPr>
          <p:cNvSpPr>
            <a:spLocks noGrp="1"/>
          </p:cNvSpPr>
          <p:nvPr/>
        </p:nvSpPr>
        <p:spPr>
          <a:xfrm>
            <a:off x="7953375" y="1283743"/>
            <a:ext cx="714375" cy="1042537"/>
          </a:xfrm>
          <a:prstGeom prst="roundRect">
            <a:avLst>
              <a:gd name="adj" fmla="val 9333"/>
            </a:avLst>
          </a:prstGeom>
          <a:solidFill>
            <a:srgbClr val="FFFFFF"/>
          </a:solidFill>
          <a:ln w="14288">
            <a:solidFill>
              <a:srgbClr val="0072B2"/>
            </a:solidFill>
            <a:prstDash val="solid"/>
          </a:ln>
        </p:spPr>
        <p:txBody>
          <a:bodyPr/>
          <a:lstStyle/>
          <a:p>
            <a:endParaRPr lang="zh-CN" altLang="en-US"/>
          </a:p>
        </p:txBody>
      </p:sp>
      <p:sp>
        <p:nvSpPr>
          <p:cNvPr id="129" name="teacher-velocity-title">
            <a:extLst>
              <a:ext uri="{FF2B5EF4-FFF2-40B4-BE49-F238E27FC236}">
                <a16:creationId xmlns:a16="http://schemas.microsoft.com/office/drawing/2014/main" id="{F6592D0E-7111-4ADF-8DF8-09D2CA154915}"/>
              </a:ext>
            </a:extLst>
          </p:cNvPr>
          <p:cNvSpPr>
            <a:spLocks noGrp="1"/>
          </p:cNvSpPr>
          <p:nvPr/>
        </p:nvSpPr>
        <p:spPr>
          <a:xfrm>
            <a:off x="8010525" y="1367146"/>
            <a:ext cx="600075" cy="479567"/>
          </a:xfrm>
          <a:prstGeom prst="rect">
            <a:avLst/>
          </a:prstGeom>
          <a:noFill/>
          <a:ln w="0">
            <a:noFill/>
            <a:prstDash val="solid"/>
          </a:ln>
        </p:spPr>
        <p:txBody>
          <a:bodyPr wrap="none" lIns="47625" tIns="19050" rIns="47625" bIns="19050" anchor="ctr">
            <a:noAutofit/>
          </a:bodyPr>
          <a:lstStyle/>
          <a:p>
            <a:pPr algn="ctr">
              <a:defRPr sz="1200" b="1" i="0">
                <a:solidFill>
                  <a:srgbClr val="17212B"/>
                </a:solidFill>
                <a:latin typeface="Arial"/>
                <a:ea typeface="Arial"/>
                <a:cs typeface="Arial"/>
              </a:defRPr>
            </a:pPr>
            <a:r>
              <a:rPr sz="1200" b="1" i="0">
                <a:solidFill>
                  <a:srgbClr val="17212B"/>
                </a:solidFill>
                <a:latin typeface="Arial"/>
                <a:ea typeface="Arial"/>
                <a:cs typeface="Arial"/>
              </a:rPr>
              <a:t>Velocity</a:t>
            </a:r>
          </a:p>
        </p:txBody>
      </p:sp>
      <p:pic>
        <p:nvPicPr>
          <p:cNvPr id="381" name="teacher-velocity-symbol-math"/>
          <p:cNvPicPr>
            <a:picLocks noChangeAspect="1"/>
          </p:cNvPicPr>
          <p:nvPr/>
        </p:nvPicPr>
        <p:blipFill>
          <a:blip r:embed="rId10"/>
          <a:stretch/>
        </p:blipFill>
        <p:spPr>
          <a:xfrm>
            <a:off x="8138945" y="1919690"/>
            <a:ext cx="343235" cy="291910"/>
          </a:xfrm>
          <a:prstGeom prst="rect">
            <a:avLst/>
          </a:prstGeom>
        </p:spPr>
      </p:pic>
      <p:sp>
        <p:nvSpPr>
          <p:cNvPr id="131" name="student-visual-box">
            <a:extLst>
              <a:ext uri="{FF2B5EF4-FFF2-40B4-BE49-F238E27FC236}">
                <a16:creationId xmlns:a16="http://schemas.microsoft.com/office/drawing/2014/main" id="{6B001464-21C8-4042-A49A-6A6542274F32}"/>
              </a:ext>
            </a:extLst>
          </p:cNvPr>
          <p:cNvSpPr>
            <a:spLocks noGrp="1"/>
          </p:cNvSpPr>
          <p:nvPr/>
        </p:nvSpPr>
        <p:spPr>
          <a:xfrm>
            <a:off x="2381250" y="4202847"/>
            <a:ext cx="1381125" cy="1042537"/>
          </a:xfrm>
          <a:prstGeom prst="roundRect">
            <a:avLst>
              <a:gd name="adj" fmla="val 6395"/>
            </a:avLst>
          </a:prstGeom>
          <a:solidFill>
            <a:srgbClr val="FFFFFF"/>
          </a:solidFill>
          <a:ln w="14288">
            <a:solidFill>
              <a:srgbClr val="D55E00"/>
            </a:solidFill>
            <a:prstDash val="solid"/>
          </a:ln>
        </p:spPr>
        <p:txBody>
          <a:bodyPr/>
          <a:lstStyle/>
          <a:p>
            <a:endParaRPr lang="zh-CN" altLang="en-US"/>
          </a:p>
        </p:txBody>
      </p:sp>
      <p:sp>
        <p:nvSpPr>
          <p:cNvPr id="132" name="student-visual-title">
            <a:extLst>
              <a:ext uri="{FF2B5EF4-FFF2-40B4-BE49-F238E27FC236}">
                <a16:creationId xmlns:a16="http://schemas.microsoft.com/office/drawing/2014/main" id="{F4903277-8A75-4819-B4E5-5053B44B85A2}"/>
              </a:ext>
            </a:extLst>
          </p:cNvPr>
          <p:cNvSpPr>
            <a:spLocks noGrp="1"/>
          </p:cNvSpPr>
          <p:nvPr/>
        </p:nvSpPr>
        <p:spPr>
          <a:xfrm>
            <a:off x="2438400" y="4286250"/>
            <a:ext cx="1266825" cy="375313"/>
          </a:xfrm>
          <a:prstGeom prst="rect">
            <a:avLst/>
          </a:prstGeom>
          <a:noFill/>
          <a:ln w="0">
            <a:noFill/>
            <a:prstDash val="solid"/>
          </a:ln>
        </p:spPr>
        <p:txBody>
          <a:bodyPr wrap="square" lIns="47625" tIns="19050" rIns="47625" bIns="19050" anchor="ctr">
            <a:noAutofit/>
          </a:bodyPr>
          <a:lstStyle/>
          <a:p>
            <a:pPr algn="ctr">
              <a:defRPr sz="1350" b="1" i="0">
                <a:solidFill>
                  <a:srgbClr val="17212B"/>
                </a:solidFill>
                <a:latin typeface="Arial"/>
                <a:ea typeface="Arial"/>
                <a:cs typeface="Arial"/>
              </a:defRPr>
            </a:pPr>
            <a:r>
              <a:rPr sz="1350" b="1" i="0">
                <a:solidFill>
                  <a:srgbClr val="17212B"/>
                </a:solidFill>
                <a:latin typeface="Arial"/>
                <a:ea typeface="Arial"/>
                <a:cs typeface="Arial"/>
              </a:rPr>
              <a:t>Visual Backbone</a:t>
            </a:r>
          </a:p>
        </p:txBody>
      </p:sp>
      <p:sp>
        <p:nvSpPr>
          <p:cNvPr id="133" name="student-visual-subtitle">
            <a:extLst>
              <a:ext uri="{FF2B5EF4-FFF2-40B4-BE49-F238E27FC236}">
                <a16:creationId xmlns:a16="http://schemas.microsoft.com/office/drawing/2014/main" id="{77385B4E-FB66-4AD2-BCC6-D10847D48530}"/>
              </a:ext>
            </a:extLst>
          </p:cNvPr>
          <p:cNvSpPr>
            <a:spLocks noGrp="1"/>
          </p:cNvSpPr>
          <p:nvPr/>
        </p:nvSpPr>
        <p:spPr>
          <a:xfrm>
            <a:off x="2457450" y="4703265"/>
            <a:ext cx="1228725" cy="208507"/>
          </a:xfrm>
          <a:prstGeom prst="rect">
            <a:avLst/>
          </a:prstGeom>
          <a:noFill/>
          <a:ln w="0">
            <a:noFill/>
            <a:prstDash val="solid"/>
          </a:ln>
        </p:spPr>
        <p:txBody>
          <a:bodyPr wrap="square" lIns="47625" tIns="19050" rIns="47625" bIns="19050" anchor="ctr">
            <a:noAutofit/>
          </a:bodyPr>
          <a:lstStyle/>
          <a:p>
            <a:pPr algn="ctr">
              <a:defRPr sz="1200" b="0" i="0">
                <a:solidFill>
                  <a:srgbClr val="53606C"/>
                </a:solidFill>
                <a:latin typeface="Arial"/>
                <a:ea typeface="Arial"/>
                <a:cs typeface="Arial"/>
              </a:defRPr>
            </a:pPr>
            <a:r>
              <a:rPr sz="1200" b="0" i="0">
                <a:solidFill>
                  <a:srgbClr val="53606C"/>
                </a:solidFill>
                <a:latin typeface="Arial"/>
                <a:ea typeface="Arial"/>
                <a:cs typeface="Arial"/>
              </a:rPr>
              <a:t>visual tokens</a:t>
            </a:r>
          </a:p>
        </p:txBody>
      </p:sp>
      <p:sp>
        <p:nvSpPr>
          <p:cNvPr id="134" name="student-visual-tokens-1">
            <a:extLst>
              <a:ext uri="{FF2B5EF4-FFF2-40B4-BE49-F238E27FC236}">
                <a16:creationId xmlns:a16="http://schemas.microsoft.com/office/drawing/2014/main" id="{2CC38FDB-9CBC-451D-926E-8D72A55C585A}"/>
              </a:ext>
            </a:extLst>
          </p:cNvPr>
          <p:cNvSpPr>
            <a:spLocks noGrp="1"/>
          </p:cNvSpPr>
          <p:nvPr/>
        </p:nvSpPr>
        <p:spPr>
          <a:xfrm>
            <a:off x="2719388"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35" name="student-visual-tokens-2">
            <a:extLst>
              <a:ext uri="{FF2B5EF4-FFF2-40B4-BE49-F238E27FC236}">
                <a16:creationId xmlns:a16="http://schemas.microsoft.com/office/drawing/2014/main" id="{80FB442E-9F20-4483-963C-F2264D174D6D}"/>
              </a:ext>
            </a:extLst>
          </p:cNvPr>
          <p:cNvSpPr>
            <a:spLocks noGrp="1"/>
          </p:cNvSpPr>
          <p:nvPr/>
        </p:nvSpPr>
        <p:spPr>
          <a:xfrm>
            <a:off x="2871788"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36" name="student-visual-tokens-3">
            <a:extLst>
              <a:ext uri="{FF2B5EF4-FFF2-40B4-BE49-F238E27FC236}">
                <a16:creationId xmlns:a16="http://schemas.microsoft.com/office/drawing/2014/main" id="{FA289B65-68DB-4F18-8D85-074101607339}"/>
              </a:ext>
            </a:extLst>
          </p:cNvPr>
          <p:cNvSpPr>
            <a:spLocks noGrp="1"/>
          </p:cNvSpPr>
          <p:nvPr/>
        </p:nvSpPr>
        <p:spPr>
          <a:xfrm>
            <a:off x="3024188"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37" name="student-visual-tokens-4">
            <a:extLst>
              <a:ext uri="{FF2B5EF4-FFF2-40B4-BE49-F238E27FC236}">
                <a16:creationId xmlns:a16="http://schemas.microsoft.com/office/drawing/2014/main" id="{0A40C661-4723-4435-B25D-B8C9791DA8EE}"/>
              </a:ext>
            </a:extLst>
          </p:cNvPr>
          <p:cNvSpPr>
            <a:spLocks noGrp="1"/>
          </p:cNvSpPr>
          <p:nvPr/>
        </p:nvSpPr>
        <p:spPr>
          <a:xfrm>
            <a:off x="3176588" y="5016026"/>
            <a:ext cx="95250" cy="104254"/>
          </a:xfrm>
          <a:prstGeom prst="roundRect">
            <a:avLst>
              <a:gd name="adj" fmla="val 20000"/>
            </a:avLst>
          </a:prstGeom>
          <a:solidFill>
            <a:srgbClr val="FFFFFF"/>
          </a:solidFill>
          <a:ln w="11430">
            <a:solidFill>
              <a:srgbClr val="D55E00"/>
            </a:solidFill>
            <a:prstDash val="solid"/>
          </a:ln>
        </p:spPr>
        <p:txBody>
          <a:bodyPr/>
          <a:lstStyle/>
          <a:p>
            <a:endParaRPr lang="zh-CN" altLang="en-US"/>
          </a:p>
        </p:txBody>
      </p:sp>
      <p:sp>
        <p:nvSpPr>
          <p:cNvPr id="138" name="student-visual-tokens-5">
            <a:extLst>
              <a:ext uri="{FF2B5EF4-FFF2-40B4-BE49-F238E27FC236}">
                <a16:creationId xmlns:a16="http://schemas.microsoft.com/office/drawing/2014/main" id="{4909673A-3E61-450A-A531-49E2053CE8EE}"/>
              </a:ext>
            </a:extLst>
          </p:cNvPr>
          <p:cNvSpPr>
            <a:spLocks noGrp="1"/>
          </p:cNvSpPr>
          <p:nvPr/>
        </p:nvSpPr>
        <p:spPr>
          <a:xfrm>
            <a:off x="3328988"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39" name="student-fusion">
            <a:extLst>
              <a:ext uri="{FF2B5EF4-FFF2-40B4-BE49-F238E27FC236}">
                <a16:creationId xmlns:a16="http://schemas.microsoft.com/office/drawing/2014/main" id="{F70DB9AF-4D1C-4D3D-BBB2-734301D64626}"/>
              </a:ext>
            </a:extLst>
          </p:cNvPr>
          <p:cNvSpPr>
            <a:spLocks noGrp="1"/>
          </p:cNvSpPr>
          <p:nvPr/>
        </p:nvSpPr>
        <p:spPr>
          <a:xfrm>
            <a:off x="4000500" y="4505183"/>
            <a:ext cx="400050" cy="437866"/>
          </a:xfrm>
          <a:prstGeom prst="ellipse">
            <a:avLst/>
          </a:prstGeom>
          <a:solidFill>
            <a:srgbClr val="FFFFFF"/>
          </a:solidFill>
          <a:ln w="14288">
            <a:solidFill>
              <a:srgbClr val="53606C"/>
            </a:solidFill>
            <a:prstDash val="solid"/>
          </a:ln>
        </p:spPr>
        <p:txBody>
          <a:bodyPr/>
          <a:lstStyle/>
          <a:p>
            <a:endParaRPr lang="zh-CN" altLang="en-US"/>
          </a:p>
        </p:txBody>
      </p:sp>
      <p:sp>
        <p:nvSpPr>
          <p:cNvPr id="140" name="student-fusion-plus">
            <a:extLst>
              <a:ext uri="{FF2B5EF4-FFF2-40B4-BE49-F238E27FC236}">
                <a16:creationId xmlns:a16="http://schemas.microsoft.com/office/drawing/2014/main" id="{1833353E-E5A3-4299-B4F2-651B3F4ECE29}"/>
              </a:ext>
            </a:extLst>
          </p:cNvPr>
          <p:cNvSpPr>
            <a:spLocks noGrp="1"/>
          </p:cNvSpPr>
          <p:nvPr/>
        </p:nvSpPr>
        <p:spPr>
          <a:xfrm>
            <a:off x="4000500" y="4484332"/>
            <a:ext cx="400050" cy="458716"/>
          </a:xfrm>
          <a:prstGeom prst="rect">
            <a:avLst/>
          </a:prstGeom>
          <a:noFill/>
          <a:ln w="0">
            <a:noFill/>
            <a:prstDash val="solid"/>
          </a:ln>
        </p:spPr>
        <p:txBody>
          <a:bodyPr wrap="square" lIns="47625" tIns="19050" rIns="47625" bIns="19050" anchor="ctr">
            <a:noAutofit/>
          </a:bodyPr>
          <a:lstStyle/>
          <a:p>
            <a:pPr algn="ctr">
              <a:defRPr sz="2175" b="0" i="0">
                <a:solidFill>
                  <a:srgbClr val="17212B"/>
                </a:solidFill>
                <a:latin typeface="Arial"/>
                <a:ea typeface="Arial"/>
                <a:cs typeface="Arial"/>
              </a:defRPr>
            </a:pPr>
            <a:r>
              <a:rPr sz="2175" b="0" i="0">
                <a:solidFill>
                  <a:srgbClr val="17212B"/>
                </a:solidFill>
                <a:latin typeface="Arial"/>
                <a:ea typeface="Arial"/>
                <a:cs typeface="Arial"/>
              </a:rPr>
              <a:t>+</a:t>
            </a:r>
          </a:p>
        </p:txBody>
      </p:sp>
      <p:sp>
        <p:nvSpPr>
          <p:cNvPr id="141" name="student-policy-box">
            <a:extLst>
              <a:ext uri="{FF2B5EF4-FFF2-40B4-BE49-F238E27FC236}">
                <a16:creationId xmlns:a16="http://schemas.microsoft.com/office/drawing/2014/main" id="{AD2523FE-9FEC-48EA-8A1A-58CE547D974B}"/>
              </a:ext>
            </a:extLst>
          </p:cNvPr>
          <p:cNvSpPr>
            <a:spLocks noGrp="1"/>
          </p:cNvSpPr>
          <p:nvPr/>
        </p:nvSpPr>
        <p:spPr>
          <a:xfrm>
            <a:off x="4619625" y="4202847"/>
            <a:ext cx="1333500" cy="1042537"/>
          </a:xfrm>
          <a:prstGeom prst="roundRect">
            <a:avLst>
              <a:gd name="adj" fmla="val 6395"/>
            </a:avLst>
          </a:prstGeom>
          <a:solidFill>
            <a:srgbClr val="FFFFFF"/>
          </a:solidFill>
          <a:ln w="14288">
            <a:solidFill>
              <a:srgbClr val="D55E00"/>
            </a:solidFill>
            <a:prstDash val="solid"/>
          </a:ln>
        </p:spPr>
        <p:txBody>
          <a:bodyPr/>
          <a:lstStyle/>
          <a:p>
            <a:endParaRPr lang="zh-CN" altLang="en-US"/>
          </a:p>
        </p:txBody>
      </p:sp>
      <p:sp>
        <p:nvSpPr>
          <p:cNvPr id="142" name="student-policy-title">
            <a:extLst>
              <a:ext uri="{FF2B5EF4-FFF2-40B4-BE49-F238E27FC236}">
                <a16:creationId xmlns:a16="http://schemas.microsoft.com/office/drawing/2014/main" id="{B0233752-A9D5-4FEE-8515-2A4B55EFD385}"/>
              </a:ext>
            </a:extLst>
          </p:cNvPr>
          <p:cNvSpPr>
            <a:spLocks noGrp="1"/>
          </p:cNvSpPr>
          <p:nvPr/>
        </p:nvSpPr>
        <p:spPr>
          <a:xfrm>
            <a:off x="4676775" y="4286250"/>
            <a:ext cx="1219200" cy="375313"/>
          </a:xfrm>
          <a:prstGeom prst="rect">
            <a:avLst/>
          </a:prstGeom>
          <a:noFill/>
          <a:ln w="0">
            <a:noFill/>
            <a:prstDash val="solid"/>
          </a:ln>
        </p:spPr>
        <p:txBody>
          <a:bodyPr wrap="square" lIns="47625" tIns="19050" rIns="47625" bIns="19050" anchor="ctr">
            <a:noAutofit/>
          </a:bodyPr>
          <a:lstStyle/>
          <a:p>
            <a:pPr algn="ctr">
              <a:defRPr sz="1350" b="1" i="0">
                <a:solidFill>
                  <a:srgbClr val="17212B"/>
                </a:solidFill>
                <a:latin typeface="Arial"/>
                <a:ea typeface="Arial"/>
                <a:cs typeface="Arial"/>
              </a:defRPr>
            </a:pPr>
            <a:r>
              <a:rPr sz="1350" b="1" i="0">
                <a:solidFill>
                  <a:srgbClr val="17212B"/>
                </a:solidFill>
                <a:latin typeface="Arial"/>
                <a:ea typeface="Arial"/>
                <a:cs typeface="Arial"/>
              </a:rPr>
              <a:t>Policy Backbone</a:t>
            </a:r>
          </a:p>
        </p:txBody>
      </p:sp>
      <p:sp>
        <p:nvSpPr>
          <p:cNvPr id="143" name="student-policy-subtitle">
            <a:extLst>
              <a:ext uri="{FF2B5EF4-FFF2-40B4-BE49-F238E27FC236}">
                <a16:creationId xmlns:a16="http://schemas.microsoft.com/office/drawing/2014/main" id="{A2FF733F-D0A0-455F-88BB-00B8B789B7C1}"/>
              </a:ext>
            </a:extLst>
          </p:cNvPr>
          <p:cNvSpPr>
            <a:spLocks noGrp="1"/>
          </p:cNvSpPr>
          <p:nvPr/>
        </p:nvSpPr>
        <p:spPr>
          <a:xfrm>
            <a:off x="4695825" y="4703265"/>
            <a:ext cx="1181100" cy="208507"/>
          </a:xfrm>
          <a:prstGeom prst="rect">
            <a:avLst/>
          </a:prstGeom>
          <a:noFill/>
          <a:ln w="0">
            <a:noFill/>
            <a:prstDash val="solid"/>
          </a:ln>
        </p:spPr>
        <p:txBody>
          <a:bodyPr wrap="square" lIns="47625" tIns="19050" rIns="47625" bIns="19050" anchor="ctr">
            <a:noAutofit/>
          </a:bodyPr>
          <a:lstStyle/>
          <a:p>
            <a:pPr algn="ctr">
              <a:defRPr sz="1200" b="0" i="0">
                <a:solidFill>
                  <a:srgbClr val="53606C"/>
                </a:solidFill>
                <a:latin typeface="Arial"/>
                <a:ea typeface="Arial"/>
                <a:cs typeface="Arial"/>
              </a:defRPr>
            </a:pPr>
            <a:r>
              <a:rPr sz="1200" b="0" i="0">
                <a:solidFill>
                  <a:srgbClr val="53606C"/>
                </a:solidFill>
                <a:latin typeface="Arial"/>
                <a:ea typeface="Arial"/>
                <a:cs typeface="Arial"/>
              </a:rPr>
              <a:t>language/state</a:t>
            </a:r>
          </a:p>
        </p:txBody>
      </p:sp>
      <p:sp>
        <p:nvSpPr>
          <p:cNvPr id="144" name="student-policy-tokens-1">
            <a:extLst>
              <a:ext uri="{FF2B5EF4-FFF2-40B4-BE49-F238E27FC236}">
                <a16:creationId xmlns:a16="http://schemas.microsoft.com/office/drawing/2014/main" id="{C503F5BD-2B17-4AEE-869E-76125A9F5A0C}"/>
              </a:ext>
            </a:extLst>
          </p:cNvPr>
          <p:cNvSpPr>
            <a:spLocks noGrp="1"/>
          </p:cNvSpPr>
          <p:nvPr/>
        </p:nvSpPr>
        <p:spPr>
          <a:xfrm>
            <a:off x="4933950"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45" name="student-policy-tokens-2">
            <a:extLst>
              <a:ext uri="{FF2B5EF4-FFF2-40B4-BE49-F238E27FC236}">
                <a16:creationId xmlns:a16="http://schemas.microsoft.com/office/drawing/2014/main" id="{A8B9448A-271C-4D8D-A203-0EFC6B6856E1}"/>
              </a:ext>
            </a:extLst>
          </p:cNvPr>
          <p:cNvSpPr>
            <a:spLocks noGrp="1"/>
          </p:cNvSpPr>
          <p:nvPr/>
        </p:nvSpPr>
        <p:spPr>
          <a:xfrm>
            <a:off x="5086350"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46" name="student-policy-tokens-3">
            <a:extLst>
              <a:ext uri="{FF2B5EF4-FFF2-40B4-BE49-F238E27FC236}">
                <a16:creationId xmlns:a16="http://schemas.microsoft.com/office/drawing/2014/main" id="{6F033CEC-D01E-403E-BA8F-0244E08AB18A}"/>
              </a:ext>
            </a:extLst>
          </p:cNvPr>
          <p:cNvSpPr>
            <a:spLocks noGrp="1"/>
          </p:cNvSpPr>
          <p:nvPr/>
        </p:nvSpPr>
        <p:spPr>
          <a:xfrm>
            <a:off x="5238750"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47" name="student-policy-tokens-4">
            <a:extLst>
              <a:ext uri="{FF2B5EF4-FFF2-40B4-BE49-F238E27FC236}">
                <a16:creationId xmlns:a16="http://schemas.microsoft.com/office/drawing/2014/main" id="{97DE13DC-C4E9-4BFE-A8B4-A8B177AD5518}"/>
              </a:ext>
            </a:extLst>
          </p:cNvPr>
          <p:cNvSpPr>
            <a:spLocks noGrp="1"/>
          </p:cNvSpPr>
          <p:nvPr/>
        </p:nvSpPr>
        <p:spPr>
          <a:xfrm>
            <a:off x="5391150" y="5016026"/>
            <a:ext cx="95250" cy="104254"/>
          </a:xfrm>
          <a:prstGeom prst="roundRect">
            <a:avLst>
              <a:gd name="adj" fmla="val 20000"/>
            </a:avLst>
          </a:prstGeom>
          <a:solidFill>
            <a:srgbClr val="FFFFFF"/>
          </a:solidFill>
          <a:ln w="11430">
            <a:solidFill>
              <a:srgbClr val="D55E00"/>
            </a:solidFill>
            <a:prstDash val="solid"/>
          </a:ln>
        </p:spPr>
        <p:txBody>
          <a:bodyPr/>
          <a:lstStyle/>
          <a:p>
            <a:endParaRPr lang="zh-CN" altLang="en-US"/>
          </a:p>
        </p:txBody>
      </p:sp>
      <p:sp>
        <p:nvSpPr>
          <p:cNvPr id="148" name="student-policy-tokens-5">
            <a:extLst>
              <a:ext uri="{FF2B5EF4-FFF2-40B4-BE49-F238E27FC236}">
                <a16:creationId xmlns:a16="http://schemas.microsoft.com/office/drawing/2014/main" id="{421EF9C1-559D-4D77-AA32-3F64F258173C}"/>
              </a:ext>
            </a:extLst>
          </p:cNvPr>
          <p:cNvSpPr>
            <a:spLocks noGrp="1"/>
          </p:cNvSpPr>
          <p:nvPr/>
        </p:nvSpPr>
        <p:spPr>
          <a:xfrm>
            <a:off x="5543550"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49" name="student-action-box">
            <a:extLst>
              <a:ext uri="{FF2B5EF4-FFF2-40B4-BE49-F238E27FC236}">
                <a16:creationId xmlns:a16="http://schemas.microsoft.com/office/drawing/2014/main" id="{EFDE0583-850E-4585-9E21-53FF54AD5E3F}"/>
              </a:ext>
            </a:extLst>
          </p:cNvPr>
          <p:cNvSpPr>
            <a:spLocks noGrp="1"/>
          </p:cNvSpPr>
          <p:nvPr/>
        </p:nvSpPr>
        <p:spPr>
          <a:xfrm>
            <a:off x="6381750" y="4202847"/>
            <a:ext cx="1333500" cy="1042537"/>
          </a:xfrm>
          <a:prstGeom prst="roundRect">
            <a:avLst>
              <a:gd name="adj" fmla="val 6395"/>
            </a:avLst>
          </a:prstGeom>
          <a:solidFill>
            <a:srgbClr val="FFFFFF"/>
          </a:solidFill>
          <a:ln w="14288">
            <a:solidFill>
              <a:srgbClr val="D55E00"/>
            </a:solidFill>
            <a:prstDash val="solid"/>
          </a:ln>
        </p:spPr>
        <p:txBody>
          <a:bodyPr/>
          <a:lstStyle/>
          <a:p>
            <a:endParaRPr lang="zh-CN" altLang="en-US"/>
          </a:p>
        </p:txBody>
      </p:sp>
      <p:sp>
        <p:nvSpPr>
          <p:cNvPr id="150" name="student-action-title">
            <a:extLst>
              <a:ext uri="{FF2B5EF4-FFF2-40B4-BE49-F238E27FC236}">
                <a16:creationId xmlns:a16="http://schemas.microsoft.com/office/drawing/2014/main" id="{27D4D487-0B51-4F16-868C-3E8766B47D62}"/>
              </a:ext>
            </a:extLst>
          </p:cNvPr>
          <p:cNvSpPr>
            <a:spLocks noGrp="1"/>
          </p:cNvSpPr>
          <p:nvPr/>
        </p:nvSpPr>
        <p:spPr>
          <a:xfrm>
            <a:off x="6438900" y="4286250"/>
            <a:ext cx="1219200" cy="375313"/>
          </a:xfrm>
          <a:prstGeom prst="rect">
            <a:avLst/>
          </a:prstGeom>
          <a:noFill/>
          <a:ln w="0">
            <a:noFill/>
            <a:prstDash val="solid"/>
          </a:ln>
        </p:spPr>
        <p:txBody>
          <a:bodyPr wrap="square" lIns="47625" tIns="19050" rIns="47625" bIns="19050" anchor="ctr">
            <a:noAutofit/>
          </a:bodyPr>
          <a:lstStyle/>
          <a:p>
            <a:pPr algn="ctr">
              <a:defRPr sz="1350" b="1" i="0">
                <a:solidFill>
                  <a:srgbClr val="17212B"/>
                </a:solidFill>
                <a:latin typeface="Arial"/>
                <a:ea typeface="Arial"/>
                <a:cs typeface="Arial"/>
              </a:defRPr>
            </a:pPr>
            <a:r>
              <a:rPr sz="1350" b="1" i="0">
                <a:solidFill>
                  <a:srgbClr val="17212B"/>
                </a:solidFill>
                <a:latin typeface="Arial"/>
                <a:ea typeface="Arial"/>
                <a:cs typeface="Arial"/>
              </a:rPr>
              <a:t>Action Expert</a:t>
            </a:r>
          </a:p>
        </p:txBody>
      </p:sp>
      <p:sp>
        <p:nvSpPr>
          <p:cNvPr id="151" name="student-action-subtitle">
            <a:extLst>
              <a:ext uri="{FF2B5EF4-FFF2-40B4-BE49-F238E27FC236}">
                <a16:creationId xmlns:a16="http://schemas.microsoft.com/office/drawing/2014/main" id="{DE08054A-1FA6-40DA-9257-B024E661E386}"/>
              </a:ext>
            </a:extLst>
          </p:cNvPr>
          <p:cNvSpPr>
            <a:spLocks noGrp="1"/>
          </p:cNvSpPr>
          <p:nvPr/>
        </p:nvSpPr>
        <p:spPr>
          <a:xfrm>
            <a:off x="6457950" y="4703265"/>
            <a:ext cx="1181100" cy="208507"/>
          </a:xfrm>
          <a:prstGeom prst="rect">
            <a:avLst/>
          </a:prstGeom>
          <a:noFill/>
          <a:ln w="0">
            <a:noFill/>
            <a:prstDash val="solid"/>
          </a:ln>
        </p:spPr>
        <p:txBody>
          <a:bodyPr wrap="square" lIns="47625" tIns="19050" rIns="47625" bIns="19050" anchor="ctr">
            <a:noAutofit/>
          </a:bodyPr>
          <a:lstStyle/>
          <a:p>
            <a:pPr algn="ctr">
              <a:defRPr sz="1200" b="0" i="0">
                <a:solidFill>
                  <a:srgbClr val="53606C"/>
                </a:solidFill>
                <a:latin typeface="Arial"/>
                <a:ea typeface="Arial"/>
                <a:cs typeface="Arial"/>
              </a:defRPr>
            </a:pPr>
            <a:r>
              <a:rPr sz="1200" b="0" i="0">
                <a:solidFill>
                  <a:srgbClr val="53606C"/>
                </a:solidFill>
                <a:latin typeface="Arial"/>
                <a:ea typeface="Arial"/>
                <a:cs typeface="Arial"/>
              </a:rPr>
              <a:t>H action tokens</a:t>
            </a:r>
          </a:p>
        </p:txBody>
      </p:sp>
      <p:sp>
        <p:nvSpPr>
          <p:cNvPr id="152" name="student-action-tokens-1">
            <a:extLst>
              <a:ext uri="{FF2B5EF4-FFF2-40B4-BE49-F238E27FC236}">
                <a16:creationId xmlns:a16="http://schemas.microsoft.com/office/drawing/2014/main" id="{161DEBA6-517A-4E1A-AD33-D2E5610613F1}"/>
              </a:ext>
            </a:extLst>
          </p:cNvPr>
          <p:cNvSpPr>
            <a:spLocks noGrp="1"/>
          </p:cNvSpPr>
          <p:nvPr/>
        </p:nvSpPr>
        <p:spPr>
          <a:xfrm>
            <a:off x="6619875"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53" name="student-action-tokens-2">
            <a:extLst>
              <a:ext uri="{FF2B5EF4-FFF2-40B4-BE49-F238E27FC236}">
                <a16:creationId xmlns:a16="http://schemas.microsoft.com/office/drawing/2014/main" id="{AC6CE197-1735-4B14-9761-38DE67A519A6}"/>
              </a:ext>
            </a:extLst>
          </p:cNvPr>
          <p:cNvSpPr>
            <a:spLocks noGrp="1"/>
          </p:cNvSpPr>
          <p:nvPr/>
        </p:nvSpPr>
        <p:spPr>
          <a:xfrm>
            <a:off x="6772275"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54" name="student-action-tokens-3">
            <a:extLst>
              <a:ext uri="{FF2B5EF4-FFF2-40B4-BE49-F238E27FC236}">
                <a16:creationId xmlns:a16="http://schemas.microsoft.com/office/drawing/2014/main" id="{C2BE678B-292D-4AF2-9908-0EB2B922BF16}"/>
              </a:ext>
            </a:extLst>
          </p:cNvPr>
          <p:cNvSpPr>
            <a:spLocks noGrp="1"/>
          </p:cNvSpPr>
          <p:nvPr/>
        </p:nvSpPr>
        <p:spPr>
          <a:xfrm>
            <a:off x="6924675"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55" name="student-action-tokens-4">
            <a:extLst>
              <a:ext uri="{FF2B5EF4-FFF2-40B4-BE49-F238E27FC236}">
                <a16:creationId xmlns:a16="http://schemas.microsoft.com/office/drawing/2014/main" id="{BB257DC2-B6FC-4933-83A3-866CC356E7E6}"/>
              </a:ext>
            </a:extLst>
          </p:cNvPr>
          <p:cNvSpPr>
            <a:spLocks noGrp="1"/>
          </p:cNvSpPr>
          <p:nvPr/>
        </p:nvSpPr>
        <p:spPr>
          <a:xfrm>
            <a:off x="7077075"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56" name="student-action-tokens-5">
            <a:extLst>
              <a:ext uri="{FF2B5EF4-FFF2-40B4-BE49-F238E27FC236}">
                <a16:creationId xmlns:a16="http://schemas.microsoft.com/office/drawing/2014/main" id="{6B18EDFA-F4B4-48D2-ADCA-4BD157E1D8F7}"/>
              </a:ext>
            </a:extLst>
          </p:cNvPr>
          <p:cNvSpPr>
            <a:spLocks noGrp="1"/>
          </p:cNvSpPr>
          <p:nvPr/>
        </p:nvSpPr>
        <p:spPr>
          <a:xfrm>
            <a:off x="7229475" y="5016026"/>
            <a:ext cx="95250" cy="104254"/>
          </a:xfrm>
          <a:prstGeom prst="roundRect">
            <a:avLst>
              <a:gd name="adj" fmla="val 20000"/>
            </a:avLst>
          </a:prstGeom>
          <a:solidFill>
            <a:srgbClr val="FFFFFF"/>
          </a:solidFill>
          <a:ln w="11430">
            <a:solidFill>
              <a:srgbClr val="D55E00"/>
            </a:solidFill>
            <a:prstDash val="solid"/>
          </a:ln>
        </p:spPr>
        <p:txBody>
          <a:bodyPr/>
          <a:lstStyle/>
          <a:p>
            <a:endParaRPr lang="zh-CN" altLang="en-US"/>
          </a:p>
        </p:txBody>
      </p:sp>
      <p:sp>
        <p:nvSpPr>
          <p:cNvPr id="157" name="student-action-tokens-6">
            <a:extLst>
              <a:ext uri="{FF2B5EF4-FFF2-40B4-BE49-F238E27FC236}">
                <a16:creationId xmlns:a16="http://schemas.microsoft.com/office/drawing/2014/main" id="{9BF93F8A-F419-4D8B-9C28-04633BC8FD29}"/>
              </a:ext>
            </a:extLst>
          </p:cNvPr>
          <p:cNvSpPr>
            <a:spLocks noGrp="1"/>
          </p:cNvSpPr>
          <p:nvPr/>
        </p:nvSpPr>
        <p:spPr>
          <a:xfrm>
            <a:off x="7381875" y="5016026"/>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58" name="student-velocity-box">
            <a:extLst>
              <a:ext uri="{FF2B5EF4-FFF2-40B4-BE49-F238E27FC236}">
                <a16:creationId xmlns:a16="http://schemas.microsoft.com/office/drawing/2014/main" id="{AC55FB20-F85B-4E93-B5BF-C4FBC9915DFF}"/>
              </a:ext>
            </a:extLst>
          </p:cNvPr>
          <p:cNvSpPr>
            <a:spLocks noGrp="1"/>
          </p:cNvSpPr>
          <p:nvPr/>
        </p:nvSpPr>
        <p:spPr>
          <a:xfrm>
            <a:off x="7953375" y="4202847"/>
            <a:ext cx="714375" cy="1042537"/>
          </a:xfrm>
          <a:prstGeom prst="roundRect">
            <a:avLst>
              <a:gd name="adj" fmla="val 9333"/>
            </a:avLst>
          </a:prstGeom>
          <a:solidFill>
            <a:srgbClr val="FFFFFF"/>
          </a:solidFill>
          <a:ln w="14288">
            <a:solidFill>
              <a:srgbClr val="D55E00"/>
            </a:solidFill>
            <a:prstDash val="solid"/>
          </a:ln>
        </p:spPr>
        <p:txBody>
          <a:bodyPr/>
          <a:lstStyle/>
          <a:p>
            <a:endParaRPr lang="zh-CN" altLang="en-US"/>
          </a:p>
        </p:txBody>
      </p:sp>
      <p:sp>
        <p:nvSpPr>
          <p:cNvPr id="159" name="student-velocity-title">
            <a:extLst>
              <a:ext uri="{FF2B5EF4-FFF2-40B4-BE49-F238E27FC236}">
                <a16:creationId xmlns:a16="http://schemas.microsoft.com/office/drawing/2014/main" id="{49FEAB06-0996-4688-BEA8-A8D84AC67109}"/>
              </a:ext>
            </a:extLst>
          </p:cNvPr>
          <p:cNvSpPr>
            <a:spLocks noGrp="1"/>
          </p:cNvSpPr>
          <p:nvPr/>
        </p:nvSpPr>
        <p:spPr>
          <a:xfrm>
            <a:off x="8010525" y="4286250"/>
            <a:ext cx="600075" cy="479567"/>
          </a:xfrm>
          <a:prstGeom prst="rect">
            <a:avLst/>
          </a:prstGeom>
          <a:noFill/>
          <a:ln w="0">
            <a:noFill/>
            <a:prstDash val="solid"/>
          </a:ln>
        </p:spPr>
        <p:txBody>
          <a:bodyPr wrap="none" lIns="47625" tIns="19050" rIns="47625" bIns="19050" anchor="ctr">
            <a:noAutofit/>
          </a:bodyPr>
          <a:lstStyle/>
          <a:p>
            <a:pPr algn="ctr">
              <a:defRPr sz="1200" b="1" i="0">
                <a:solidFill>
                  <a:srgbClr val="17212B"/>
                </a:solidFill>
                <a:latin typeface="Arial"/>
                <a:ea typeface="Arial"/>
                <a:cs typeface="Arial"/>
              </a:defRPr>
            </a:pPr>
            <a:r>
              <a:rPr sz="1200" b="1" i="0">
                <a:solidFill>
                  <a:srgbClr val="17212B"/>
                </a:solidFill>
                <a:latin typeface="Arial"/>
                <a:ea typeface="Arial"/>
                <a:cs typeface="Arial"/>
              </a:rPr>
              <a:t>Velocity</a:t>
            </a:r>
          </a:p>
        </p:txBody>
      </p:sp>
      <p:pic>
        <p:nvPicPr>
          <p:cNvPr id="411" name="student-velocity-symbol-math"/>
          <p:cNvPicPr>
            <a:picLocks noChangeAspect="1"/>
          </p:cNvPicPr>
          <p:nvPr/>
        </p:nvPicPr>
        <p:blipFill>
          <a:blip r:embed="rId11"/>
          <a:stretch/>
        </p:blipFill>
        <p:spPr>
          <a:xfrm>
            <a:off x="8087789" y="4838795"/>
            <a:ext cx="445548" cy="291910"/>
          </a:xfrm>
          <a:prstGeom prst="rect">
            <a:avLst/>
          </a:prstGeom>
        </p:spPr>
      </p:pic>
      <p:sp>
        <p:nvSpPr>
          <p:cNvPr id="161" name="teacher-visual-tap-box">
            <a:extLst>
              <a:ext uri="{FF2B5EF4-FFF2-40B4-BE49-F238E27FC236}">
                <a16:creationId xmlns:a16="http://schemas.microsoft.com/office/drawing/2014/main" id="{80734028-97C7-4469-8EBA-0C2C06BAE923}"/>
              </a:ext>
            </a:extLst>
          </p:cNvPr>
          <p:cNvSpPr>
            <a:spLocks noGrp="1"/>
          </p:cNvSpPr>
          <p:nvPr/>
        </p:nvSpPr>
        <p:spPr>
          <a:xfrm>
            <a:off x="2381250" y="2451384"/>
            <a:ext cx="1381125" cy="291910"/>
          </a:xfrm>
          <a:prstGeom prst="roundRect">
            <a:avLst>
              <a:gd name="adj" fmla="val 16315"/>
            </a:avLst>
          </a:prstGeom>
          <a:solidFill>
            <a:srgbClr val="FFFFFF"/>
          </a:solidFill>
          <a:ln w="9525">
            <a:solidFill>
              <a:srgbClr val="0072B2"/>
            </a:solidFill>
            <a:prstDash val="dash"/>
          </a:ln>
        </p:spPr>
        <p:txBody>
          <a:bodyPr/>
          <a:lstStyle/>
          <a:p>
            <a:endParaRPr lang="zh-CN" altLang="en-US"/>
          </a:p>
        </p:txBody>
      </p:sp>
      <p:pic>
        <p:nvPicPr>
          <p:cNvPr id="413" name="teacher-visual-tap-math"/>
          <p:cNvPicPr>
            <a:picLocks noChangeAspect="1"/>
          </p:cNvPicPr>
          <p:nvPr/>
        </p:nvPicPr>
        <p:blipFill>
          <a:blip r:embed="rId12"/>
          <a:stretch/>
        </p:blipFill>
        <p:spPr>
          <a:xfrm>
            <a:off x="2543518" y="2503511"/>
            <a:ext cx="1056589" cy="187657"/>
          </a:xfrm>
          <a:prstGeom prst="rect">
            <a:avLst/>
          </a:prstGeom>
        </p:spPr>
      </p:pic>
      <p:sp>
        <p:nvSpPr>
          <p:cNvPr id="163" name="teacher-action-tap-box">
            <a:extLst>
              <a:ext uri="{FF2B5EF4-FFF2-40B4-BE49-F238E27FC236}">
                <a16:creationId xmlns:a16="http://schemas.microsoft.com/office/drawing/2014/main" id="{D15003C7-DB48-4999-95D5-4F98E1A8F408}"/>
              </a:ext>
            </a:extLst>
          </p:cNvPr>
          <p:cNvSpPr>
            <a:spLocks noGrp="1"/>
          </p:cNvSpPr>
          <p:nvPr/>
        </p:nvSpPr>
        <p:spPr>
          <a:xfrm>
            <a:off x="6381750" y="2451384"/>
            <a:ext cx="1381125" cy="291910"/>
          </a:xfrm>
          <a:prstGeom prst="roundRect">
            <a:avLst>
              <a:gd name="adj" fmla="val 16315"/>
            </a:avLst>
          </a:prstGeom>
          <a:solidFill>
            <a:srgbClr val="FFFFFF"/>
          </a:solidFill>
          <a:ln w="9525">
            <a:solidFill>
              <a:srgbClr val="0072B2"/>
            </a:solidFill>
            <a:prstDash val="dash"/>
          </a:ln>
        </p:spPr>
        <p:txBody>
          <a:bodyPr/>
          <a:lstStyle/>
          <a:p>
            <a:endParaRPr lang="zh-CN" altLang="en-US"/>
          </a:p>
        </p:txBody>
      </p:sp>
      <p:pic>
        <p:nvPicPr>
          <p:cNvPr id="415" name="teacher-action-tap-math"/>
          <p:cNvPicPr>
            <a:picLocks noChangeAspect="1"/>
          </p:cNvPicPr>
          <p:nvPr/>
        </p:nvPicPr>
        <p:blipFill>
          <a:blip r:embed="rId13"/>
          <a:stretch/>
        </p:blipFill>
        <p:spPr>
          <a:xfrm>
            <a:off x="6665479" y="2503511"/>
            <a:ext cx="813668" cy="187657"/>
          </a:xfrm>
          <a:prstGeom prst="rect">
            <a:avLst/>
          </a:prstGeom>
        </p:spPr>
      </p:pic>
      <p:sp>
        <p:nvSpPr>
          <p:cNvPr id="165" name="student-action-tap-box">
            <a:extLst>
              <a:ext uri="{FF2B5EF4-FFF2-40B4-BE49-F238E27FC236}">
                <a16:creationId xmlns:a16="http://schemas.microsoft.com/office/drawing/2014/main" id="{3CD51784-1DE4-4195-A195-C89572962DED}"/>
              </a:ext>
            </a:extLst>
          </p:cNvPr>
          <p:cNvSpPr>
            <a:spLocks noGrp="1"/>
          </p:cNvSpPr>
          <p:nvPr/>
        </p:nvSpPr>
        <p:spPr>
          <a:xfrm>
            <a:off x="6381750" y="5370489"/>
            <a:ext cx="1381125" cy="291910"/>
          </a:xfrm>
          <a:prstGeom prst="roundRect">
            <a:avLst>
              <a:gd name="adj" fmla="val 16315"/>
            </a:avLst>
          </a:prstGeom>
          <a:solidFill>
            <a:srgbClr val="FFFFFF"/>
          </a:solidFill>
          <a:ln w="9525">
            <a:solidFill>
              <a:srgbClr val="D55E00"/>
            </a:solidFill>
            <a:prstDash val="dash"/>
          </a:ln>
        </p:spPr>
        <p:txBody>
          <a:bodyPr/>
          <a:lstStyle/>
          <a:p>
            <a:endParaRPr lang="zh-CN" altLang="en-US"/>
          </a:p>
        </p:txBody>
      </p:sp>
      <p:pic>
        <p:nvPicPr>
          <p:cNvPr id="417" name="student-action-tap-math"/>
          <p:cNvPicPr>
            <a:picLocks noChangeAspect="1"/>
          </p:cNvPicPr>
          <p:nvPr/>
        </p:nvPicPr>
        <p:blipFill>
          <a:blip r:embed="rId14"/>
          <a:stretch/>
        </p:blipFill>
        <p:spPr>
          <a:xfrm>
            <a:off x="6610388" y="5422616"/>
            <a:ext cx="923848" cy="187657"/>
          </a:xfrm>
          <a:prstGeom prst="rect">
            <a:avLst/>
          </a:prstGeom>
        </p:spPr>
      </p:pic>
      <p:sp>
        <p:nvSpPr>
          <p:cNvPr id="167" name="shared-noisy-action-box">
            <a:extLst>
              <a:ext uri="{FF2B5EF4-FFF2-40B4-BE49-F238E27FC236}">
                <a16:creationId xmlns:a16="http://schemas.microsoft.com/office/drawing/2014/main" id="{D56C5868-D500-4096-82AC-043D7EF26F96}"/>
              </a:ext>
            </a:extLst>
          </p:cNvPr>
          <p:cNvSpPr>
            <a:spLocks noGrp="1"/>
          </p:cNvSpPr>
          <p:nvPr/>
        </p:nvSpPr>
        <p:spPr>
          <a:xfrm>
            <a:off x="6191250" y="3191586"/>
            <a:ext cx="1714500" cy="271060"/>
          </a:xfrm>
          <a:prstGeom prst="roundRect">
            <a:avLst>
              <a:gd name="adj" fmla="val 17570"/>
            </a:avLst>
          </a:prstGeom>
          <a:solidFill>
            <a:srgbClr val="F1F3F5"/>
          </a:solidFill>
          <a:ln w="9525">
            <a:solidFill>
              <a:srgbClr val="87919A"/>
            </a:solidFill>
            <a:prstDash val="dash"/>
          </a:ln>
        </p:spPr>
        <p:txBody>
          <a:bodyPr/>
          <a:lstStyle/>
          <a:p>
            <a:endParaRPr lang="zh-CN" altLang="en-US"/>
          </a:p>
        </p:txBody>
      </p:sp>
      <p:pic>
        <p:nvPicPr>
          <p:cNvPr id="419" name="shared-noisy-action-math"/>
          <p:cNvPicPr>
            <a:picLocks noChangeAspect="1"/>
          </p:cNvPicPr>
          <p:nvPr/>
        </p:nvPicPr>
        <p:blipFill>
          <a:blip r:embed="rId15"/>
          <a:stretch/>
        </p:blipFill>
        <p:spPr>
          <a:xfrm>
            <a:off x="6286500" y="3267116"/>
            <a:ext cx="1524000" cy="120000"/>
          </a:xfrm>
          <a:prstGeom prst="rect">
            <a:avLst/>
          </a:prstGeom>
        </p:spPr>
      </p:pic>
      <p:sp>
        <p:nvSpPr>
          <p:cNvPr id="169" name="teacher-feature-sequence">
            <a:extLst>
              <a:ext uri="{FF2B5EF4-FFF2-40B4-BE49-F238E27FC236}">
                <a16:creationId xmlns:a16="http://schemas.microsoft.com/office/drawing/2014/main" id="{6A29A092-6556-43ED-A16D-EF814736146F}"/>
              </a:ext>
            </a:extLst>
          </p:cNvPr>
          <p:cNvSpPr>
            <a:spLocks noGrp="1"/>
          </p:cNvSpPr>
          <p:nvPr/>
        </p:nvSpPr>
        <p:spPr>
          <a:xfrm>
            <a:off x="9382125" y="1169063"/>
            <a:ext cx="1428750" cy="834030"/>
          </a:xfrm>
          <a:prstGeom prst="roundRect">
            <a:avLst>
              <a:gd name="adj" fmla="val 7994"/>
            </a:avLst>
          </a:prstGeom>
          <a:solidFill>
            <a:srgbClr val="EEF6FB"/>
          </a:solidFill>
          <a:ln w="13335">
            <a:solidFill>
              <a:srgbClr val="0072B2"/>
            </a:solidFill>
            <a:prstDash val="solid"/>
          </a:ln>
        </p:spPr>
        <p:txBody>
          <a:bodyPr/>
          <a:lstStyle/>
          <a:p>
            <a:endParaRPr lang="zh-CN" altLang="en-US"/>
          </a:p>
        </p:txBody>
      </p:sp>
      <p:sp>
        <p:nvSpPr>
          <p:cNvPr id="170" name="teacher-feature-title">
            <a:extLst>
              <a:ext uri="{FF2B5EF4-FFF2-40B4-BE49-F238E27FC236}">
                <a16:creationId xmlns:a16="http://schemas.microsoft.com/office/drawing/2014/main" id="{3BE93494-1450-43F5-97FA-0F5E6B3B2DCE}"/>
              </a:ext>
            </a:extLst>
          </p:cNvPr>
          <p:cNvSpPr>
            <a:spLocks noGrp="1"/>
          </p:cNvSpPr>
          <p:nvPr/>
        </p:nvSpPr>
        <p:spPr>
          <a:xfrm>
            <a:off x="9439275" y="1221190"/>
            <a:ext cx="1314450" cy="271060"/>
          </a:xfrm>
          <a:prstGeom prst="rect">
            <a:avLst/>
          </a:prstGeom>
          <a:noFill/>
          <a:ln w="0">
            <a:noFill/>
            <a:prstDash val="solid"/>
          </a:ln>
        </p:spPr>
        <p:txBody>
          <a:bodyPr wrap="square" lIns="47625" tIns="19050" rIns="47625" bIns="19050" anchor="ctr">
            <a:noAutofit/>
          </a:bodyPr>
          <a:lstStyle/>
          <a:p>
            <a:pPr algn="ctr">
              <a:defRPr sz="1200" b="1" i="0">
                <a:solidFill>
                  <a:srgbClr val="0072B2"/>
                </a:solidFill>
                <a:latin typeface="Arial"/>
                <a:ea typeface="Arial"/>
                <a:cs typeface="Arial"/>
              </a:defRPr>
            </a:pPr>
            <a:r>
              <a:rPr sz="1200" b="1" i="0">
                <a:solidFill>
                  <a:srgbClr val="0072B2"/>
                </a:solidFill>
                <a:latin typeface="Arial"/>
                <a:ea typeface="Arial"/>
                <a:cs typeface="Arial"/>
              </a:rPr>
              <a:t>Teacher features</a:t>
            </a:r>
          </a:p>
        </p:txBody>
      </p:sp>
      <p:pic>
        <p:nvPicPr>
          <p:cNvPr id="422" name="teacher-feature-formula-math"/>
          <p:cNvPicPr>
            <a:picLocks noChangeAspect="1"/>
          </p:cNvPicPr>
          <p:nvPr/>
        </p:nvPicPr>
        <p:blipFill>
          <a:blip r:embed="rId16"/>
          <a:stretch/>
        </p:blipFill>
        <p:spPr>
          <a:xfrm>
            <a:off x="9724648" y="1502675"/>
            <a:ext cx="743704" cy="239784"/>
          </a:xfrm>
          <a:prstGeom prst="rect">
            <a:avLst/>
          </a:prstGeom>
        </p:spPr>
      </p:pic>
      <p:sp>
        <p:nvSpPr>
          <p:cNvPr id="172" name="teacher-feature-tokens-1">
            <a:extLst>
              <a:ext uri="{FF2B5EF4-FFF2-40B4-BE49-F238E27FC236}">
                <a16:creationId xmlns:a16="http://schemas.microsoft.com/office/drawing/2014/main" id="{3E6AEC2E-53B2-437F-B6AA-8A31023833AA}"/>
              </a:ext>
            </a:extLst>
          </p:cNvPr>
          <p:cNvSpPr>
            <a:spLocks noGrp="1"/>
          </p:cNvSpPr>
          <p:nvPr/>
        </p:nvSpPr>
        <p:spPr>
          <a:xfrm>
            <a:off x="9667875" y="1825862"/>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73" name="teacher-feature-tokens-2">
            <a:extLst>
              <a:ext uri="{FF2B5EF4-FFF2-40B4-BE49-F238E27FC236}">
                <a16:creationId xmlns:a16="http://schemas.microsoft.com/office/drawing/2014/main" id="{E748D21F-B6B2-48D5-AE04-D327CF4C2CB6}"/>
              </a:ext>
            </a:extLst>
          </p:cNvPr>
          <p:cNvSpPr>
            <a:spLocks noGrp="1"/>
          </p:cNvSpPr>
          <p:nvPr/>
        </p:nvSpPr>
        <p:spPr>
          <a:xfrm>
            <a:off x="9829800" y="1825862"/>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74" name="teacher-feature-tokens-3">
            <a:extLst>
              <a:ext uri="{FF2B5EF4-FFF2-40B4-BE49-F238E27FC236}">
                <a16:creationId xmlns:a16="http://schemas.microsoft.com/office/drawing/2014/main" id="{18464BDA-AEBD-4AC6-B9B4-7B62A8C69EBE}"/>
              </a:ext>
            </a:extLst>
          </p:cNvPr>
          <p:cNvSpPr>
            <a:spLocks noGrp="1"/>
          </p:cNvSpPr>
          <p:nvPr/>
        </p:nvSpPr>
        <p:spPr>
          <a:xfrm>
            <a:off x="9991725" y="1825862"/>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75" name="teacher-feature-tokens-4">
            <a:extLst>
              <a:ext uri="{FF2B5EF4-FFF2-40B4-BE49-F238E27FC236}">
                <a16:creationId xmlns:a16="http://schemas.microsoft.com/office/drawing/2014/main" id="{FDC52559-5D08-4B4B-9F18-105E3DEE7A98}"/>
              </a:ext>
            </a:extLst>
          </p:cNvPr>
          <p:cNvSpPr>
            <a:spLocks noGrp="1"/>
          </p:cNvSpPr>
          <p:nvPr/>
        </p:nvSpPr>
        <p:spPr>
          <a:xfrm>
            <a:off x="10153650" y="1825862"/>
            <a:ext cx="95250" cy="104254"/>
          </a:xfrm>
          <a:prstGeom prst="roundRect">
            <a:avLst>
              <a:gd name="adj" fmla="val 20000"/>
            </a:avLst>
          </a:prstGeom>
          <a:solidFill>
            <a:srgbClr val="FFFFFF"/>
          </a:solidFill>
          <a:ln w="11430">
            <a:solidFill>
              <a:srgbClr val="0072B2"/>
            </a:solidFill>
            <a:prstDash val="solid"/>
          </a:ln>
        </p:spPr>
        <p:txBody>
          <a:bodyPr/>
          <a:lstStyle/>
          <a:p>
            <a:endParaRPr lang="zh-CN" altLang="en-US"/>
          </a:p>
        </p:txBody>
      </p:sp>
      <p:sp>
        <p:nvSpPr>
          <p:cNvPr id="176" name="teacher-feature-tokens-5">
            <a:extLst>
              <a:ext uri="{FF2B5EF4-FFF2-40B4-BE49-F238E27FC236}">
                <a16:creationId xmlns:a16="http://schemas.microsoft.com/office/drawing/2014/main" id="{EDDCE625-3748-44DF-8740-EAF4FC8D3105}"/>
              </a:ext>
            </a:extLst>
          </p:cNvPr>
          <p:cNvSpPr>
            <a:spLocks noGrp="1"/>
          </p:cNvSpPr>
          <p:nvPr/>
        </p:nvSpPr>
        <p:spPr>
          <a:xfrm>
            <a:off x="10315575" y="1825862"/>
            <a:ext cx="95250" cy="104254"/>
          </a:xfrm>
          <a:prstGeom prst="roundRect">
            <a:avLst>
              <a:gd name="adj" fmla="val 20000"/>
            </a:avLst>
          </a:prstGeom>
          <a:solidFill>
            <a:srgbClr val="0072B2"/>
          </a:solidFill>
          <a:ln w="11430">
            <a:solidFill>
              <a:srgbClr val="0072B2"/>
            </a:solidFill>
            <a:prstDash val="solid"/>
          </a:ln>
        </p:spPr>
        <p:txBody>
          <a:bodyPr/>
          <a:lstStyle/>
          <a:p>
            <a:endParaRPr lang="zh-CN" altLang="en-US"/>
          </a:p>
        </p:txBody>
      </p:sp>
      <p:sp>
        <p:nvSpPr>
          <p:cNvPr id="177" name="cross-attention-selector-box">
            <a:extLst>
              <a:ext uri="{FF2B5EF4-FFF2-40B4-BE49-F238E27FC236}">
                <a16:creationId xmlns:a16="http://schemas.microsoft.com/office/drawing/2014/main" id="{DACAD401-9844-4CA4-B4BB-A7546F1474CB}"/>
              </a:ext>
            </a:extLst>
          </p:cNvPr>
          <p:cNvSpPr>
            <a:spLocks noGrp="1"/>
          </p:cNvSpPr>
          <p:nvPr/>
        </p:nvSpPr>
        <p:spPr>
          <a:xfrm>
            <a:off x="11049000" y="1169063"/>
            <a:ext cx="1381125" cy="834030"/>
          </a:xfrm>
          <a:prstGeom prst="roundRect">
            <a:avLst>
              <a:gd name="adj" fmla="val 7994"/>
            </a:avLst>
          </a:prstGeom>
          <a:solidFill>
            <a:srgbClr val="FFFFFF"/>
          </a:solidFill>
          <a:ln w="14288">
            <a:solidFill>
              <a:srgbClr val="6F42C1"/>
            </a:solidFill>
            <a:prstDash val="solid"/>
          </a:ln>
        </p:spPr>
        <p:txBody>
          <a:bodyPr/>
          <a:lstStyle/>
          <a:p>
            <a:endParaRPr lang="zh-CN" altLang="en-US"/>
          </a:p>
        </p:txBody>
      </p:sp>
      <p:sp>
        <p:nvSpPr>
          <p:cNvPr id="178" name="cross-attention-selector-title">
            <a:extLst>
              <a:ext uri="{FF2B5EF4-FFF2-40B4-BE49-F238E27FC236}">
                <a16:creationId xmlns:a16="http://schemas.microsoft.com/office/drawing/2014/main" id="{920AABAF-E347-4BF6-9682-801DB622B2E1}"/>
              </a:ext>
            </a:extLst>
          </p:cNvPr>
          <p:cNvSpPr>
            <a:spLocks noGrp="1"/>
          </p:cNvSpPr>
          <p:nvPr/>
        </p:nvSpPr>
        <p:spPr>
          <a:xfrm>
            <a:off x="11106150" y="1221190"/>
            <a:ext cx="1266825" cy="260634"/>
          </a:xfrm>
          <a:prstGeom prst="rect">
            <a:avLst/>
          </a:prstGeom>
          <a:noFill/>
          <a:ln w="0">
            <a:noFill/>
            <a:prstDash val="solid"/>
          </a:ln>
        </p:spPr>
        <p:txBody>
          <a:bodyPr wrap="none" lIns="47625" tIns="19050" rIns="47625" bIns="19050" anchor="ctr">
            <a:noAutofit/>
          </a:bodyPr>
          <a:lstStyle/>
          <a:p>
            <a:pPr algn="ctr">
              <a:defRPr sz="1275" b="1" i="0">
                <a:solidFill>
                  <a:srgbClr val="17212B"/>
                </a:solidFill>
                <a:latin typeface="Arial"/>
                <a:ea typeface="Arial"/>
                <a:cs typeface="Arial"/>
              </a:defRPr>
            </a:pPr>
            <a:r>
              <a:rPr sz="1275" b="1" i="0">
                <a:solidFill>
                  <a:srgbClr val="17212B"/>
                </a:solidFill>
                <a:latin typeface="Arial"/>
                <a:ea typeface="Arial"/>
                <a:cs typeface="Arial"/>
              </a:rPr>
              <a:t>Cross-Attn</a:t>
            </a:r>
          </a:p>
        </p:txBody>
      </p:sp>
      <p:sp>
        <p:nvSpPr>
          <p:cNvPr id="179" name="cross-attention-selector-subtitle">
            <a:extLst>
              <a:ext uri="{FF2B5EF4-FFF2-40B4-BE49-F238E27FC236}">
                <a16:creationId xmlns:a16="http://schemas.microsoft.com/office/drawing/2014/main" id="{296FBFB7-3FD0-48DD-ACBD-2E984E02A7A4}"/>
              </a:ext>
            </a:extLst>
          </p:cNvPr>
          <p:cNvSpPr>
            <a:spLocks noGrp="1"/>
          </p:cNvSpPr>
          <p:nvPr/>
        </p:nvSpPr>
        <p:spPr>
          <a:xfrm>
            <a:off x="11125200" y="1492250"/>
            <a:ext cx="1228725" cy="198082"/>
          </a:xfrm>
          <a:prstGeom prst="rect">
            <a:avLst/>
          </a:prstGeom>
          <a:noFill/>
          <a:ln w="0">
            <a:noFill/>
            <a:prstDash val="solid"/>
          </a:ln>
        </p:spPr>
        <p:txBody>
          <a:bodyPr wrap="none" lIns="47625" tIns="19050" rIns="47625" bIns="19050" anchor="ctr">
            <a:noAutofit/>
          </a:bodyPr>
          <a:lstStyle/>
          <a:p>
            <a:pPr algn="ctr">
              <a:defRPr sz="1200" b="0" i="1">
                <a:solidFill>
                  <a:srgbClr val="53606C"/>
                </a:solidFill>
                <a:latin typeface="Arial"/>
                <a:ea typeface="Arial"/>
                <a:cs typeface="Arial"/>
              </a:defRPr>
            </a:pPr>
            <a:r>
              <a:rPr sz="1200" b="0" i="1">
                <a:solidFill>
                  <a:srgbClr val="53606C"/>
                </a:solidFill>
                <a:latin typeface="Arial"/>
                <a:ea typeface="Arial"/>
                <a:cs typeface="Arial"/>
              </a:rPr>
              <a:t>student query</a:t>
            </a:r>
          </a:p>
        </p:txBody>
      </p:sp>
      <p:sp>
        <p:nvSpPr>
          <p:cNvPr id="180" name="privileged-cue-box">
            <a:extLst>
              <a:ext uri="{FF2B5EF4-FFF2-40B4-BE49-F238E27FC236}">
                <a16:creationId xmlns:a16="http://schemas.microsoft.com/office/drawing/2014/main" id="{087EC850-2C79-46B1-8779-93A605D9F2C7}"/>
              </a:ext>
            </a:extLst>
          </p:cNvPr>
          <p:cNvSpPr>
            <a:spLocks noGrp="1"/>
          </p:cNvSpPr>
          <p:nvPr/>
        </p:nvSpPr>
        <p:spPr>
          <a:xfrm>
            <a:off x="12668250" y="1169063"/>
            <a:ext cx="971550" cy="834030"/>
          </a:xfrm>
          <a:prstGeom prst="roundRect">
            <a:avLst>
              <a:gd name="adj" fmla="val 7994"/>
            </a:avLst>
          </a:prstGeom>
          <a:solidFill>
            <a:srgbClr val="FFFFFF"/>
          </a:solidFill>
          <a:ln w="14288">
            <a:solidFill>
              <a:srgbClr val="6F42C1"/>
            </a:solidFill>
            <a:prstDash val="solid"/>
          </a:ln>
        </p:spPr>
        <p:txBody>
          <a:bodyPr/>
          <a:lstStyle/>
          <a:p>
            <a:endParaRPr lang="zh-CN" altLang="en-US"/>
          </a:p>
        </p:txBody>
      </p:sp>
      <p:sp>
        <p:nvSpPr>
          <p:cNvPr id="181" name="privileged-cue-title">
            <a:extLst>
              <a:ext uri="{FF2B5EF4-FFF2-40B4-BE49-F238E27FC236}">
                <a16:creationId xmlns:a16="http://schemas.microsoft.com/office/drawing/2014/main" id="{1C2A688C-9055-4895-BF1A-BDFEEE7560B6}"/>
              </a:ext>
            </a:extLst>
          </p:cNvPr>
          <p:cNvSpPr>
            <a:spLocks noGrp="1"/>
          </p:cNvSpPr>
          <p:nvPr/>
        </p:nvSpPr>
        <p:spPr>
          <a:xfrm>
            <a:off x="12725400" y="1221190"/>
            <a:ext cx="857250" cy="260634"/>
          </a:xfrm>
          <a:prstGeom prst="rect">
            <a:avLst/>
          </a:prstGeom>
          <a:noFill/>
          <a:ln w="0">
            <a:noFill/>
            <a:prstDash val="solid"/>
          </a:ln>
        </p:spPr>
        <p:txBody>
          <a:bodyPr wrap="square" lIns="47625" tIns="19050" rIns="47625" bIns="19050" anchor="ctr">
            <a:noAutofit/>
          </a:bodyPr>
          <a:lstStyle/>
          <a:p>
            <a:pPr algn="ctr">
              <a:defRPr sz="1200" b="1" i="0">
                <a:solidFill>
                  <a:srgbClr val="17212B"/>
                </a:solidFill>
                <a:latin typeface="Arial"/>
                <a:ea typeface="Arial"/>
                <a:cs typeface="Arial"/>
              </a:defRPr>
            </a:pPr>
            <a:r>
              <a:rPr sz="1200" b="1" i="0">
                <a:solidFill>
                  <a:srgbClr val="17212B"/>
                </a:solidFill>
                <a:latin typeface="Arial"/>
                <a:ea typeface="Arial"/>
                <a:cs typeface="Arial"/>
              </a:rPr>
              <a:t>Selected Cue</a:t>
            </a:r>
          </a:p>
        </p:txBody>
      </p:sp>
      <p:pic>
        <p:nvPicPr>
          <p:cNvPr id="433" name="privileged-cue-subtitle-math"/>
          <p:cNvPicPr>
            <a:picLocks noChangeAspect="1"/>
          </p:cNvPicPr>
          <p:nvPr/>
        </p:nvPicPr>
        <p:blipFill>
          <a:blip r:embed="rId17"/>
          <a:stretch/>
        </p:blipFill>
        <p:spPr>
          <a:xfrm>
            <a:off x="13022777" y="1596504"/>
            <a:ext cx="262496" cy="156381"/>
          </a:xfrm>
          <a:prstGeom prst="rect">
            <a:avLst/>
          </a:prstGeom>
        </p:spPr>
      </p:pic>
      <p:sp>
        <p:nvSpPr>
          <p:cNvPr id="183" name="privileged-cue-tokens-1">
            <a:extLst>
              <a:ext uri="{FF2B5EF4-FFF2-40B4-BE49-F238E27FC236}">
                <a16:creationId xmlns:a16="http://schemas.microsoft.com/office/drawing/2014/main" id="{F84F8B03-E1AA-49B5-8E2E-D04FF74E1476}"/>
              </a:ext>
            </a:extLst>
          </p:cNvPr>
          <p:cNvSpPr>
            <a:spLocks noGrp="1"/>
          </p:cNvSpPr>
          <p:nvPr/>
        </p:nvSpPr>
        <p:spPr>
          <a:xfrm>
            <a:off x="12877800" y="1773735"/>
            <a:ext cx="95250" cy="104254"/>
          </a:xfrm>
          <a:prstGeom prst="roundRect">
            <a:avLst>
              <a:gd name="adj" fmla="val 20000"/>
            </a:avLst>
          </a:prstGeom>
          <a:solidFill>
            <a:srgbClr val="6F42C1"/>
          </a:solidFill>
          <a:ln w="11430">
            <a:solidFill>
              <a:srgbClr val="6F42C1"/>
            </a:solidFill>
            <a:prstDash val="solid"/>
          </a:ln>
        </p:spPr>
        <p:txBody>
          <a:bodyPr/>
          <a:lstStyle/>
          <a:p>
            <a:endParaRPr lang="zh-CN" altLang="en-US"/>
          </a:p>
        </p:txBody>
      </p:sp>
      <p:sp>
        <p:nvSpPr>
          <p:cNvPr id="184" name="privileged-cue-tokens-2">
            <a:extLst>
              <a:ext uri="{FF2B5EF4-FFF2-40B4-BE49-F238E27FC236}">
                <a16:creationId xmlns:a16="http://schemas.microsoft.com/office/drawing/2014/main" id="{383FF5FD-8C0F-4FCD-8FE2-954FAFCE6B3D}"/>
              </a:ext>
            </a:extLst>
          </p:cNvPr>
          <p:cNvSpPr>
            <a:spLocks noGrp="1"/>
          </p:cNvSpPr>
          <p:nvPr/>
        </p:nvSpPr>
        <p:spPr>
          <a:xfrm>
            <a:off x="13030200" y="1773735"/>
            <a:ext cx="95250" cy="104254"/>
          </a:xfrm>
          <a:prstGeom prst="roundRect">
            <a:avLst>
              <a:gd name="adj" fmla="val 20000"/>
            </a:avLst>
          </a:prstGeom>
          <a:solidFill>
            <a:srgbClr val="6F42C1"/>
          </a:solidFill>
          <a:ln w="11430">
            <a:solidFill>
              <a:srgbClr val="6F42C1"/>
            </a:solidFill>
            <a:prstDash val="solid"/>
          </a:ln>
        </p:spPr>
        <p:txBody>
          <a:bodyPr/>
          <a:lstStyle/>
          <a:p>
            <a:endParaRPr lang="zh-CN" altLang="en-US"/>
          </a:p>
        </p:txBody>
      </p:sp>
      <p:sp>
        <p:nvSpPr>
          <p:cNvPr id="185" name="privileged-cue-tokens-3">
            <a:extLst>
              <a:ext uri="{FF2B5EF4-FFF2-40B4-BE49-F238E27FC236}">
                <a16:creationId xmlns:a16="http://schemas.microsoft.com/office/drawing/2014/main" id="{D3C9EE6D-8DD7-4FBB-A121-37502BEE3DDD}"/>
              </a:ext>
            </a:extLst>
          </p:cNvPr>
          <p:cNvSpPr>
            <a:spLocks noGrp="1"/>
          </p:cNvSpPr>
          <p:nvPr/>
        </p:nvSpPr>
        <p:spPr>
          <a:xfrm>
            <a:off x="13182600" y="1773735"/>
            <a:ext cx="95250" cy="104254"/>
          </a:xfrm>
          <a:prstGeom prst="roundRect">
            <a:avLst>
              <a:gd name="adj" fmla="val 20000"/>
            </a:avLst>
          </a:prstGeom>
          <a:solidFill>
            <a:srgbClr val="FFFFFF"/>
          </a:solidFill>
          <a:ln w="11430">
            <a:solidFill>
              <a:srgbClr val="6F42C1"/>
            </a:solidFill>
            <a:prstDash val="solid"/>
          </a:ln>
        </p:spPr>
        <p:txBody>
          <a:bodyPr/>
          <a:lstStyle/>
          <a:p>
            <a:endParaRPr lang="zh-CN" altLang="en-US"/>
          </a:p>
        </p:txBody>
      </p:sp>
      <p:sp>
        <p:nvSpPr>
          <p:cNvPr id="186" name="privileged-cue-tokens-4">
            <a:extLst>
              <a:ext uri="{FF2B5EF4-FFF2-40B4-BE49-F238E27FC236}">
                <a16:creationId xmlns:a16="http://schemas.microsoft.com/office/drawing/2014/main" id="{F1A483EC-E76C-478D-BAE5-FC5E2C45A4AE}"/>
              </a:ext>
            </a:extLst>
          </p:cNvPr>
          <p:cNvSpPr>
            <a:spLocks noGrp="1"/>
          </p:cNvSpPr>
          <p:nvPr/>
        </p:nvSpPr>
        <p:spPr>
          <a:xfrm>
            <a:off x="13335000" y="1773735"/>
            <a:ext cx="95250" cy="104254"/>
          </a:xfrm>
          <a:prstGeom prst="roundRect">
            <a:avLst>
              <a:gd name="adj" fmla="val 20000"/>
            </a:avLst>
          </a:prstGeom>
          <a:solidFill>
            <a:srgbClr val="6F42C1"/>
          </a:solidFill>
          <a:ln w="11430">
            <a:solidFill>
              <a:srgbClr val="6F42C1"/>
            </a:solidFill>
            <a:prstDash val="solid"/>
          </a:ln>
        </p:spPr>
        <p:txBody>
          <a:bodyPr/>
          <a:lstStyle/>
          <a:p>
            <a:endParaRPr lang="zh-CN" altLang="en-US"/>
          </a:p>
        </p:txBody>
      </p:sp>
      <p:sp>
        <p:nvSpPr>
          <p:cNvPr id="187" name="student-hidden-state">
            <a:extLst>
              <a:ext uri="{FF2B5EF4-FFF2-40B4-BE49-F238E27FC236}">
                <a16:creationId xmlns:a16="http://schemas.microsoft.com/office/drawing/2014/main" id="{4C095E4B-E307-462E-ABF7-A6BAB87F1C6E}"/>
              </a:ext>
            </a:extLst>
          </p:cNvPr>
          <p:cNvSpPr>
            <a:spLocks noGrp="1"/>
          </p:cNvSpPr>
          <p:nvPr/>
        </p:nvSpPr>
        <p:spPr>
          <a:xfrm>
            <a:off x="9382125" y="2983078"/>
            <a:ext cx="1428750" cy="834030"/>
          </a:xfrm>
          <a:prstGeom prst="roundRect">
            <a:avLst>
              <a:gd name="adj" fmla="val 7994"/>
            </a:avLst>
          </a:prstGeom>
          <a:solidFill>
            <a:srgbClr val="FFF3EA"/>
          </a:solidFill>
          <a:ln w="13335">
            <a:solidFill>
              <a:srgbClr val="D55E00"/>
            </a:solidFill>
            <a:prstDash val="solid"/>
          </a:ln>
        </p:spPr>
        <p:txBody>
          <a:bodyPr/>
          <a:lstStyle/>
          <a:p>
            <a:endParaRPr lang="zh-CN" altLang="en-US"/>
          </a:p>
        </p:txBody>
      </p:sp>
      <p:sp>
        <p:nvSpPr>
          <p:cNvPr id="188" name="student-hidden-title">
            <a:extLst>
              <a:ext uri="{FF2B5EF4-FFF2-40B4-BE49-F238E27FC236}">
                <a16:creationId xmlns:a16="http://schemas.microsoft.com/office/drawing/2014/main" id="{614A1AC1-453D-454F-863E-85704BA54FBC}"/>
              </a:ext>
            </a:extLst>
          </p:cNvPr>
          <p:cNvSpPr>
            <a:spLocks noGrp="1"/>
          </p:cNvSpPr>
          <p:nvPr/>
        </p:nvSpPr>
        <p:spPr>
          <a:xfrm>
            <a:off x="9439275" y="3056056"/>
            <a:ext cx="1314450" cy="281485"/>
          </a:xfrm>
          <a:prstGeom prst="rect">
            <a:avLst/>
          </a:prstGeom>
          <a:noFill/>
          <a:ln w="0">
            <a:noFill/>
            <a:prstDash val="solid"/>
          </a:ln>
        </p:spPr>
        <p:txBody>
          <a:bodyPr wrap="square" lIns="47625" tIns="19050" rIns="47625" bIns="19050" anchor="ctr">
            <a:noAutofit/>
          </a:bodyPr>
          <a:lstStyle/>
          <a:p>
            <a:pPr algn="ctr">
              <a:defRPr sz="1200" b="1" i="0">
                <a:solidFill>
                  <a:srgbClr val="D55E00"/>
                </a:solidFill>
                <a:latin typeface="Arial"/>
                <a:ea typeface="Arial"/>
                <a:cs typeface="Arial"/>
              </a:defRPr>
            </a:pPr>
            <a:r>
              <a:rPr sz="1200" b="1" i="0">
                <a:solidFill>
                  <a:srgbClr val="D55E00"/>
                </a:solidFill>
                <a:latin typeface="Arial"/>
                <a:ea typeface="Arial"/>
                <a:cs typeface="Arial"/>
              </a:rPr>
              <a:t>Student action state</a:t>
            </a:r>
          </a:p>
        </p:txBody>
      </p:sp>
      <p:pic>
        <p:nvPicPr>
          <p:cNvPr id="440" name="student-hidden-symbol-math"/>
          <p:cNvPicPr>
            <a:picLocks noChangeAspect="1"/>
          </p:cNvPicPr>
          <p:nvPr/>
        </p:nvPicPr>
        <p:blipFill>
          <a:blip r:embed="rId18"/>
          <a:stretch/>
        </p:blipFill>
        <p:spPr>
          <a:xfrm>
            <a:off x="9928692" y="3337541"/>
            <a:ext cx="335617" cy="281485"/>
          </a:xfrm>
          <a:prstGeom prst="rect">
            <a:avLst/>
          </a:prstGeom>
        </p:spPr>
      </p:pic>
      <p:sp>
        <p:nvSpPr>
          <p:cNvPr id="190" name="student-hidden-tokens-1">
            <a:extLst>
              <a:ext uri="{FF2B5EF4-FFF2-40B4-BE49-F238E27FC236}">
                <a16:creationId xmlns:a16="http://schemas.microsoft.com/office/drawing/2014/main" id="{89EBF2AC-52DC-4A24-9E04-94F13DD54254}"/>
              </a:ext>
            </a:extLst>
          </p:cNvPr>
          <p:cNvSpPr>
            <a:spLocks noGrp="1"/>
          </p:cNvSpPr>
          <p:nvPr/>
        </p:nvSpPr>
        <p:spPr>
          <a:xfrm>
            <a:off x="9667875" y="3639877"/>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91" name="student-hidden-tokens-2">
            <a:extLst>
              <a:ext uri="{FF2B5EF4-FFF2-40B4-BE49-F238E27FC236}">
                <a16:creationId xmlns:a16="http://schemas.microsoft.com/office/drawing/2014/main" id="{09EFD57B-25C8-421E-9671-7A856A05AED0}"/>
              </a:ext>
            </a:extLst>
          </p:cNvPr>
          <p:cNvSpPr>
            <a:spLocks noGrp="1"/>
          </p:cNvSpPr>
          <p:nvPr/>
        </p:nvSpPr>
        <p:spPr>
          <a:xfrm>
            <a:off x="9829800" y="3639877"/>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92" name="student-hidden-tokens-3">
            <a:extLst>
              <a:ext uri="{FF2B5EF4-FFF2-40B4-BE49-F238E27FC236}">
                <a16:creationId xmlns:a16="http://schemas.microsoft.com/office/drawing/2014/main" id="{C0A020BA-F81D-4F6C-B2F4-72F746F0D13C}"/>
              </a:ext>
            </a:extLst>
          </p:cNvPr>
          <p:cNvSpPr>
            <a:spLocks noGrp="1"/>
          </p:cNvSpPr>
          <p:nvPr/>
        </p:nvSpPr>
        <p:spPr>
          <a:xfrm>
            <a:off x="9991725" y="3639877"/>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93" name="student-hidden-tokens-4">
            <a:extLst>
              <a:ext uri="{FF2B5EF4-FFF2-40B4-BE49-F238E27FC236}">
                <a16:creationId xmlns:a16="http://schemas.microsoft.com/office/drawing/2014/main" id="{EDEB4F32-7134-4317-8404-6D0964BB4844}"/>
              </a:ext>
            </a:extLst>
          </p:cNvPr>
          <p:cNvSpPr>
            <a:spLocks noGrp="1"/>
          </p:cNvSpPr>
          <p:nvPr/>
        </p:nvSpPr>
        <p:spPr>
          <a:xfrm>
            <a:off x="10153650" y="3639877"/>
            <a:ext cx="95250" cy="104254"/>
          </a:xfrm>
          <a:prstGeom prst="roundRect">
            <a:avLst>
              <a:gd name="adj" fmla="val 20000"/>
            </a:avLst>
          </a:prstGeom>
          <a:solidFill>
            <a:srgbClr val="FFFFFF"/>
          </a:solidFill>
          <a:ln w="11430">
            <a:solidFill>
              <a:srgbClr val="D55E00"/>
            </a:solidFill>
            <a:prstDash val="solid"/>
          </a:ln>
        </p:spPr>
        <p:txBody>
          <a:bodyPr/>
          <a:lstStyle/>
          <a:p>
            <a:endParaRPr lang="zh-CN" altLang="en-US"/>
          </a:p>
        </p:txBody>
      </p:sp>
      <p:sp>
        <p:nvSpPr>
          <p:cNvPr id="194" name="student-hidden-tokens-5">
            <a:extLst>
              <a:ext uri="{FF2B5EF4-FFF2-40B4-BE49-F238E27FC236}">
                <a16:creationId xmlns:a16="http://schemas.microsoft.com/office/drawing/2014/main" id="{648094F2-5A08-4859-B3AA-644E09A93C5E}"/>
              </a:ext>
            </a:extLst>
          </p:cNvPr>
          <p:cNvSpPr>
            <a:spLocks noGrp="1"/>
          </p:cNvSpPr>
          <p:nvPr/>
        </p:nvSpPr>
        <p:spPr>
          <a:xfrm>
            <a:off x="10315575" y="3639877"/>
            <a:ext cx="95250" cy="104254"/>
          </a:xfrm>
          <a:prstGeom prst="roundRect">
            <a:avLst>
              <a:gd name="adj" fmla="val 20000"/>
            </a:avLst>
          </a:prstGeom>
          <a:solidFill>
            <a:srgbClr val="D55E00"/>
          </a:solidFill>
          <a:ln w="11430">
            <a:solidFill>
              <a:srgbClr val="D55E00"/>
            </a:solidFill>
            <a:prstDash val="solid"/>
          </a:ln>
        </p:spPr>
        <p:txBody>
          <a:bodyPr/>
          <a:lstStyle/>
          <a:p>
            <a:endParaRPr lang="zh-CN" altLang="en-US"/>
          </a:p>
        </p:txBody>
      </p:sp>
      <p:sp>
        <p:nvSpPr>
          <p:cNvPr id="195" name="cue-predictor-box">
            <a:extLst>
              <a:ext uri="{FF2B5EF4-FFF2-40B4-BE49-F238E27FC236}">
                <a16:creationId xmlns:a16="http://schemas.microsoft.com/office/drawing/2014/main" id="{6FFF7B9E-B20E-4C32-9F3F-F6B77B339A71}"/>
              </a:ext>
            </a:extLst>
          </p:cNvPr>
          <p:cNvSpPr>
            <a:spLocks noGrp="1"/>
          </p:cNvSpPr>
          <p:nvPr/>
        </p:nvSpPr>
        <p:spPr>
          <a:xfrm>
            <a:off x="11049000" y="2983078"/>
            <a:ext cx="1381125" cy="834030"/>
          </a:xfrm>
          <a:prstGeom prst="roundRect">
            <a:avLst>
              <a:gd name="adj" fmla="val 7994"/>
            </a:avLst>
          </a:prstGeom>
          <a:solidFill>
            <a:srgbClr val="FFFFFF"/>
          </a:solidFill>
          <a:ln w="14288">
            <a:solidFill>
              <a:srgbClr val="6F42C1"/>
            </a:solidFill>
            <a:prstDash val="solid"/>
          </a:ln>
        </p:spPr>
        <p:txBody>
          <a:bodyPr/>
          <a:lstStyle/>
          <a:p>
            <a:endParaRPr lang="zh-CN" altLang="en-US"/>
          </a:p>
        </p:txBody>
      </p:sp>
      <p:sp>
        <p:nvSpPr>
          <p:cNvPr id="196" name="cue-predictor-title">
            <a:extLst>
              <a:ext uri="{FF2B5EF4-FFF2-40B4-BE49-F238E27FC236}">
                <a16:creationId xmlns:a16="http://schemas.microsoft.com/office/drawing/2014/main" id="{E0DD85B2-3AAB-490A-BE40-07F6B51B8343}"/>
              </a:ext>
            </a:extLst>
          </p:cNvPr>
          <p:cNvSpPr>
            <a:spLocks noGrp="1"/>
          </p:cNvSpPr>
          <p:nvPr/>
        </p:nvSpPr>
        <p:spPr>
          <a:xfrm>
            <a:off x="11106150" y="3035205"/>
            <a:ext cx="1266825" cy="260634"/>
          </a:xfrm>
          <a:prstGeom prst="rect">
            <a:avLst/>
          </a:prstGeom>
          <a:noFill/>
          <a:ln w="0">
            <a:noFill/>
            <a:prstDash val="solid"/>
          </a:ln>
        </p:spPr>
        <p:txBody>
          <a:bodyPr wrap="square" lIns="47625" tIns="19050" rIns="47625" bIns="19050" anchor="ctr">
            <a:noAutofit/>
          </a:bodyPr>
          <a:lstStyle/>
          <a:p>
            <a:pPr algn="ctr">
              <a:defRPr sz="1275" b="1" i="0">
                <a:solidFill>
                  <a:srgbClr val="17212B"/>
                </a:solidFill>
                <a:latin typeface="Arial"/>
                <a:ea typeface="Arial"/>
                <a:cs typeface="Arial"/>
              </a:defRPr>
            </a:pPr>
            <a:r>
              <a:rPr sz="1275" b="1" i="0">
                <a:solidFill>
                  <a:srgbClr val="17212B"/>
                </a:solidFill>
                <a:latin typeface="Arial"/>
                <a:ea typeface="Arial"/>
                <a:cs typeface="Arial"/>
              </a:rPr>
              <a:t>Cue Predictor</a:t>
            </a:r>
          </a:p>
        </p:txBody>
      </p:sp>
      <p:pic>
        <p:nvPicPr>
          <p:cNvPr id="448" name="cue-predictor-subtitle-math"/>
          <p:cNvPicPr>
            <a:picLocks noChangeAspect="1"/>
          </p:cNvPicPr>
          <p:nvPr/>
        </p:nvPicPr>
        <p:blipFill>
          <a:blip r:embed="rId19"/>
          <a:stretch/>
        </p:blipFill>
        <p:spPr>
          <a:xfrm>
            <a:off x="11497786" y="3306265"/>
            <a:ext cx="483553" cy="198082"/>
          </a:xfrm>
          <a:prstGeom prst="rect">
            <a:avLst/>
          </a:prstGeom>
        </p:spPr>
      </p:pic>
      <p:sp>
        <p:nvSpPr>
          <p:cNvPr id="198" name="predicted-cue-box">
            <a:extLst>
              <a:ext uri="{FF2B5EF4-FFF2-40B4-BE49-F238E27FC236}">
                <a16:creationId xmlns:a16="http://schemas.microsoft.com/office/drawing/2014/main" id="{3D155A3C-668E-4EB1-9CB3-0B1EBD2AF5E6}"/>
              </a:ext>
            </a:extLst>
          </p:cNvPr>
          <p:cNvSpPr>
            <a:spLocks noGrp="1"/>
          </p:cNvSpPr>
          <p:nvPr/>
        </p:nvSpPr>
        <p:spPr>
          <a:xfrm>
            <a:off x="12668250" y="2983078"/>
            <a:ext cx="971550" cy="834030"/>
          </a:xfrm>
          <a:prstGeom prst="roundRect">
            <a:avLst>
              <a:gd name="adj" fmla="val 7994"/>
            </a:avLst>
          </a:prstGeom>
          <a:solidFill>
            <a:srgbClr val="FFFFFF"/>
          </a:solidFill>
          <a:ln w="14288">
            <a:solidFill>
              <a:srgbClr val="6F42C1"/>
            </a:solidFill>
            <a:prstDash val="solid"/>
          </a:ln>
        </p:spPr>
        <p:txBody>
          <a:bodyPr/>
          <a:lstStyle/>
          <a:p>
            <a:endParaRPr lang="zh-CN" altLang="en-US"/>
          </a:p>
        </p:txBody>
      </p:sp>
      <p:sp>
        <p:nvSpPr>
          <p:cNvPr id="199" name="predicted-cue-title">
            <a:extLst>
              <a:ext uri="{FF2B5EF4-FFF2-40B4-BE49-F238E27FC236}">
                <a16:creationId xmlns:a16="http://schemas.microsoft.com/office/drawing/2014/main" id="{92671309-5596-4AC5-8932-289E0505A7C6}"/>
              </a:ext>
            </a:extLst>
          </p:cNvPr>
          <p:cNvSpPr>
            <a:spLocks noGrp="1"/>
          </p:cNvSpPr>
          <p:nvPr/>
        </p:nvSpPr>
        <p:spPr>
          <a:xfrm>
            <a:off x="12725400" y="3035205"/>
            <a:ext cx="857250" cy="260634"/>
          </a:xfrm>
          <a:prstGeom prst="rect">
            <a:avLst/>
          </a:prstGeom>
          <a:noFill/>
          <a:ln w="0">
            <a:noFill/>
            <a:prstDash val="solid"/>
          </a:ln>
        </p:spPr>
        <p:txBody>
          <a:bodyPr wrap="square" lIns="47625" tIns="19050" rIns="47625" bIns="19050" anchor="ctr">
            <a:noAutofit/>
          </a:bodyPr>
          <a:lstStyle/>
          <a:p>
            <a:pPr algn="ctr">
              <a:defRPr sz="1200" b="1" i="0">
                <a:solidFill>
                  <a:srgbClr val="17212B"/>
                </a:solidFill>
                <a:latin typeface="Arial"/>
                <a:ea typeface="Arial"/>
                <a:cs typeface="Arial"/>
              </a:defRPr>
            </a:pPr>
            <a:r>
              <a:rPr sz="1200" b="1" i="0">
                <a:solidFill>
                  <a:srgbClr val="17212B"/>
                </a:solidFill>
                <a:latin typeface="Arial"/>
                <a:ea typeface="Arial"/>
                <a:cs typeface="Arial"/>
              </a:rPr>
              <a:t>Predicted Cue</a:t>
            </a:r>
          </a:p>
        </p:txBody>
      </p:sp>
      <p:pic>
        <p:nvPicPr>
          <p:cNvPr id="451" name="predicted-cue-subtitle-math"/>
          <p:cNvPicPr>
            <a:picLocks noChangeAspect="1"/>
          </p:cNvPicPr>
          <p:nvPr/>
        </p:nvPicPr>
        <p:blipFill>
          <a:blip r:embed="rId20"/>
          <a:stretch/>
        </p:blipFill>
        <p:spPr>
          <a:xfrm>
            <a:off x="13065826" y="3410519"/>
            <a:ext cx="176397" cy="156381"/>
          </a:xfrm>
          <a:prstGeom prst="rect">
            <a:avLst/>
          </a:prstGeom>
        </p:spPr>
      </p:pic>
      <p:sp>
        <p:nvSpPr>
          <p:cNvPr id="201" name="predicted-cue-tokens-1">
            <a:extLst>
              <a:ext uri="{FF2B5EF4-FFF2-40B4-BE49-F238E27FC236}">
                <a16:creationId xmlns:a16="http://schemas.microsoft.com/office/drawing/2014/main" id="{8240A85D-A72F-4A31-8105-B2906E25FCD5}"/>
              </a:ext>
            </a:extLst>
          </p:cNvPr>
          <p:cNvSpPr>
            <a:spLocks noGrp="1"/>
          </p:cNvSpPr>
          <p:nvPr/>
        </p:nvSpPr>
        <p:spPr>
          <a:xfrm>
            <a:off x="12877800" y="3587750"/>
            <a:ext cx="95250" cy="104254"/>
          </a:xfrm>
          <a:prstGeom prst="roundRect">
            <a:avLst>
              <a:gd name="adj" fmla="val 20000"/>
            </a:avLst>
          </a:prstGeom>
          <a:solidFill>
            <a:srgbClr val="6F42C1"/>
          </a:solidFill>
          <a:ln w="11430">
            <a:solidFill>
              <a:srgbClr val="6F42C1"/>
            </a:solidFill>
            <a:prstDash val="solid"/>
          </a:ln>
        </p:spPr>
        <p:txBody>
          <a:bodyPr/>
          <a:lstStyle/>
          <a:p>
            <a:endParaRPr lang="zh-CN" altLang="en-US"/>
          </a:p>
        </p:txBody>
      </p:sp>
      <p:sp>
        <p:nvSpPr>
          <p:cNvPr id="202" name="predicted-cue-tokens-2">
            <a:extLst>
              <a:ext uri="{FF2B5EF4-FFF2-40B4-BE49-F238E27FC236}">
                <a16:creationId xmlns:a16="http://schemas.microsoft.com/office/drawing/2014/main" id="{6682C223-2943-42DC-86F8-2F0638081EF4}"/>
              </a:ext>
            </a:extLst>
          </p:cNvPr>
          <p:cNvSpPr>
            <a:spLocks noGrp="1"/>
          </p:cNvSpPr>
          <p:nvPr/>
        </p:nvSpPr>
        <p:spPr>
          <a:xfrm>
            <a:off x="13030200" y="3587750"/>
            <a:ext cx="95250" cy="104254"/>
          </a:xfrm>
          <a:prstGeom prst="roundRect">
            <a:avLst>
              <a:gd name="adj" fmla="val 20000"/>
            </a:avLst>
          </a:prstGeom>
          <a:solidFill>
            <a:srgbClr val="6F42C1"/>
          </a:solidFill>
          <a:ln w="11430">
            <a:solidFill>
              <a:srgbClr val="6F42C1"/>
            </a:solidFill>
            <a:prstDash val="solid"/>
          </a:ln>
        </p:spPr>
        <p:txBody>
          <a:bodyPr/>
          <a:lstStyle/>
          <a:p>
            <a:endParaRPr lang="zh-CN" altLang="en-US"/>
          </a:p>
        </p:txBody>
      </p:sp>
      <p:sp>
        <p:nvSpPr>
          <p:cNvPr id="203" name="predicted-cue-tokens-3">
            <a:extLst>
              <a:ext uri="{FF2B5EF4-FFF2-40B4-BE49-F238E27FC236}">
                <a16:creationId xmlns:a16="http://schemas.microsoft.com/office/drawing/2014/main" id="{BD909CF0-6B25-4732-849F-85663024D5E8}"/>
              </a:ext>
            </a:extLst>
          </p:cNvPr>
          <p:cNvSpPr>
            <a:spLocks noGrp="1"/>
          </p:cNvSpPr>
          <p:nvPr/>
        </p:nvSpPr>
        <p:spPr>
          <a:xfrm>
            <a:off x="13182600" y="3587750"/>
            <a:ext cx="95250" cy="104254"/>
          </a:xfrm>
          <a:prstGeom prst="roundRect">
            <a:avLst>
              <a:gd name="adj" fmla="val 20000"/>
            </a:avLst>
          </a:prstGeom>
          <a:solidFill>
            <a:srgbClr val="FFFFFF"/>
          </a:solidFill>
          <a:ln w="11430">
            <a:solidFill>
              <a:srgbClr val="6F42C1"/>
            </a:solidFill>
            <a:prstDash val="solid"/>
          </a:ln>
        </p:spPr>
        <p:txBody>
          <a:bodyPr/>
          <a:lstStyle/>
          <a:p>
            <a:endParaRPr lang="zh-CN" altLang="en-US"/>
          </a:p>
        </p:txBody>
      </p:sp>
      <p:sp>
        <p:nvSpPr>
          <p:cNvPr id="204" name="predicted-cue-tokens-4">
            <a:extLst>
              <a:ext uri="{FF2B5EF4-FFF2-40B4-BE49-F238E27FC236}">
                <a16:creationId xmlns:a16="http://schemas.microsoft.com/office/drawing/2014/main" id="{620368A2-E5FA-4B1B-A38B-133254C8A5F6}"/>
              </a:ext>
            </a:extLst>
          </p:cNvPr>
          <p:cNvSpPr>
            <a:spLocks noGrp="1"/>
          </p:cNvSpPr>
          <p:nvPr/>
        </p:nvSpPr>
        <p:spPr>
          <a:xfrm>
            <a:off x="13335000" y="3587750"/>
            <a:ext cx="95250" cy="104254"/>
          </a:xfrm>
          <a:prstGeom prst="roundRect">
            <a:avLst>
              <a:gd name="adj" fmla="val 20000"/>
            </a:avLst>
          </a:prstGeom>
          <a:solidFill>
            <a:srgbClr val="6F42C1"/>
          </a:solidFill>
          <a:ln w="11430">
            <a:solidFill>
              <a:srgbClr val="6F42C1"/>
            </a:solidFill>
            <a:prstDash val="solid"/>
          </a:ln>
        </p:spPr>
        <p:txBody>
          <a:bodyPr/>
          <a:lstStyle/>
          <a:p>
            <a:endParaRPr lang="zh-CN" altLang="en-US"/>
          </a:p>
        </p:txBody>
      </p:sp>
      <p:sp>
        <p:nvSpPr>
          <p:cNvPr id="205" name="cue-loss-box">
            <a:extLst>
              <a:ext uri="{FF2B5EF4-FFF2-40B4-BE49-F238E27FC236}">
                <a16:creationId xmlns:a16="http://schemas.microsoft.com/office/drawing/2014/main" id="{C4DEBC1D-2867-4837-8033-9653DA6CDBBF}"/>
              </a:ext>
            </a:extLst>
          </p:cNvPr>
          <p:cNvSpPr>
            <a:spLocks noGrp="1"/>
          </p:cNvSpPr>
          <p:nvPr/>
        </p:nvSpPr>
        <p:spPr>
          <a:xfrm>
            <a:off x="13868400" y="2076071"/>
            <a:ext cx="952500" cy="959134"/>
          </a:xfrm>
          <a:prstGeom prst="roundRect">
            <a:avLst>
              <a:gd name="adj" fmla="val 8000"/>
            </a:avLst>
          </a:prstGeom>
          <a:solidFill>
            <a:srgbClr val="5630A5"/>
          </a:solidFill>
          <a:ln w="11430">
            <a:solidFill>
              <a:srgbClr val="5630A5"/>
            </a:solidFill>
            <a:prstDash val="solid"/>
          </a:ln>
        </p:spPr>
        <p:txBody>
          <a:bodyPr/>
          <a:lstStyle/>
          <a:p>
            <a:endParaRPr lang="zh-CN" altLang="en-US"/>
          </a:p>
        </p:txBody>
      </p:sp>
      <p:pic>
        <p:nvPicPr>
          <p:cNvPr id="457" name="cue-loss-label-math"/>
          <p:cNvPicPr>
            <a:picLocks noChangeAspect="1"/>
          </p:cNvPicPr>
          <p:nvPr/>
        </p:nvPicPr>
        <p:blipFill>
          <a:blip r:embed="rId21"/>
          <a:stretch/>
        </p:blipFill>
        <p:spPr>
          <a:xfrm>
            <a:off x="13999123" y="2211601"/>
            <a:ext cx="691053" cy="333612"/>
          </a:xfrm>
          <a:prstGeom prst="rect">
            <a:avLst/>
          </a:prstGeom>
        </p:spPr>
      </p:pic>
      <p:sp>
        <p:nvSpPr>
          <p:cNvPr id="207" name="cue-loss-subtitle">
            <a:extLst>
              <a:ext uri="{FF2B5EF4-FFF2-40B4-BE49-F238E27FC236}">
                <a16:creationId xmlns:a16="http://schemas.microsoft.com/office/drawing/2014/main" id="{073FEAC5-01C9-4BC4-9A91-75D80465F61D}"/>
              </a:ext>
            </a:extLst>
          </p:cNvPr>
          <p:cNvSpPr>
            <a:spLocks noGrp="1"/>
          </p:cNvSpPr>
          <p:nvPr/>
        </p:nvSpPr>
        <p:spPr>
          <a:xfrm>
            <a:off x="13925550" y="2576489"/>
            <a:ext cx="838200" cy="323187"/>
          </a:xfrm>
          <a:prstGeom prst="rect">
            <a:avLst/>
          </a:prstGeom>
          <a:noFill/>
          <a:ln w="0">
            <a:noFill/>
            <a:prstDash val="solid"/>
          </a:ln>
        </p:spPr>
        <p:txBody>
          <a:bodyPr wrap="square" lIns="47625" tIns="19050" rIns="47625" bIns="19050" anchor="ctr">
            <a:noAutofit/>
          </a:bodyPr>
          <a:lstStyle/>
          <a:p>
            <a:pPr algn="ctr">
              <a:defRPr sz="1200" b="0" i="0">
                <a:solidFill>
                  <a:srgbClr val="FFFFFF"/>
                </a:solidFill>
                <a:latin typeface="Arial"/>
                <a:ea typeface="Arial"/>
                <a:cs typeface="Arial"/>
              </a:defRPr>
            </a:pPr>
            <a:r>
              <a:rPr sz="1200" b="0" i="0">
                <a:solidFill>
                  <a:srgbClr val="FFFFFF"/>
                </a:solidFill>
                <a:latin typeface="Arial"/>
                <a:ea typeface="Arial"/>
                <a:cs typeface="Arial"/>
              </a:rPr>
              <a:t>cosine + variance</a:t>
            </a:r>
          </a:p>
        </p:txBody>
      </p:sp>
      <p:sp>
        <p:nvSpPr>
          <p:cNvPr id="208" name="teacher-velocity-sequence">
            <a:extLst>
              <a:ext uri="{FF2B5EF4-FFF2-40B4-BE49-F238E27FC236}">
                <a16:creationId xmlns:a16="http://schemas.microsoft.com/office/drawing/2014/main" id="{98F5FD2D-EC73-4F5F-9D35-18FD0E4E9560}"/>
              </a:ext>
            </a:extLst>
          </p:cNvPr>
          <p:cNvSpPr>
            <a:spLocks noGrp="1"/>
          </p:cNvSpPr>
          <p:nvPr/>
        </p:nvSpPr>
        <p:spPr>
          <a:xfrm>
            <a:off x="9382125" y="5610272"/>
            <a:ext cx="1543050" cy="500418"/>
          </a:xfrm>
          <a:prstGeom prst="roundRect">
            <a:avLst>
              <a:gd name="adj" fmla="val 11420"/>
            </a:avLst>
          </a:prstGeom>
          <a:solidFill>
            <a:srgbClr val="EEF6FB"/>
          </a:solidFill>
          <a:ln w="12383">
            <a:solidFill>
              <a:srgbClr val="0072B2"/>
            </a:solidFill>
            <a:prstDash val="solid"/>
          </a:ln>
        </p:spPr>
        <p:txBody>
          <a:bodyPr/>
          <a:lstStyle/>
          <a:p>
            <a:endParaRPr lang="zh-CN" altLang="en-US"/>
          </a:p>
        </p:txBody>
      </p:sp>
      <p:sp>
        <p:nvSpPr>
          <p:cNvPr id="209" name="teacher-velocity-title">
            <a:extLst>
              <a:ext uri="{FF2B5EF4-FFF2-40B4-BE49-F238E27FC236}">
                <a16:creationId xmlns:a16="http://schemas.microsoft.com/office/drawing/2014/main" id="{36FE68CE-209E-466E-97F5-CFE988E2C5CF}"/>
              </a:ext>
            </a:extLst>
          </p:cNvPr>
          <p:cNvSpPr>
            <a:spLocks noGrp="1"/>
          </p:cNvSpPr>
          <p:nvPr/>
        </p:nvSpPr>
        <p:spPr>
          <a:xfrm>
            <a:off x="9439275" y="5651974"/>
            <a:ext cx="1066800" cy="229358"/>
          </a:xfrm>
          <a:prstGeom prst="rect">
            <a:avLst/>
          </a:prstGeom>
          <a:noFill/>
          <a:ln w="0">
            <a:noFill/>
            <a:prstDash val="solid"/>
          </a:ln>
        </p:spPr>
        <p:txBody>
          <a:bodyPr wrap="square" lIns="47625" tIns="19050" rIns="47625" bIns="19050" anchor="ctr">
            <a:noAutofit/>
          </a:bodyPr>
          <a:lstStyle/>
          <a:p>
            <a:pPr algn="ctr">
              <a:defRPr sz="1200" b="1" i="0">
                <a:solidFill>
                  <a:srgbClr val="0072B2"/>
                </a:solidFill>
                <a:latin typeface="Arial"/>
                <a:ea typeface="Arial"/>
                <a:cs typeface="Arial"/>
              </a:defRPr>
            </a:pPr>
            <a:r>
              <a:rPr sz="1200" b="1" i="0">
                <a:solidFill>
                  <a:srgbClr val="0072B2"/>
                </a:solidFill>
                <a:latin typeface="Arial"/>
                <a:ea typeface="Arial"/>
                <a:cs typeface="Arial"/>
              </a:rPr>
              <a:t>Teacher velocity</a:t>
            </a:r>
          </a:p>
        </p:txBody>
      </p:sp>
      <p:pic>
        <p:nvPicPr>
          <p:cNvPr id="461" name="teacher-velocity-sequence-math"/>
          <p:cNvPicPr>
            <a:picLocks noChangeAspect="1"/>
          </p:cNvPicPr>
          <p:nvPr/>
        </p:nvPicPr>
        <p:blipFill>
          <a:blip r:embed="rId10"/>
          <a:stretch/>
        </p:blipFill>
        <p:spPr>
          <a:xfrm>
            <a:off x="10478741" y="5662399"/>
            <a:ext cx="245168" cy="208507"/>
          </a:xfrm>
          <a:prstGeom prst="rect">
            <a:avLst/>
          </a:prstGeom>
        </p:spPr>
      </p:pic>
      <p:sp>
        <p:nvSpPr>
          <p:cNvPr id="211" name="teacher-velocity-tokens-1">
            <a:extLst>
              <a:ext uri="{FF2B5EF4-FFF2-40B4-BE49-F238E27FC236}">
                <a16:creationId xmlns:a16="http://schemas.microsoft.com/office/drawing/2014/main" id="{BC8B64DB-5EEA-4F46-8F52-3D08D0D90F61}"/>
              </a:ext>
            </a:extLst>
          </p:cNvPr>
          <p:cNvSpPr>
            <a:spLocks noGrp="1"/>
          </p:cNvSpPr>
          <p:nvPr/>
        </p:nvSpPr>
        <p:spPr>
          <a:xfrm>
            <a:off x="9734550" y="5902183"/>
            <a:ext cx="85725" cy="93828"/>
          </a:xfrm>
          <a:prstGeom prst="rect">
            <a:avLst/>
          </a:prstGeom>
          <a:solidFill>
            <a:srgbClr val="0072B2"/>
          </a:solidFill>
          <a:ln w="11430">
            <a:solidFill>
              <a:srgbClr val="0072B2"/>
            </a:solidFill>
            <a:prstDash val="solid"/>
          </a:ln>
        </p:spPr>
        <p:txBody>
          <a:bodyPr/>
          <a:lstStyle/>
          <a:p>
            <a:endParaRPr lang="zh-CN" altLang="en-US"/>
          </a:p>
        </p:txBody>
      </p:sp>
      <p:sp>
        <p:nvSpPr>
          <p:cNvPr id="212" name="teacher-velocity-tokens-2">
            <a:extLst>
              <a:ext uri="{FF2B5EF4-FFF2-40B4-BE49-F238E27FC236}">
                <a16:creationId xmlns:a16="http://schemas.microsoft.com/office/drawing/2014/main" id="{6D99C643-924E-456D-9810-2663C3625D1E}"/>
              </a:ext>
            </a:extLst>
          </p:cNvPr>
          <p:cNvSpPr>
            <a:spLocks noGrp="1"/>
          </p:cNvSpPr>
          <p:nvPr/>
        </p:nvSpPr>
        <p:spPr>
          <a:xfrm>
            <a:off x="9886950" y="5902183"/>
            <a:ext cx="85725" cy="93828"/>
          </a:xfrm>
          <a:prstGeom prst="rect">
            <a:avLst/>
          </a:prstGeom>
          <a:solidFill>
            <a:srgbClr val="0072B2"/>
          </a:solidFill>
          <a:ln w="11430">
            <a:solidFill>
              <a:srgbClr val="0072B2"/>
            </a:solidFill>
            <a:prstDash val="solid"/>
          </a:ln>
        </p:spPr>
        <p:txBody>
          <a:bodyPr/>
          <a:lstStyle/>
          <a:p>
            <a:endParaRPr lang="zh-CN" altLang="en-US"/>
          </a:p>
        </p:txBody>
      </p:sp>
      <p:sp>
        <p:nvSpPr>
          <p:cNvPr id="213" name="teacher-velocity-tokens-3">
            <a:extLst>
              <a:ext uri="{FF2B5EF4-FFF2-40B4-BE49-F238E27FC236}">
                <a16:creationId xmlns:a16="http://schemas.microsoft.com/office/drawing/2014/main" id="{0DD8BD18-395D-4292-808A-EAC979E650F4}"/>
              </a:ext>
            </a:extLst>
          </p:cNvPr>
          <p:cNvSpPr>
            <a:spLocks noGrp="1"/>
          </p:cNvSpPr>
          <p:nvPr/>
        </p:nvSpPr>
        <p:spPr>
          <a:xfrm>
            <a:off x="10039350" y="5902183"/>
            <a:ext cx="85725" cy="93828"/>
          </a:xfrm>
          <a:prstGeom prst="rect">
            <a:avLst/>
          </a:prstGeom>
          <a:solidFill>
            <a:srgbClr val="0072B2"/>
          </a:solidFill>
          <a:ln w="11430">
            <a:solidFill>
              <a:srgbClr val="0072B2"/>
            </a:solidFill>
            <a:prstDash val="solid"/>
          </a:ln>
        </p:spPr>
        <p:txBody>
          <a:bodyPr/>
          <a:lstStyle/>
          <a:p>
            <a:endParaRPr lang="zh-CN" altLang="en-US"/>
          </a:p>
        </p:txBody>
      </p:sp>
      <p:sp>
        <p:nvSpPr>
          <p:cNvPr id="214" name="teacher-velocity-tokens-4">
            <a:extLst>
              <a:ext uri="{FF2B5EF4-FFF2-40B4-BE49-F238E27FC236}">
                <a16:creationId xmlns:a16="http://schemas.microsoft.com/office/drawing/2014/main" id="{028648C3-1583-45F4-8892-2EB777EB153C}"/>
              </a:ext>
            </a:extLst>
          </p:cNvPr>
          <p:cNvSpPr>
            <a:spLocks noGrp="1"/>
          </p:cNvSpPr>
          <p:nvPr/>
        </p:nvSpPr>
        <p:spPr>
          <a:xfrm>
            <a:off x="10191750" y="5902183"/>
            <a:ext cx="85725" cy="93828"/>
          </a:xfrm>
          <a:prstGeom prst="rect">
            <a:avLst/>
          </a:prstGeom>
          <a:solidFill>
            <a:srgbClr val="FFFFFF"/>
          </a:solidFill>
          <a:ln w="11430">
            <a:solidFill>
              <a:srgbClr val="0072B2"/>
            </a:solidFill>
            <a:prstDash val="solid"/>
          </a:ln>
        </p:spPr>
        <p:txBody>
          <a:bodyPr/>
          <a:lstStyle/>
          <a:p>
            <a:endParaRPr lang="zh-CN" altLang="en-US"/>
          </a:p>
        </p:txBody>
      </p:sp>
      <p:sp>
        <p:nvSpPr>
          <p:cNvPr id="215" name="teacher-velocity-tokens-5">
            <a:extLst>
              <a:ext uri="{FF2B5EF4-FFF2-40B4-BE49-F238E27FC236}">
                <a16:creationId xmlns:a16="http://schemas.microsoft.com/office/drawing/2014/main" id="{E8151125-0870-45FC-B7C5-67AFCC5CC3BA}"/>
              </a:ext>
            </a:extLst>
          </p:cNvPr>
          <p:cNvSpPr>
            <a:spLocks noGrp="1"/>
          </p:cNvSpPr>
          <p:nvPr/>
        </p:nvSpPr>
        <p:spPr>
          <a:xfrm>
            <a:off x="10344150" y="5902183"/>
            <a:ext cx="85725" cy="93828"/>
          </a:xfrm>
          <a:prstGeom prst="rect">
            <a:avLst/>
          </a:prstGeom>
          <a:solidFill>
            <a:srgbClr val="0072B2"/>
          </a:solidFill>
          <a:ln w="11430">
            <a:solidFill>
              <a:srgbClr val="0072B2"/>
            </a:solidFill>
            <a:prstDash val="solid"/>
          </a:ln>
        </p:spPr>
        <p:txBody>
          <a:bodyPr/>
          <a:lstStyle/>
          <a:p>
            <a:endParaRPr lang="zh-CN" altLang="en-US"/>
          </a:p>
        </p:txBody>
      </p:sp>
      <p:sp>
        <p:nvSpPr>
          <p:cNvPr id="216" name="student-velocity-sequence">
            <a:extLst>
              <a:ext uri="{FF2B5EF4-FFF2-40B4-BE49-F238E27FC236}">
                <a16:creationId xmlns:a16="http://schemas.microsoft.com/office/drawing/2014/main" id="{8BA29D8B-CBC9-4CF6-8339-77746E40A09B}"/>
              </a:ext>
            </a:extLst>
          </p:cNvPr>
          <p:cNvSpPr>
            <a:spLocks noGrp="1"/>
          </p:cNvSpPr>
          <p:nvPr/>
        </p:nvSpPr>
        <p:spPr>
          <a:xfrm>
            <a:off x="9382125" y="4880496"/>
            <a:ext cx="1543050" cy="500418"/>
          </a:xfrm>
          <a:prstGeom prst="roundRect">
            <a:avLst>
              <a:gd name="adj" fmla="val 11420"/>
            </a:avLst>
          </a:prstGeom>
          <a:solidFill>
            <a:srgbClr val="FFF3EA"/>
          </a:solidFill>
          <a:ln w="12383">
            <a:solidFill>
              <a:srgbClr val="D55E00"/>
            </a:solidFill>
            <a:prstDash val="solid"/>
          </a:ln>
        </p:spPr>
        <p:txBody>
          <a:bodyPr/>
          <a:lstStyle/>
          <a:p>
            <a:endParaRPr lang="zh-CN" altLang="en-US"/>
          </a:p>
        </p:txBody>
      </p:sp>
      <p:sp>
        <p:nvSpPr>
          <p:cNvPr id="217" name="student-velocity-title">
            <a:extLst>
              <a:ext uri="{FF2B5EF4-FFF2-40B4-BE49-F238E27FC236}">
                <a16:creationId xmlns:a16="http://schemas.microsoft.com/office/drawing/2014/main" id="{42B310E5-8E30-458A-8E06-E1AA3AE84591}"/>
              </a:ext>
            </a:extLst>
          </p:cNvPr>
          <p:cNvSpPr>
            <a:spLocks noGrp="1"/>
          </p:cNvSpPr>
          <p:nvPr/>
        </p:nvSpPr>
        <p:spPr>
          <a:xfrm>
            <a:off x="9439275" y="4922198"/>
            <a:ext cx="1066800" cy="229358"/>
          </a:xfrm>
          <a:prstGeom prst="rect">
            <a:avLst/>
          </a:prstGeom>
          <a:noFill/>
          <a:ln w="0">
            <a:noFill/>
            <a:prstDash val="solid"/>
          </a:ln>
        </p:spPr>
        <p:txBody>
          <a:bodyPr wrap="square" lIns="47625" tIns="19050" rIns="47625" bIns="19050" anchor="ctr">
            <a:noAutofit/>
          </a:bodyPr>
          <a:lstStyle/>
          <a:p>
            <a:pPr algn="ctr">
              <a:defRPr sz="1200" b="1" i="0">
                <a:solidFill>
                  <a:srgbClr val="D55E00"/>
                </a:solidFill>
                <a:latin typeface="Arial"/>
                <a:ea typeface="Arial"/>
                <a:cs typeface="Arial"/>
              </a:defRPr>
            </a:pPr>
            <a:r>
              <a:rPr sz="1200" b="1" i="0">
                <a:solidFill>
                  <a:srgbClr val="D55E00"/>
                </a:solidFill>
                <a:latin typeface="Arial"/>
                <a:ea typeface="Arial"/>
                <a:cs typeface="Arial"/>
              </a:rPr>
              <a:t>Student velocity</a:t>
            </a:r>
          </a:p>
        </p:txBody>
      </p:sp>
      <p:pic>
        <p:nvPicPr>
          <p:cNvPr id="469" name="student-velocity-sequence-math"/>
          <p:cNvPicPr>
            <a:picLocks noChangeAspect="1"/>
          </p:cNvPicPr>
          <p:nvPr/>
        </p:nvPicPr>
        <p:blipFill>
          <a:blip r:embed="rId11"/>
          <a:stretch/>
        </p:blipFill>
        <p:spPr>
          <a:xfrm>
            <a:off x="10442201" y="4932623"/>
            <a:ext cx="318248" cy="208507"/>
          </a:xfrm>
          <a:prstGeom prst="rect">
            <a:avLst/>
          </a:prstGeom>
        </p:spPr>
      </p:pic>
      <p:sp>
        <p:nvSpPr>
          <p:cNvPr id="219" name="student-velocity-tokens-1">
            <a:extLst>
              <a:ext uri="{FF2B5EF4-FFF2-40B4-BE49-F238E27FC236}">
                <a16:creationId xmlns:a16="http://schemas.microsoft.com/office/drawing/2014/main" id="{4D773003-C9A1-4789-93FA-75E9D18C1A8D}"/>
              </a:ext>
            </a:extLst>
          </p:cNvPr>
          <p:cNvSpPr>
            <a:spLocks noGrp="1"/>
          </p:cNvSpPr>
          <p:nvPr/>
        </p:nvSpPr>
        <p:spPr>
          <a:xfrm>
            <a:off x="9734550" y="5172407"/>
            <a:ext cx="85725" cy="93828"/>
          </a:xfrm>
          <a:prstGeom prst="rect">
            <a:avLst/>
          </a:prstGeom>
          <a:solidFill>
            <a:srgbClr val="D55E00"/>
          </a:solidFill>
          <a:ln w="11430">
            <a:solidFill>
              <a:srgbClr val="D55E00"/>
            </a:solidFill>
            <a:prstDash val="solid"/>
          </a:ln>
        </p:spPr>
        <p:txBody>
          <a:bodyPr/>
          <a:lstStyle/>
          <a:p>
            <a:endParaRPr lang="zh-CN" altLang="en-US"/>
          </a:p>
        </p:txBody>
      </p:sp>
      <p:sp>
        <p:nvSpPr>
          <p:cNvPr id="220" name="student-velocity-tokens-2">
            <a:extLst>
              <a:ext uri="{FF2B5EF4-FFF2-40B4-BE49-F238E27FC236}">
                <a16:creationId xmlns:a16="http://schemas.microsoft.com/office/drawing/2014/main" id="{0E05D7FE-C97A-49C4-8502-4679B12FD1E0}"/>
              </a:ext>
            </a:extLst>
          </p:cNvPr>
          <p:cNvSpPr>
            <a:spLocks noGrp="1"/>
          </p:cNvSpPr>
          <p:nvPr/>
        </p:nvSpPr>
        <p:spPr>
          <a:xfrm>
            <a:off x="9886950" y="5172407"/>
            <a:ext cx="85725" cy="93828"/>
          </a:xfrm>
          <a:prstGeom prst="rect">
            <a:avLst/>
          </a:prstGeom>
          <a:solidFill>
            <a:srgbClr val="D55E00"/>
          </a:solidFill>
          <a:ln w="11430">
            <a:solidFill>
              <a:srgbClr val="D55E00"/>
            </a:solidFill>
            <a:prstDash val="solid"/>
          </a:ln>
        </p:spPr>
        <p:txBody>
          <a:bodyPr/>
          <a:lstStyle/>
          <a:p>
            <a:endParaRPr lang="zh-CN" altLang="en-US"/>
          </a:p>
        </p:txBody>
      </p:sp>
      <p:sp>
        <p:nvSpPr>
          <p:cNvPr id="221" name="student-velocity-tokens-3">
            <a:extLst>
              <a:ext uri="{FF2B5EF4-FFF2-40B4-BE49-F238E27FC236}">
                <a16:creationId xmlns:a16="http://schemas.microsoft.com/office/drawing/2014/main" id="{98771960-C635-4472-9C02-584360665311}"/>
              </a:ext>
            </a:extLst>
          </p:cNvPr>
          <p:cNvSpPr>
            <a:spLocks noGrp="1"/>
          </p:cNvSpPr>
          <p:nvPr/>
        </p:nvSpPr>
        <p:spPr>
          <a:xfrm>
            <a:off x="10039350" y="5172407"/>
            <a:ext cx="85725" cy="93828"/>
          </a:xfrm>
          <a:prstGeom prst="rect">
            <a:avLst/>
          </a:prstGeom>
          <a:solidFill>
            <a:srgbClr val="D55E00"/>
          </a:solidFill>
          <a:ln w="11430">
            <a:solidFill>
              <a:srgbClr val="D55E00"/>
            </a:solidFill>
            <a:prstDash val="solid"/>
          </a:ln>
        </p:spPr>
        <p:txBody>
          <a:bodyPr/>
          <a:lstStyle/>
          <a:p>
            <a:endParaRPr lang="zh-CN" altLang="en-US"/>
          </a:p>
        </p:txBody>
      </p:sp>
      <p:sp>
        <p:nvSpPr>
          <p:cNvPr id="222" name="student-velocity-tokens-4">
            <a:extLst>
              <a:ext uri="{FF2B5EF4-FFF2-40B4-BE49-F238E27FC236}">
                <a16:creationId xmlns:a16="http://schemas.microsoft.com/office/drawing/2014/main" id="{D04C6C7A-E2F7-4780-B7CB-EE8408690E48}"/>
              </a:ext>
            </a:extLst>
          </p:cNvPr>
          <p:cNvSpPr>
            <a:spLocks noGrp="1"/>
          </p:cNvSpPr>
          <p:nvPr/>
        </p:nvSpPr>
        <p:spPr>
          <a:xfrm>
            <a:off x="10191750" y="5172407"/>
            <a:ext cx="85725" cy="93828"/>
          </a:xfrm>
          <a:prstGeom prst="rect">
            <a:avLst/>
          </a:prstGeom>
          <a:solidFill>
            <a:srgbClr val="FFFFFF"/>
          </a:solidFill>
          <a:ln w="11430">
            <a:solidFill>
              <a:srgbClr val="D55E00"/>
            </a:solidFill>
            <a:prstDash val="solid"/>
          </a:ln>
        </p:spPr>
        <p:txBody>
          <a:bodyPr/>
          <a:lstStyle/>
          <a:p>
            <a:endParaRPr lang="zh-CN" altLang="en-US"/>
          </a:p>
        </p:txBody>
      </p:sp>
      <p:sp>
        <p:nvSpPr>
          <p:cNvPr id="223" name="student-velocity-tokens-5">
            <a:extLst>
              <a:ext uri="{FF2B5EF4-FFF2-40B4-BE49-F238E27FC236}">
                <a16:creationId xmlns:a16="http://schemas.microsoft.com/office/drawing/2014/main" id="{3A0C3CE0-5791-43A6-B26A-795F965468D0}"/>
              </a:ext>
            </a:extLst>
          </p:cNvPr>
          <p:cNvSpPr>
            <a:spLocks noGrp="1"/>
          </p:cNvSpPr>
          <p:nvPr/>
        </p:nvSpPr>
        <p:spPr>
          <a:xfrm>
            <a:off x="10344150" y="5172407"/>
            <a:ext cx="85725" cy="93828"/>
          </a:xfrm>
          <a:prstGeom prst="rect">
            <a:avLst/>
          </a:prstGeom>
          <a:solidFill>
            <a:srgbClr val="D55E00"/>
          </a:solidFill>
          <a:ln w="11430">
            <a:solidFill>
              <a:srgbClr val="D55E00"/>
            </a:solidFill>
            <a:prstDash val="solid"/>
          </a:ln>
        </p:spPr>
        <p:txBody>
          <a:bodyPr/>
          <a:lstStyle/>
          <a:p>
            <a:endParaRPr lang="zh-CN" altLang="en-US"/>
          </a:p>
        </p:txBody>
      </p:sp>
      <p:sp>
        <p:nvSpPr>
          <p:cNvPr id="224" name="correlation-pattern">
            <a:extLst>
              <a:ext uri="{FF2B5EF4-FFF2-40B4-BE49-F238E27FC236}">
                <a16:creationId xmlns:a16="http://schemas.microsoft.com/office/drawing/2014/main" id="{1DDB8576-82F3-4DB1-A29A-F2920810F2B5}"/>
              </a:ext>
            </a:extLst>
          </p:cNvPr>
          <p:cNvSpPr>
            <a:spLocks noGrp="1"/>
          </p:cNvSpPr>
          <p:nvPr/>
        </p:nvSpPr>
        <p:spPr>
          <a:xfrm>
            <a:off x="11334750" y="4880496"/>
            <a:ext cx="2143125" cy="1230194"/>
          </a:xfrm>
          <a:prstGeom prst="roundRect">
            <a:avLst>
              <a:gd name="adj" fmla="val 4646"/>
            </a:avLst>
          </a:prstGeom>
          <a:solidFill>
            <a:srgbClr val="F1F3F5"/>
          </a:solidFill>
          <a:ln w="10478">
            <a:solidFill>
              <a:srgbClr val="C8CFD5"/>
            </a:solidFill>
            <a:prstDash val="solid"/>
          </a:ln>
        </p:spPr>
        <p:txBody>
          <a:bodyPr/>
          <a:lstStyle/>
          <a:p>
            <a:endParaRPr lang="zh-CN" altLang="en-US"/>
          </a:p>
        </p:txBody>
      </p:sp>
      <p:sp>
        <p:nvSpPr>
          <p:cNvPr id="225" name="correlation-caption">
            <a:extLst>
              <a:ext uri="{FF2B5EF4-FFF2-40B4-BE49-F238E27FC236}">
                <a16:creationId xmlns:a16="http://schemas.microsoft.com/office/drawing/2014/main" id="{AC4541E1-C050-443D-8D92-2BC20C6DB37F}"/>
              </a:ext>
            </a:extLst>
          </p:cNvPr>
          <p:cNvSpPr>
            <a:spLocks noGrp="1"/>
          </p:cNvSpPr>
          <p:nvPr/>
        </p:nvSpPr>
        <p:spPr>
          <a:xfrm>
            <a:off x="11430000" y="5818780"/>
            <a:ext cx="1952625" cy="239784"/>
          </a:xfrm>
          <a:prstGeom prst="rect">
            <a:avLst/>
          </a:prstGeom>
          <a:noFill/>
          <a:ln w="0">
            <a:noFill/>
            <a:prstDash val="solid"/>
          </a:ln>
        </p:spPr>
        <p:txBody>
          <a:bodyPr wrap="square" lIns="47625" tIns="19050" rIns="47625" bIns="19050" anchor="ctr">
            <a:noAutofit/>
          </a:bodyPr>
          <a:lstStyle/>
          <a:p>
            <a:pPr algn="ctr">
              <a:defRPr sz="1200" b="1" i="0">
                <a:solidFill>
                  <a:srgbClr val="53606C"/>
                </a:solidFill>
                <a:latin typeface="Arial"/>
                <a:ea typeface="Arial"/>
                <a:cs typeface="Arial"/>
              </a:defRPr>
            </a:pPr>
            <a:r>
              <a:rPr sz="1200" b="1" i="0">
                <a:solidFill>
                  <a:srgbClr val="53606C"/>
                </a:solidFill>
                <a:latin typeface="Arial"/>
                <a:ea typeface="Arial"/>
                <a:cs typeface="Arial"/>
              </a:rPr>
              <a:t>relative action dynamics</a:t>
            </a:r>
          </a:p>
        </p:txBody>
      </p:sp>
      <p:pic>
        <p:nvPicPr>
          <p:cNvPr id="477" name="correlation-pattern-asset"/>
          <p:cNvPicPr>
            <a:picLocks noChangeAspect="1"/>
          </p:cNvPicPr>
          <p:nvPr/>
        </p:nvPicPr>
        <p:blipFill>
          <a:blip r:embed="rId22"/>
          <a:stretch/>
        </p:blipFill>
        <p:spPr>
          <a:xfrm>
            <a:off x="11439525" y="5025442"/>
            <a:ext cx="1933575" cy="690094"/>
          </a:xfrm>
          <a:prstGeom prst="rect">
            <a:avLst/>
          </a:prstGeom>
        </p:spPr>
      </p:pic>
      <p:sp>
        <p:nvSpPr>
          <p:cNvPr id="227" name="acl-loss-box">
            <a:extLst>
              <a:ext uri="{FF2B5EF4-FFF2-40B4-BE49-F238E27FC236}">
                <a16:creationId xmlns:a16="http://schemas.microsoft.com/office/drawing/2014/main" id="{6D9AE817-BD67-4E4E-9137-C0002F755CE1}"/>
              </a:ext>
            </a:extLst>
          </p:cNvPr>
          <p:cNvSpPr>
            <a:spLocks noGrp="1"/>
          </p:cNvSpPr>
          <p:nvPr/>
        </p:nvSpPr>
        <p:spPr>
          <a:xfrm>
            <a:off x="13811250" y="4963899"/>
            <a:ext cx="952500" cy="959134"/>
          </a:xfrm>
          <a:prstGeom prst="roundRect">
            <a:avLst>
              <a:gd name="adj" fmla="val 8000"/>
            </a:avLst>
          </a:prstGeom>
          <a:solidFill>
            <a:srgbClr val="5630A5"/>
          </a:solidFill>
          <a:ln w="11430">
            <a:solidFill>
              <a:srgbClr val="5630A5"/>
            </a:solidFill>
            <a:prstDash val="solid"/>
          </a:ln>
        </p:spPr>
        <p:txBody>
          <a:bodyPr/>
          <a:lstStyle/>
          <a:p>
            <a:endParaRPr lang="zh-CN" altLang="en-US"/>
          </a:p>
        </p:txBody>
      </p:sp>
      <p:pic>
        <p:nvPicPr>
          <p:cNvPr id="479" name="acl-loss-label-math"/>
          <p:cNvPicPr>
            <a:picLocks noChangeAspect="1"/>
          </p:cNvPicPr>
          <p:nvPr/>
        </p:nvPicPr>
        <p:blipFill>
          <a:blip r:embed="rId23"/>
          <a:stretch/>
        </p:blipFill>
        <p:spPr>
          <a:xfrm>
            <a:off x="13877925" y="5107224"/>
            <a:ext cx="819150" cy="318023"/>
          </a:xfrm>
          <a:prstGeom prst="rect">
            <a:avLst/>
          </a:prstGeom>
        </p:spPr>
      </p:pic>
      <p:pic>
        <p:nvPicPr>
          <p:cNvPr id="480" name="acl-loss-subtitle-math"/>
          <p:cNvPicPr>
            <a:picLocks noChangeAspect="1"/>
          </p:cNvPicPr>
          <p:nvPr/>
        </p:nvPicPr>
        <p:blipFill>
          <a:blip r:embed="rId24"/>
          <a:stretch/>
        </p:blipFill>
        <p:spPr>
          <a:xfrm>
            <a:off x="13868400" y="5493702"/>
            <a:ext cx="838200" cy="264416"/>
          </a:xfrm>
          <a:prstGeom prst="rect">
            <a:avLst/>
          </a:prstGeom>
        </p:spPr>
      </p:pic>
      <p:sp>
        <p:nvSpPr>
          <p:cNvPr id="230" name="total-objective-box">
            <a:extLst>
              <a:ext uri="{FF2B5EF4-FFF2-40B4-BE49-F238E27FC236}">
                <a16:creationId xmlns:a16="http://schemas.microsoft.com/office/drawing/2014/main" id="{77331262-7496-44D5-B551-4F41A09E2B88}"/>
              </a:ext>
            </a:extLst>
          </p:cNvPr>
          <p:cNvSpPr>
            <a:spLocks noGrp="1"/>
          </p:cNvSpPr>
          <p:nvPr/>
        </p:nvSpPr>
        <p:spPr>
          <a:xfrm>
            <a:off x="9620250" y="6287922"/>
            <a:ext cx="4810125" cy="344037"/>
          </a:xfrm>
          <a:prstGeom prst="roundRect">
            <a:avLst>
              <a:gd name="adj" fmla="val 16612"/>
            </a:avLst>
          </a:prstGeom>
          <a:solidFill>
            <a:srgbClr val="FFFFFF"/>
          </a:solidFill>
          <a:ln w="10478">
            <a:solidFill>
              <a:srgbClr val="BDA9E6"/>
            </a:solidFill>
            <a:prstDash val="solid"/>
          </a:ln>
        </p:spPr>
        <p:txBody>
          <a:bodyPr/>
          <a:lstStyle/>
          <a:p>
            <a:endParaRPr lang="zh-CN" altLang="en-US"/>
          </a:p>
        </p:txBody>
      </p:sp>
      <p:pic>
        <p:nvPicPr>
          <p:cNvPr id="482" name="total-objective-math"/>
          <p:cNvPicPr>
            <a:picLocks noChangeAspect="1"/>
          </p:cNvPicPr>
          <p:nvPr/>
        </p:nvPicPr>
        <p:blipFill>
          <a:blip r:embed="rId25"/>
          <a:stretch/>
        </p:blipFill>
        <p:spPr>
          <a:xfrm>
            <a:off x="10224092" y="6350474"/>
            <a:ext cx="3602440" cy="218933"/>
          </a:xfrm>
          <a:prstGeom prst="rect">
            <a:avLst/>
          </a:prstGeom>
        </p:spPr>
      </p:pic>
      <p:sp>
        <p:nvSpPr>
          <p:cNvPr id="232" name="deploy-observation">
            <a:extLst>
              <a:ext uri="{FF2B5EF4-FFF2-40B4-BE49-F238E27FC236}">
                <a16:creationId xmlns:a16="http://schemas.microsoft.com/office/drawing/2014/main" id="{16D9D38E-F495-43AE-A5AE-6266EFAEBBDA}"/>
              </a:ext>
            </a:extLst>
          </p:cNvPr>
          <p:cNvSpPr>
            <a:spLocks noGrp="1"/>
          </p:cNvSpPr>
          <p:nvPr/>
        </p:nvSpPr>
        <p:spPr>
          <a:xfrm>
            <a:off x="476250" y="7372160"/>
            <a:ext cx="2571750" cy="792328"/>
          </a:xfrm>
          <a:prstGeom prst="roundRect">
            <a:avLst>
              <a:gd name="adj" fmla="val 8415"/>
            </a:avLst>
          </a:prstGeom>
          <a:solidFill>
            <a:srgbClr val="FFFFFF"/>
          </a:solidFill>
          <a:ln w="13335">
            <a:solidFill>
              <a:srgbClr val="009E73"/>
            </a:solidFill>
            <a:prstDash val="solid"/>
          </a:ln>
        </p:spPr>
        <p:txBody>
          <a:bodyPr/>
          <a:lstStyle/>
          <a:p>
            <a:endParaRPr lang="zh-CN" altLang="en-US"/>
          </a:p>
        </p:txBody>
      </p:sp>
      <p:pic>
        <p:nvPicPr>
          <p:cNvPr id="484" name="deploy-backview"/>
          <p:cNvPicPr>
            <a:picLocks noChangeAspect="1"/>
          </p:cNvPicPr>
          <p:nvPr/>
        </p:nvPicPr>
        <p:blipFill>
          <a:blip r:embed="rId9"/>
          <a:stretch/>
        </p:blipFill>
        <p:spPr>
          <a:xfrm>
            <a:off x="571500" y="7465989"/>
            <a:ext cx="552450" cy="552450"/>
          </a:xfrm>
          <a:prstGeom prst="roundRect">
            <a:avLst>
              <a:gd name="adj" fmla="val 6897"/>
            </a:avLst>
          </a:prstGeom>
        </p:spPr>
      </p:pic>
      <p:sp>
        <p:nvSpPr>
          <p:cNvPr id="234" name="deploy-backview-border">
            <a:extLst>
              <a:ext uri="{FF2B5EF4-FFF2-40B4-BE49-F238E27FC236}">
                <a16:creationId xmlns:a16="http://schemas.microsoft.com/office/drawing/2014/main" id="{F7C18E27-C38D-4013-8D0C-9527A3C2B079}"/>
              </a:ext>
            </a:extLst>
          </p:cNvPr>
          <p:cNvSpPr>
            <a:spLocks noGrp="1"/>
          </p:cNvSpPr>
          <p:nvPr/>
        </p:nvSpPr>
        <p:spPr>
          <a:xfrm>
            <a:off x="571500" y="7465989"/>
            <a:ext cx="552450" cy="552450"/>
          </a:xfrm>
          <a:prstGeom prst="roundRect">
            <a:avLst>
              <a:gd name="adj" fmla="val 6897"/>
            </a:avLst>
          </a:prstGeom>
          <a:noFill/>
          <a:ln w="9525">
            <a:solidFill>
              <a:srgbClr val="7B858E"/>
            </a:solidFill>
            <a:prstDash val="solid"/>
          </a:ln>
        </p:spPr>
        <p:txBody>
          <a:bodyPr/>
          <a:lstStyle/>
          <a:p>
            <a:endParaRPr lang="zh-CN" altLang="en-US"/>
          </a:p>
        </p:txBody>
      </p:sp>
      <p:pic>
        <p:nvPicPr>
          <p:cNvPr id="486" name="deploy-camera-icon"/>
          <p:cNvPicPr>
            <a:picLocks noChangeAspect="1"/>
          </p:cNvPicPr>
          <p:nvPr/>
        </p:nvPicPr>
        <p:blipFill>
          <a:blip r:embed="rId5"/>
          <a:stretch/>
        </p:blipFill>
        <p:spPr>
          <a:xfrm>
            <a:off x="1181593" y="7497265"/>
            <a:ext cx="170465" cy="142875"/>
          </a:xfrm>
          <a:prstGeom prst="rect">
            <a:avLst/>
          </a:prstGeom>
        </p:spPr>
      </p:pic>
      <p:sp>
        <p:nvSpPr>
          <p:cNvPr id="236" name="deploy-observation-label">
            <a:extLst>
              <a:ext uri="{FF2B5EF4-FFF2-40B4-BE49-F238E27FC236}">
                <a16:creationId xmlns:a16="http://schemas.microsoft.com/office/drawing/2014/main" id="{328AC6B9-A754-4B16-9F60-C02DAC4D1F7E}"/>
              </a:ext>
            </a:extLst>
          </p:cNvPr>
          <p:cNvSpPr>
            <a:spLocks noGrp="1"/>
          </p:cNvSpPr>
          <p:nvPr/>
        </p:nvSpPr>
        <p:spPr>
          <a:xfrm>
            <a:off x="1371600" y="7476414"/>
            <a:ext cx="1571625" cy="291910"/>
          </a:xfrm>
          <a:prstGeom prst="rect">
            <a:avLst/>
          </a:prstGeom>
          <a:noFill/>
          <a:ln w="0">
            <a:noFill/>
            <a:prstDash val="solid"/>
          </a:ln>
        </p:spPr>
        <p:txBody>
          <a:bodyPr wrap="square" lIns="47625" tIns="19050" rIns="47625" bIns="19050" anchor="ctr">
            <a:noAutofit/>
          </a:bodyPr>
          <a:lstStyle/>
          <a:p>
            <a:pPr algn="l">
              <a:defRPr sz="1275" b="1" i="0">
                <a:solidFill>
                  <a:srgbClr val="17212B"/>
                </a:solidFill>
                <a:latin typeface="Arial"/>
                <a:ea typeface="Arial"/>
                <a:cs typeface="Arial"/>
              </a:defRPr>
            </a:pPr>
            <a:r>
              <a:rPr sz="1275" b="1" i="0">
                <a:solidFill>
                  <a:srgbClr val="17212B"/>
                </a:solidFill>
                <a:latin typeface="Arial"/>
                <a:ea typeface="Arial"/>
                <a:cs typeface="Arial"/>
              </a:rPr>
              <a:t>Back-view observation</a:t>
            </a:r>
          </a:p>
        </p:txBody>
      </p:sp>
      <p:pic>
        <p:nvPicPr>
          <p:cNvPr id="488" name="deploy-language-icon"/>
          <p:cNvPicPr>
            <a:picLocks noChangeAspect="1"/>
          </p:cNvPicPr>
          <p:nvPr/>
        </p:nvPicPr>
        <p:blipFill>
          <a:blip r:embed="rId8"/>
          <a:stretch/>
        </p:blipFill>
        <p:spPr>
          <a:xfrm>
            <a:off x="1202270" y="7830877"/>
            <a:ext cx="138635" cy="142875"/>
          </a:xfrm>
          <a:prstGeom prst="rect">
            <a:avLst/>
          </a:prstGeom>
        </p:spPr>
      </p:pic>
      <p:sp>
        <p:nvSpPr>
          <p:cNvPr id="238" name="deploy-observation-state">
            <a:extLst>
              <a:ext uri="{FF2B5EF4-FFF2-40B4-BE49-F238E27FC236}">
                <a16:creationId xmlns:a16="http://schemas.microsoft.com/office/drawing/2014/main" id="{2FF4144F-1C82-4D2F-8469-D191C8035796}"/>
              </a:ext>
            </a:extLst>
          </p:cNvPr>
          <p:cNvSpPr>
            <a:spLocks noGrp="1"/>
          </p:cNvSpPr>
          <p:nvPr/>
        </p:nvSpPr>
        <p:spPr>
          <a:xfrm>
            <a:off x="1371600" y="7789175"/>
            <a:ext cx="1571625" cy="250209"/>
          </a:xfrm>
          <a:prstGeom prst="rect">
            <a:avLst/>
          </a:prstGeom>
          <a:noFill/>
          <a:ln w="0">
            <a:noFill/>
            <a:prstDash val="solid"/>
          </a:ln>
        </p:spPr>
        <p:txBody>
          <a:bodyPr wrap="square" lIns="47625" tIns="19050" rIns="47625" bIns="19050" anchor="ctr">
            <a:noAutofit/>
          </a:bodyPr>
          <a:lstStyle/>
          <a:p>
            <a:pPr algn="l">
              <a:defRPr sz="1200" b="0" i="0">
                <a:solidFill>
                  <a:srgbClr val="53606C"/>
                </a:solidFill>
                <a:latin typeface="Arial"/>
                <a:ea typeface="Arial"/>
                <a:cs typeface="Arial"/>
              </a:defRPr>
            </a:pPr>
            <a:r>
              <a:rPr sz="1200" b="0" i="0">
                <a:solidFill>
                  <a:srgbClr val="53606C"/>
                </a:solidFill>
                <a:latin typeface="Arial"/>
                <a:ea typeface="Arial"/>
                <a:cs typeface="Arial"/>
              </a:rPr>
              <a:t>language / state</a:t>
            </a:r>
          </a:p>
        </p:txBody>
      </p:sp>
      <p:sp>
        <p:nvSpPr>
          <p:cNvPr id="239" name="deploy-policy">
            <a:extLst>
              <a:ext uri="{FF2B5EF4-FFF2-40B4-BE49-F238E27FC236}">
                <a16:creationId xmlns:a16="http://schemas.microsoft.com/office/drawing/2014/main" id="{33E93D2F-C826-4C7D-A20D-14AEF5F1B4C9}"/>
              </a:ext>
            </a:extLst>
          </p:cNvPr>
          <p:cNvSpPr>
            <a:spLocks noGrp="1"/>
          </p:cNvSpPr>
          <p:nvPr/>
        </p:nvSpPr>
        <p:spPr>
          <a:xfrm>
            <a:off x="3333750" y="7393011"/>
            <a:ext cx="2095500" cy="750627"/>
          </a:xfrm>
          <a:prstGeom prst="roundRect">
            <a:avLst>
              <a:gd name="adj" fmla="val 8883"/>
            </a:avLst>
          </a:prstGeom>
          <a:solidFill>
            <a:srgbClr val="FFFFFF"/>
          </a:solidFill>
          <a:ln w="14288">
            <a:solidFill>
              <a:srgbClr val="009E73"/>
            </a:solidFill>
            <a:prstDash val="solid"/>
          </a:ln>
        </p:spPr>
        <p:txBody>
          <a:bodyPr/>
          <a:lstStyle/>
          <a:p>
            <a:endParaRPr lang="zh-CN" altLang="en-US"/>
          </a:p>
        </p:txBody>
      </p:sp>
      <p:sp>
        <p:nvSpPr>
          <p:cNvPr id="240" name="deploy-policy-label">
            <a:extLst>
              <a:ext uri="{FF2B5EF4-FFF2-40B4-BE49-F238E27FC236}">
                <a16:creationId xmlns:a16="http://schemas.microsoft.com/office/drawing/2014/main" id="{286B5FEE-059E-4D3B-900A-1B636D679B9F}"/>
              </a:ext>
            </a:extLst>
          </p:cNvPr>
          <p:cNvSpPr>
            <a:spLocks noGrp="1"/>
          </p:cNvSpPr>
          <p:nvPr/>
        </p:nvSpPr>
        <p:spPr>
          <a:xfrm>
            <a:off x="3429000" y="7486840"/>
            <a:ext cx="1905000" cy="354463"/>
          </a:xfrm>
          <a:prstGeom prst="rect">
            <a:avLst/>
          </a:prstGeom>
          <a:noFill/>
          <a:ln w="0">
            <a:noFill/>
            <a:prstDash val="solid"/>
          </a:ln>
        </p:spPr>
        <p:txBody>
          <a:bodyPr wrap="square" lIns="47625" tIns="19050" rIns="47625" bIns="19050" anchor="ctr">
            <a:noAutofit/>
          </a:bodyPr>
          <a:lstStyle/>
          <a:p>
            <a:pPr algn="ctr">
              <a:defRPr sz="1575" b="1" i="0">
                <a:solidFill>
                  <a:srgbClr val="009E73"/>
                </a:solidFill>
                <a:latin typeface="Arial"/>
                <a:ea typeface="Arial"/>
                <a:cs typeface="Arial"/>
              </a:defRPr>
            </a:pPr>
            <a:r>
              <a:rPr sz="1575" b="1" i="0">
                <a:solidFill>
                  <a:srgbClr val="009E73"/>
                </a:solidFill>
                <a:latin typeface="Arial"/>
                <a:ea typeface="Arial"/>
                <a:cs typeface="Arial"/>
              </a:rPr>
              <a:t>Student VLA Policy</a:t>
            </a:r>
          </a:p>
        </p:txBody>
      </p:sp>
      <p:sp>
        <p:nvSpPr>
          <p:cNvPr id="241" name="deploy-policy-subtitle">
            <a:extLst>
              <a:ext uri="{FF2B5EF4-FFF2-40B4-BE49-F238E27FC236}">
                <a16:creationId xmlns:a16="http://schemas.microsoft.com/office/drawing/2014/main" id="{2AAFBFF7-D5DF-4112-94EB-243573B48368}"/>
              </a:ext>
            </a:extLst>
          </p:cNvPr>
          <p:cNvSpPr>
            <a:spLocks noGrp="1"/>
          </p:cNvSpPr>
          <p:nvPr/>
        </p:nvSpPr>
        <p:spPr>
          <a:xfrm>
            <a:off x="3429000" y="7841302"/>
            <a:ext cx="1905000" cy="229358"/>
          </a:xfrm>
          <a:prstGeom prst="rect">
            <a:avLst/>
          </a:prstGeom>
          <a:noFill/>
          <a:ln w="0">
            <a:noFill/>
            <a:prstDash val="solid"/>
          </a:ln>
        </p:spPr>
        <p:txBody>
          <a:bodyPr wrap="square" lIns="47625" tIns="19050" rIns="47625" bIns="19050" anchor="ctr">
            <a:noAutofit/>
          </a:bodyPr>
          <a:lstStyle/>
          <a:p>
            <a:pPr algn="ctr">
              <a:defRPr sz="1200" b="0" i="0">
                <a:solidFill>
                  <a:srgbClr val="53606C"/>
                </a:solidFill>
                <a:latin typeface="Arial"/>
                <a:ea typeface="Arial"/>
                <a:cs typeface="Arial"/>
              </a:defRPr>
            </a:pPr>
            <a:r>
              <a:rPr sz="1200" b="0" i="0">
                <a:solidFill>
                  <a:srgbClr val="53606C"/>
                </a:solidFill>
                <a:latin typeface="Arial"/>
                <a:ea typeface="Arial"/>
                <a:cs typeface="Arial"/>
              </a:rPr>
              <a:t>unchanged architecture</a:t>
            </a:r>
          </a:p>
        </p:txBody>
      </p:sp>
      <p:sp>
        <p:nvSpPr>
          <p:cNvPr id="242" name="deploy-action">
            <a:extLst>
              <a:ext uri="{FF2B5EF4-FFF2-40B4-BE49-F238E27FC236}">
                <a16:creationId xmlns:a16="http://schemas.microsoft.com/office/drawing/2014/main" id="{7E805A6D-DE97-4A01-AAD2-05C3921393D5}"/>
              </a:ext>
            </a:extLst>
          </p:cNvPr>
          <p:cNvSpPr>
            <a:spLocks noGrp="1"/>
          </p:cNvSpPr>
          <p:nvPr/>
        </p:nvSpPr>
        <p:spPr>
          <a:xfrm>
            <a:off x="6667500" y="7393011"/>
            <a:ext cx="1428750" cy="750627"/>
          </a:xfrm>
          <a:prstGeom prst="roundRect">
            <a:avLst>
              <a:gd name="adj" fmla="val 8883"/>
            </a:avLst>
          </a:prstGeom>
          <a:solidFill>
            <a:srgbClr val="FFFFFF"/>
          </a:solidFill>
          <a:ln w="14288">
            <a:solidFill>
              <a:srgbClr val="009E73"/>
            </a:solidFill>
            <a:prstDash val="solid"/>
          </a:ln>
        </p:spPr>
        <p:txBody>
          <a:bodyPr/>
          <a:lstStyle/>
          <a:p>
            <a:endParaRPr lang="zh-CN" altLang="en-US"/>
          </a:p>
        </p:txBody>
      </p:sp>
      <p:sp>
        <p:nvSpPr>
          <p:cNvPr id="243" name="deploy-action-label">
            <a:extLst>
              <a:ext uri="{FF2B5EF4-FFF2-40B4-BE49-F238E27FC236}">
                <a16:creationId xmlns:a16="http://schemas.microsoft.com/office/drawing/2014/main" id="{AEDFF667-E2F8-4408-8BF2-1BCC25598274}"/>
              </a:ext>
            </a:extLst>
          </p:cNvPr>
          <p:cNvSpPr>
            <a:spLocks noGrp="1"/>
          </p:cNvSpPr>
          <p:nvPr/>
        </p:nvSpPr>
        <p:spPr>
          <a:xfrm>
            <a:off x="6762750" y="7486840"/>
            <a:ext cx="1238250" cy="312761"/>
          </a:xfrm>
          <a:prstGeom prst="rect">
            <a:avLst/>
          </a:prstGeom>
          <a:noFill/>
          <a:ln w="0">
            <a:noFill/>
            <a:prstDash val="solid"/>
          </a:ln>
        </p:spPr>
        <p:txBody>
          <a:bodyPr wrap="square" lIns="47625" tIns="19050" rIns="47625" bIns="19050" anchor="ctr">
            <a:noAutofit/>
          </a:bodyPr>
          <a:lstStyle/>
          <a:p>
            <a:pPr algn="ctr">
              <a:defRPr sz="1500" b="1" i="0">
                <a:solidFill>
                  <a:srgbClr val="17212B"/>
                </a:solidFill>
                <a:latin typeface="Arial"/>
                <a:ea typeface="Arial"/>
                <a:cs typeface="Arial"/>
              </a:defRPr>
            </a:pPr>
            <a:r>
              <a:rPr sz="1500" b="1" i="0">
                <a:solidFill>
                  <a:srgbClr val="17212B"/>
                </a:solidFill>
                <a:latin typeface="Arial"/>
                <a:ea typeface="Arial"/>
                <a:cs typeface="Arial"/>
              </a:rPr>
              <a:t>Robot Action</a:t>
            </a:r>
          </a:p>
        </p:txBody>
      </p:sp>
      <p:pic>
        <p:nvPicPr>
          <p:cNvPr id="495" name="deploy-action-symbol-math"/>
          <p:cNvPicPr>
            <a:picLocks noChangeAspect="1"/>
          </p:cNvPicPr>
          <p:nvPr/>
        </p:nvPicPr>
        <p:blipFill>
          <a:blip r:embed="rId26"/>
          <a:stretch/>
        </p:blipFill>
        <p:spPr>
          <a:xfrm>
            <a:off x="7236902" y="7903854"/>
            <a:ext cx="289946" cy="198082"/>
          </a:xfrm>
          <a:prstGeom prst="rect">
            <a:avLst/>
          </a:prstGeom>
        </p:spPr>
      </p:pic>
      <p:sp>
        <p:nvSpPr>
          <p:cNvPr id="245" name="training-only-removed">
            <a:extLst>
              <a:ext uri="{FF2B5EF4-FFF2-40B4-BE49-F238E27FC236}">
                <a16:creationId xmlns:a16="http://schemas.microsoft.com/office/drawing/2014/main" id="{88B69F3B-A9AF-42F6-ABC1-E7360B04F2F4}"/>
              </a:ext>
            </a:extLst>
          </p:cNvPr>
          <p:cNvSpPr>
            <a:spLocks noGrp="1"/>
          </p:cNvSpPr>
          <p:nvPr/>
        </p:nvSpPr>
        <p:spPr>
          <a:xfrm>
            <a:off x="9239250" y="7393011"/>
            <a:ext cx="3476625" cy="750627"/>
          </a:xfrm>
          <a:prstGeom prst="roundRect">
            <a:avLst>
              <a:gd name="adj" fmla="val 8883"/>
            </a:avLst>
          </a:prstGeom>
          <a:solidFill>
            <a:srgbClr val="F1F3F5"/>
          </a:solidFill>
          <a:ln w="13335">
            <a:solidFill>
              <a:srgbClr val="87919A"/>
            </a:solidFill>
            <a:prstDash val="dash"/>
          </a:ln>
        </p:spPr>
        <p:txBody>
          <a:bodyPr/>
          <a:lstStyle/>
          <a:p>
            <a:endParaRPr lang="zh-CN" altLang="en-US"/>
          </a:p>
        </p:txBody>
      </p:sp>
      <p:sp>
        <p:nvSpPr>
          <p:cNvPr id="246" name="training-only-label">
            <a:extLst>
              <a:ext uri="{FF2B5EF4-FFF2-40B4-BE49-F238E27FC236}">
                <a16:creationId xmlns:a16="http://schemas.microsoft.com/office/drawing/2014/main" id="{52ED5A38-4176-4D47-982C-1B0AD1643429}"/>
              </a:ext>
            </a:extLst>
          </p:cNvPr>
          <p:cNvSpPr>
            <a:spLocks noGrp="1"/>
          </p:cNvSpPr>
          <p:nvPr/>
        </p:nvSpPr>
        <p:spPr>
          <a:xfrm>
            <a:off x="9382125" y="7465989"/>
            <a:ext cx="3190875" cy="291910"/>
          </a:xfrm>
          <a:prstGeom prst="rect">
            <a:avLst/>
          </a:prstGeom>
          <a:noFill/>
          <a:ln w="0">
            <a:noFill/>
            <a:prstDash val="solid"/>
          </a:ln>
        </p:spPr>
        <p:txBody>
          <a:bodyPr wrap="square" lIns="47625" tIns="19050" rIns="47625" bIns="19050" anchor="ctr">
            <a:noAutofit/>
          </a:bodyPr>
          <a:lstStyle/>
          <a:p>
            <a:pPr algn="ctr">
              <a:defRPr sz="1275" b="1" i="0">
                <a:solidFill>
                  <a:srgbClr val="87919A"/>
                </a:solidFill>
                <a:latin typeface="Arial"/>
                <a:ea typeface="Arial"/>
                <a:cs typeface="Arial"/>
              </a:defRPr>
            </a:pPr>
            <a:r>
              <a:rPr sz="1275" b="1" i="0">
                <a:solidFill>
                  <a:srgbClr val="87919A"/>
                </a:solidFill>
                <a:latin typeface="Arial"/>
                <a:ea typeface="Arial"/>
                <a:cs typeface="Arial"/>
              </a:rPr>
              <a:t>Frozen teacher + selector + predictor</a:t>
            </a:r>
          </a:p>
        </p:txBody>
      </p:sp>
      <p:sp>
        <p:nvSpPr>
          <p:cNvPr id="247" name="training-only-subtitle">
            <a:extLst>
              <a:ext uri="{FF2B5EF4-FFF2-40B4-BE49-F238E27FC236}">
                <a16:creationId xmlns:a16="http://schemas.microsoft.com/office/drawing/2014/main" id="{AE7C680F-D288-463F-862F-E9199635615D}"/>
              </a:ext>
            </a:extLst>
          </p:cNvPr>
          <p:cNvSpPr>
            <a:spLocks noGrp="1"/>
          </p:cNvSpPr>
          <p:nvPr/>
        </p:nvSpPr>
        <p:spPr>
          <a:xfrm>
            <a:off x="9382125" y="7810026"/>
            <a:ext cx="3190875" cy="239784"/>
          </a:xfrm>
          <a:prstGeom prst="rect">
            <a:avLst/>
          </a:prstGeom>
          <a:noFill/>
          <a:ln w="0">
            <a:noFill/>
            <a:prstDash val="solid"/>
          </a:ln>
        </p:spPr>
        <p:txBody>
          <a:bodyPr wrap="square" lIns="47625" tIns="19050" rIns="47625" bIns="19050" anchor="ctr">
            <a:noAutofit/>
          </a:bodyPr>
          <a:lstStyle/>
          <a:p>
            <a:pPr algn="ctr">
              <a:defRPr sz="1200" b="0" i="0">
                <a:solidFill>
                  <a:srgbClr val="87919A"/>
                </a:solidFill>
                <a:latin typeface="Arial"/>
                <a:ea typeface="Arial"/>
                <a:cs typeface="Arial"/>
              </a:defRPr>
            </a:pPr>
            <a:r>
              <a:rPr sz="1200" b="0" i="0">
                <a:solidFill>
                  <a:srgbClr val="87919A"/>
                </a:solidFill>
                <a:latin typeface="Arial"/>
                <a:ea typeface="Arial"/>
                <a:cs typeface="Arial"/>
              </a:rPr>
              <a:t>training only - removed after optimization</a:t>
            </a:r>
          </a:p>
        </p:txBody>
      </p:sp>
      <p:sp>
        <p:nvSpPr>
          <p:cNvPr id="248" name="training-only-cross-1">
            <a:extLst>
              <a:ext uri="{FF2B5EF4-FFF2-40B4-BE49-F238E27FC236}">
                <a16:creationId xmlns:a16="http://schemas.microsoft.com/office/drawing/2014/main" id="{69F3A7AE-BD13-44EA-B988-FB17B312FC30}"/>
              </a:ext>
            </a:extLst>
          </p:cNvPr>
          <p:cNvSpPr>
            <a:spLocks noGrp="1"/>
          </p:cNvSpPr>
          <p:nvPr/>
        </p:nvSpPr>
        <p:spPr>
          <a:xfrm>
            <a:off x="9382125" y="7497265"/>
            <a:ext cx="3190875" cy="562970"/>
          </a:xfrm>
          <a:prstGeom prst="line">
            <a:avLst/>
          </a:prstGeom>
          <a:noFill/>
          <a:ln w="28575">
            <a:solidFill>
              <a:srgbClr val="B0B6BC"/>
            </a:solidFill>
            <a:prstDash val="solid"/>
          </a:ln>
        </p:spPr>
        <p:txBody>
          <a:bodyPr/>
          <a:lstStyle/>
          <a:p>
            <a:endParaRPr lang="zh-CN" altLang="en-US"/>
          </a:p>
        </p:txBody>
      </p:sp>
      <p:sp>
        <p:nvSpPr>
          <p:cNvPr id="249" name="training-only-cross-2">
            <a:extLst>
              <a:ext uri="{FF2B5EF4-FFF2-40B4-BE49-F238E27FC236}">
                <a16:creationId xmlns:a16="http://schemas.microsoft.com/office/drawing/2014/main" id="{276AA108-EE39-432F-A651-820169BB1F4B}"/>
              </a:ext>
            </a:extLst>
          </p:cNvPr>
          <p:cNvSpPr>
            <a:spLocks noGrp="1"/>
          </p:cNvSpPr>
          <p:nvPr/>
        </p:nvSpPr>
        <p:spPr>
          <a:xfrm flipH="1">
            <a:off x="9382125" y="7497265"/>
            <a:ext cx="3190875" cy="562970"/>
          </a:xfrm>
          <a:prstGeom prst="line">
            <a:avLst/>
          </a:prstGeom>
          <a:noFill/>
          <a:ln w="28575">
            <a:solidFill>
              <a:srgbClr val="B0B6BC"/>
            </a:solidFill>
            <a:prstDash val="solid"/>
          </a:ln>
        </p:spPr>
        <p:txBody>
          <a:bodyPr/>
          <a:lstStyle/>
          <a:p>
            <a:endParaRPr lang="zh-CN" altLang="en-US"/>
          </a:p>
        </p:txBody>
      </p:sp>
      <p:sp>
        <p:nvSpPr>
          <p:cNvPr id="250" name="no-extra-cost">
            <a:extLst>
              <a:ext uri="{FF2B5EF4-FFF2-40B4-BE49-F238E27FC236}">
                <a16:creationId xmlns:a16="http://schemas.microsoft.com/office/drawing/2014/main" id="{B15378CA-223E-4137-B82B-18B797014A36}"/>
              </a:ext>
            </a:extLst>
          </p:cNvPr>
          <p:cNvSpPr>
            <a:spLocks noGrp="1"/>
          </p:cNvSpPr>
          <p:nvPr/>
        </p:nvSpPr>
        <p:spPr>
          <a:xfrm>
            <a:off x="13049250" y="7393011"/>
            <a:ext cx="1666875" cy="750627"/>
          </a:xfrm>
          <a:prstGeom prst="roundRect">
            <a:avLst>
              <a:gd name="adj" fmla="val 8883"/>
            </a:avLst>
          </a:prstGeom>
          <a:solidFill>
            <a:srgbClr val="FFFFFF"/>
          </a:solidFill>
          <a:ln w="13335">
            <a:solidFill>
              <a:srgbClr val="009E73"/>
            </a:solidFill>
            <a:prstDash val="solid"/>
          </a:ln>
        </p:spPr>
        <p:txBody>
          <a:bodyPr/>
          <a:lstStyle/>
          <a:p>
            <a:endParaRPr lang="zh-CN" altLang="en-US"/>
          </a:p>
        </p:txBody>
      </p:sp>
      <p:sp>
        <p:nvSpPr>
          <p:cNvPr id="251" name="no-extra-cost-label">
            <a:extLst>
              <a:ext uri="{FF2B5EF4-FFF2-40B4-BE49-F238E27FC236}">
                <a16:creationId xmlns:a16="http://schemas.microsoft.com/office/drawing/2014/main" id="{AECBB221-F184-4829-B8A5-003344019366}"/>
              </a:ext>
            </a:extLst>
          </p:cNvPr>
          <p:cNvSpPr>
            <a:spLocks noGrp="1"/>
          </p:cNvSpPr>
          <p:nvPr/>
        </p:nvSpPr>
        <p:spPr>
          <a:xfrm>
            <a:off x="13144500" y="7486840"/>
            <a:ext cx="1476375" cy="542119"/>
          </a:xfrm>
          <a:prstGeom prst="rect">
            <a:avLst/>
          </a:prstGeom>
          <a:noFill/>
          <a:ln w="0">
            <a:noFill/>
            <a:prstDash val="solid"/>
          </a:ln>
        </p:spPr>
        <p:txBody>
          <a:bodyPr wrap="square" lIns="47625" tIns="19050" rIns="47625" bIns="19050" anchor="ctr">
            <a:noAutofit/>
          </a:bodyPr>
          <a:lstStyle/>
          <a:p>
            <a:pPr algn="ctr">
              <a:defRPr sz="1425" b="1" i="0">
                <a:solidFill>
                  <a:srgbClr val="009E73"/>
                </a:solidFill>
                <a:latin typeface="Arial"/>
                <a:ea typeface="Arial"/>
                <a:cs typeface="Arial"/>
              </a:defRPr>
            </a:pPr>
            <a:r>
              <a:rPr sz="1425" b="1" i="0">
                <a:solidFill>
                  <a:srgbClr val="009E73"/>
                </a:solidFill>
                <a:latin typeface="Arial"/>
                <a:ea typeface="Arial"/>
                <a:cs typeface="Arial"/>
              </a:rPr>
              <a:t>No extra</a:t>
            </a:r>
          </a:p>
          <a:p>
            <a:pPr algn="ctr">
              <a:defRPr sz="1425" b="1" i="0">
                <a:solidFill>
                  <a:srgbClr val="009E73"/>
                </a:solidFill>
                <a:latin typeface="Arial"/>
                <a:ea typeface="Arial"/>
                <a:cs typeface="Arial"/>
              </a:defRPr>
            </a:pPr>
            <a:r>
              <a:rPr sz="1425" b="1" i="0">
                <a:solidFill>
                  <a:srgbClr val="009E73"/>
                </a:solidFill>
                <a:latin typeface="Arial"/>
                <a:ea typeface="Arial"/>
                <a:cs typeface="Arial"/>
              </a:rPr>
              <a:t>inference cost</a:t>
            </a:r>
          </a:p>
        </p:txBody>
      </p:sp>
    </p:spTree>
    <p:extLst>
      <p:ext uri="{BB962C8B-B14F-4D97-AF65-F5344CB8AC3E}">
        <p14:creationId xmlns:p14="http://schemas.microsoft.com/office/powerpoint/2010/main" val="30957798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acpd-panel">
            <a:extLst>
              <a:ext uri="{FF2B5EF4-FFF2-40B4-BE49-F238E27FC236}">
                <a16:creationId xmlns:a16="http://schemas.microsoft.com/office/drawing/2014/main" id="{A8CADBA2-56EB-E2CD-13FC-8A2377C2EED9}"/>
              </a:ext>
            </a:extLst>
          </p:cNvPr>
          <p:cNvSpPr>
            <a:spLocks noGrp="1"/>
          </p:cNvSpPr>
          <p:nvPr/>
        </p:nvSpPr>
        <p:spPr>
          <a:xfrm>
            <a:off x="8161285" y="108434"/>
            <a:ext cx="6100626" cy="6223358"/>
          </a:xfrm>
          <a:prstGeom prst="roundRect">
            <a:avLst>
              <a:gd name="adj" fmla="val 1813"/>
            </a:avLst>
          </a:prstGeom>
          <a:noFill/>
          <a:ln w="28575">
            <a:solidFill>
              <a:srgbClr val="3F0594">
                <a:alpha val="40000"/>
              </a:srgbClr>
            </a:solidFill>
            <a:prstDash val="solid"/>
          </a:ln>
        </p:spPr>
        <p:txBody>
          <a:bodyPr/>
          <a:lstStyle/>
          <a:p>
            <a:endParaRPr lang="zh-CN" altLang="en-US">
              <a:solidFill>
                <a:schemeClr val="accent5">
                  <a:lumMod val="40000"/>
                  <a:lumOff val="60000"/>
                </a:schemeClr>
              </a:solidFill>
            </a:endParaRPr>
          </a:p>
        </p:txBody>
      </p:sp>
      <p:sp>
        <p:nvSpPr>
          <p:cNvPr id="34" name="acpd-panel">
            <a:extLst>
              <a:ext uri="{FF2B5EF4-FFF2-40B4-BE49-F238E27FC236}">
                <a16:creationId xmlns:a16="http://schemas.microsoft.com/office/drawing/2014/main" id="{24117822-CAA5-AD3B-E847-457BCBB18FAD}"/>
              </a:ext>
            </a:extLst>
          </p:cNvPr>
          <p:cNvSpPr>
            <a:spLocks noGrp="1"/>
          </p:cNvSpPr>
          <p:nvPr/>
        </p:nvSpPr>
        <p:spPr>
          <a:xfrm>
            <a:off x="134225" y="118869"/>
            <a:ext cx="7880328" cy="3120390"/>
          </a:xfrm>
          <a:prstGeom prst="roundRect">
            <a:avLst>
              <a:gd name="adj" fmla="val 2886"/>
            </a:avLst>
          </a:prstGeom>
          <a:noFill/>
          <a:ln w="28575">
            <a:solidFill>
              <a:srgbClr val="1856F7">
                <a:alpha val="39921"/>
              </a:srgbClr>
            </a:solidFill>
            <a:prstDash val="solid"/>
          </a:ln>
        </p:spPr>
        <p:txBody>
          <a:bodyPr/>
          <a:lstStyle/>
          <a:p>
            <a:endParaRPr lang="zh-CN" altLang="en-US">
              <a:solidFill>
                <a:schemeClr val="accent1">
                  <a:lumMod val="60000"/>
                  <a:lumOff val="40000"/>
                </a:schemeClr>
              </a:solidFill>
            </a:endParaRPr>
          </a:p>
        </p:txBody>
      </p:sp>
      <p:sp>
        <p:nvSpPr>
          <p:cNvPr id="35" name="acpd-panel">
            <a:extLst>
              <a:ext uri="{FF2B5EF4-FFF2-40B4-BE49-F238E27FC236}">
                <a16:creationId xmlns:a16="http://schemas.microsoft.com/office/drawing/2014/main" id="{F3588F7A-8AB6-9C49-7BF1-380B7A0AB1DA}"/>
              </a:ext>
            </a:extLst>
          </p:cNvPr>
          <p:cNvSpPr>
            <a:spLocks noGrp="1"/>
          </p:cNvSpPr>
          <p:nvPr/>
        </p:nvSpPr>
        <p:spPr>
          <a:xfrm>
            <a:off x="139063" y="3316328"/>
            <a:ext cx="7875490" cy="3002280"/>
          </a:xfrm>
          <a:prstGeom prst="roundRect">
            <a:avLst>
              <a:gd name="adj" fmla="val 3807"/>
            </a:avLst>
          </a:prstGeom>
          <a:noFill/>
          <a:ln w="28575">
            <a:solidFill>
              <a:srgbClr val="FE5512">
                <a:alpha val="39792"/>
              </a:srgbClr>
            </a:solidFill>
            <a:prstDash val="solid"/>
          </a:ln>
        </p:spPr>
        <p:txBody>
          <a:bodyPr/>
          <a:lstStyle/>
          <a:p>
            <a:endParaRPr lang="zh-CN" altLang="en-US">
              <a:solidFill>
                <a:srgbClr val="FE5512"/>
              </a:solidFill>
            </a:endParaRPr>
          </a:p>
        </p:txBody>
      </p:sp>
      <p:sp>
        <p:nvSpPr>
          <p:cNvPr id="36" name="文本框 35">
            <a:extLst>
              <a:ext uri="{FF2B5EF4-FFF2-40B4-BE49-F238E27FC236}">
                <a16:creationId xmlns:a16="http://schemas.microsoft.com/office/drawing/2014/main" id="{57E0F841-93F8-7AC2-E596-8CD56D042F67}"/>
              </a:ext>
            </a:extLst>
          </p:cNvPr>
          <p:cNvSpPr txBox="1"/>
          <p:nvPr/>
        </p:nvSpPr>
        <p:spPr>
          <a:xfrm>
            <a:off x="139063" y="95250"/>
            <a:ext cx="2898166" cy="461665"/>
          </a:xfrm>
          <a:prstGeom prst="rect">
            <a:avLst/>
          </a:prstGeom>
          <a:noFill/>
        </p:spPr>
        <p:txBody>
          <a:bodyPr wrap="none" rtlCol="0">
            <a:spAutoFit/>
          </a:bodyPr>
          <a:lstStyle/>
          <a:p>
            <a:r>
              <a:rPr kumimoji="1" lang="en-US" altLang="zh-CN" sz="2400" b="1">
                <a:solidFill>
                  <a:srgbClr val="1856F7"/>
                </a:solidFill>
                <a:latin typeface="Arial" panose="020B0604020202020204" pitchFamily="34" charset="0"/>
                <a:cs typeface="Arial" panose="020B0604020202020204" pitchFamily="34" charset="0"/>
              </a:rPr>
              <a:t>Privileged</a:t>
            </a:r>
            <a:r>
              <a:rPr kumimoji="1" lang="zh-CN" altLang="en-US" sz="2400" b="1">
                <a:solidFill>
                  <a:srgbClr val="1856F7"/>
                </a:solidFill>
                <a:latin typeface="Arial" panose="020B0604020202020204" pitchFamily="34" charset="0"/>
                <a:cs typeface="Arial" panose="020B0604020202020204" pitchFamily="34" charset="0"/>
              </a:rPr>
              <a:t> </a:t>
            </a:r>
            <a:r>
              <a:rPr kumimoji="1" lang="en-US" altLang="zh-CN" sz="2400" b="1">
                <a:solidFill>
                  <a:srgbClr val="1856F7"/>
                </a:solidFill>
                <a:latin typeface="Arial" panose="020B0604020202020204" pitchFamily="34" charset="0"/>
                <a:cs typeface="Arial" panose="020B0604020202020204" pitchFamily="34" charset="0"/>
              </a:rPr>
              <a:t>Teacher</a:t>
            </a:r>
            <a:endParaRPr kumimoji="1" lang="zh-CN" altLang="en-US" sz="2400" b="1">
              <a:solidFill>
                <a:srgbClr val="1856F7"/>
              </a:solidFill>
              <a:latin typeface="Arial" panose="020B0604020202020204" pitchFamily="34" charset="0"/>
              <a:cs typeface="Arial" panose="020B0604020202020204" pitchFamily="34" charset="0"/>
            </a:endParaRPr>
          </a:p>
        </p:txBody>
      </p:sp>
      <p:sp>
        <p:nvSpPr>
          <p:cNvPr id="37" name="文本框 36">
            <a:extLst>
              <a:ext uri="{FF2B5EF4-FFF2-40B4-BE49-F238E27FC236}">
                <a16:creationId xmlns:a16="http://schemas.microsoft.com/office/drawing/2014/main" id="{F9CF22E8-5DE4-C123-BD39-444F3F68968A}"/>
              </a:ext>
            </a:extLst>
          </p:cNvPr>
          <p:cNvSpPr txBox="1"/>
          <p:nvPr/>
        </p:nvSpPr>
        <p:spPr>
          <a:xfrm>
            <a:off x="176999" y="3326912"/>
            <a:ext cx="2982740" cy="461665"/>
          </a:xfrm>
          <a:prstGeom prst="rect">
            <a:avLst/>
          </a:prstGeom>
          <a:noFill/>
        </p:spPr>
        <p:txBody>
          <a:bodyPr wrap="none" rtlCol="0">
            <a:spAutoFit/>
          </a:bodyPr>
          <a:lstStyle/>
          <a:p>
            <a:r>
              <a:rPr kumimoji="1" lang="en-US" altLang="zh-CN" sz="2400" b="1">
                <a:solidFill>
                  <a:srgbClr val="FE5512"/>
                </a:solidFill>
                <a:latin typeface="Arial" panose="020B0604020202020204" pitchFamily="34" charset="0"/>
                <a:cs typeface="Arial" panose="020B0604020202020204" pitchFamily="34" charset="0"/>
              </a:rPr>
              <a:t>Weak-view</a:t>
            </a:r>
            <a:r>
              <a:rPr kumimoji="1" lang="zh-CN" altLang="en-US" sz="2400" b="1">
                <a:solidFill>
                  <a:srgbClr val="FE5512"/>
                </a:solidFill>
                <a:latin typeface="Arial" panose="020B0604020202020204" pitchFamily="34" charset="0"/>
                <a:cs typeface="Arial" panose="020B0604020202020204" pitchFamily="34" charset="0"/>
              </a:rPr>
              <a:t> </a:t>
            </a:r>
            <a:r>
              <a:rPr kumimoji="1" lang="en-US" altLang="zh-CN" sz="2400" b="1">
                <a:solidFill>
                  <a:srgbClr val="FE5512"/>
                </a:solidFill>
                <a:latin typeface="Arial" panose="020B0604020202020204" pitchFamily="34" charset="0"/>
                <a:cs typeface="Arial" panose="020B0604020202020204" pitchFamily="34" charset="0"/>
              </a:rPr>
              <a:t>Student</a:t>
            </a:r>
            <a:endParaRPr kumimoji="1" lang="zh-CN" altLang="en-US" sz="2400" b="1">
              <a:solidFill>
                <a:srgbClr val="FE5512"/>
              </a:solidFill>
              <a:latin typeface="Arial" panose="020B0604020202020204" pitchFamily="34" charset="0"/>
              <a:cs typeface="Arial" panose="020B0604020202020204" pitchFamily="34" charset="0"/>
            </a:endParaRPr>
          </a:p>
        </p:txBody>
      </p:sp>
      <p:pic>
        <p:nvPicPr>
          <p:cNvPr id="39" name="图片 38">
            <a:extLst>
              <a:ext uri="{FF2B5EF4-FFF2-40B4-BE49-F238E27FC236}">
                <a16:creationId xmlns:a16="http://schemas.microsoft.com/office/drawing/2014/main" id="{5B736E41-B498-48D5-0802-8150D042895D}"/>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3152488" y="3366156"/>
            <a:ext cx="280333" cy="326206"/>
          </a:xfrm>
          <a:prstGeom prst="rect">
            <a:avLst/>
          </a:prstGeom>
        </p:spPr>
      </p:pic>
      <p:pic>
        <p:nvPicPr>
          <p:cNvPr id="41" name="图片 40">
            <a:extLst>
              <a:ext uri="{FF2B5EF4-FFF2-40B4-BE49-F238E27FC236}">
                <a16:creationId xmlns:a16="http://schemas.microsoft.com/office/drawing/2014/main" id="{8F60B008-83EA-4788-A7EB-35EE4160527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3012321" y="167098"/>
            <a:ext cx="280333" cy="309003"/>
          </a:xfrm>
          <a:prstGeom prst="rect">
            <a:avLst/>
          </a:prstGeom>
        </p:spPr>
      </p:pic>
      <p:sp>
        <p:nvSpPr>
          <p:cNvPr id="42" name="文本框 41">
            <a:extLst>
              <a:ext uri="{FF2B5EF4-FFF2-40B4-BE49-F238E27FC236}">
                <a16:creationId xmlns:a16="http://schemas.microsoft.com/office/drawing/2014/main" id="{A8C8D0F5-E3D3-7EC5-443B-4FC6267BB09F}"/>
              </a:ext>
            </a:extLst>
          </p:cNvPr>
          <p:cNvSpPr txBox="1"/>
          <p:nvPr/>
        </p:nvSpPr>
        <p:spPr>
          <a:xfrm>
            <a:off x="8763261" y="167098"/>
            <a:ext cx="3977371" cy="461665"/>
          </a:xfrm>
          <a:prstGeom prst="rect">
            <a:avLst/>
          </a:prstGeom>
          <a:noFill/>
        </p:spPr>
        <p:txBody>
          <a:bodyPr wrap="none" rtlCol="0">
            <a:spAutoFit/>
          </a:bodyPr>
          <a:lstStyle/>
          <a:p>
            <a:r>
              <a:rPr kumimoji="1" lang="en-US" altLang="zh-CN" sz="2400" b="1">
                <a:solidFill>
                  <a:srgbClr val="3F0594"/>
                </a:solidFill>
                <a:latin typeface="Arial" panose="020B0604020202020204" pitchFamily="34" charset="0"/>
                <a:cs typeface="Arial" panose="020B0604020202020204" pitchFamily="34" charset="0"/>
              </a:rPr>
              <a:t>Privileged</a:t>
            </a:r>
            <a:r>
              <a:rPr kumimoji="1" lang="zh-CN" altLang="en-US" sz="2400" b="1">
                <a:solidFill>
                  <a:srgbClr val="3F0594"/>
                </a:solidFill>
                <a:latin typeface="Arial" panose="020B0604020202020204" pitchFamily="34" charset="0"/>
                <a:cs typeface="Arial" panose="020B0604020202020204" pitchFamily="34" charset="0"/>
              </a:rPr>
              <a:t> </a:t>
            </a:r>
            <a:r>
              <a:rPr kumimoji="1" lang="en-US" altLang="zh-CN" sz="2400" b="1">
                <a:solidFill>
                  <a:srgbClr val="3F0594"/>
                </a:solidFill>
                <a:latin typeface="Arial" panose="020B0604020202020204" pitchFamily="34" charset="0"/>
                <a:cs typeface="Arial" panose="020B0604020202020204" pitchFamily="34" charset="0"/>
              </a:rPr>
              <a:t>Cue</a:t>
            </a:r>
            <a:r>
              <a:rPr kumimoji="1" lang="zh-CN" altLang="en-US" sz="2400" b="1">
                <a:solidFill>
                  <a:srgbClr val="3F0594"/>
                </a:solidFill>
                <a:latin typeface="Arial" panose="020B0604020202020204" pitchFamily="34" charset="0"/>
                <a:cs typeface="Arial" panose="020B0604020202020204" pitchFamily="34" charset="0"/>
              </a:rPr>
              <a:t> </a:t>
            </a:r>
            <a:r>
              <a:rPr kumimoji="1" lang="en-US" altLang="zh-CN" sz="2400" b="1">
                <a:solidFill>
                  <a:srgbClr val="3F0594"/>
                </a:solidFill>
                <a:latin typeface="Arial" panose="020B0604020202020204" pitchFamily="34" charset="0"/>
                <a:cs typeface="Arial" panose="020B0604020202020204" pitchFamily="34" charset="0"/>
              </a:rPr>
              <a:t>Distillation</a:t>
            </a:r>
            <a:endParaRPr kumimoji="1" lang="zh-CN" altLang="en-US" sz="2400" b="1">
              <a:solidFill>
                <a:srgbClr val="3F0594"/>
              </a:solidFill>
              <a:latin typeface="Arial" panose="020B0604020202020204" pitchFamily="34" charset="0"/>
              <a:cs typeface="Arial" panose="020B0604020202020204" pitchFamily="34" charset="0"/>
            </a:endParaRPr>
          </a:p>
        </p:txBody>
      </p:sp>
      <p:sp>
        <p:nvSpPr>
          <p:cNvPr id="43" name="文本框 42">
            <a:extLst>
              <a:ext uri="{FF2B5EF4-FFF2-40B4-BE49-F238E27FC236}">
                <a16:creationId xmlns:a16="http://schemas.microsoft.com/office/drawing/2014/main" id="{52C67747-F688-60AA-E2F0-B03DDDD897A6}"/>
              </a:ext>
            </a:extLst>
          </p:cNvPr>
          <p:cNvSpPr txBox="1"/>
          <p:nvPr/>
        </p:nvSpPr>
        <p:spPr>
          <a:xfrm>
            <a:off x="793084" y="6368147"/>
            <a:ext cx="3671198" cy="461665"/>
          </a:xfrm>
          <a:prstGeom prst="rect">
            <a:avLst/>
          </a:prstGeom>
          <a:noFill/>
        </p:spPr>
        <p:txBody>
          <a:bodyPr wrap="none" rtlCol="0">
            <a:spAutoFit/>
          </a:bodyPr>
          <a:lstStyle/>
          <a:p>
            <a:r>
              <a:rPr kumimoji="1" lang="en-US" altLang="zh-CN" sz="2400" b="1">
                <a:solidFill>
                  <a:srgbClr val="39009E"/>
                </a:solidFill>
                <a:latin typeface="Arial" panose="020B0604020202020204" pitchFamily="34" charset="0"/>
                <a:cs typeface="Arial" panose="020B0604020202020204" pitchFamily="34" charset="0"/>
              </a:rPr>
              <a:t>Action</a:t>
            </a:r>
            <a:r>
              <a:rPr kumimoji="1" lang="zh-CN" altLang="en-US" sz="2400" b="1">
                <a:solidFill>
                  <a:srgbClr val="39009E"/>
                </a:solidFill>
                <a:latin typeface="Arial" panose="020B0604020202020204" pitchFamily="34" charset="0"/>
                <a:cs typeface="Arial" panose="020B0604020202020204" pitchFamily="34" charset="0"/>
              </a:rPr>
              <a:t> </a:t>
            </a:r>
            <a:r>
              <a:rPr kumimoji="1" lang="en-US" altLang="zh-CN" sz="2400" b="1">
                <a:solidFill>
                  <a:srgbClr val="39009E"/>
                </a:solidFill>
                <a:latin typeface="Arial" panose="020B0604020202020204" pitchFamily="34" charset="0"/>
                <a:cs typeface="Arial" panose="020B0604020202020204" pitchFamily="34" charset="0"/>
              </a:rPr>
              <a:t>Correlation</a:t>
            </a:r>
            <a:r>
              <a:rPr kumimoji="1" lang="zh-CN" altLang="en-US" sz="2400" b="1">
                <a:solidFill>
                  <a:srgbClr val="39009E"/>
                </a:solidFill>
                <a:latin typeface="Arial" panose="020B0604020202020204" pitchFamily="34" charset="0"/>
                <a:cs typeface="Arial" panose="020B0604020202020204" pitchFamily="34" charset="0"/>
              </a:rPr>
              <a:t> </a:t>
            </a:r>
            <a:r>
              <a:rPr kumimoji="1" lang="en-US" altLang="zh-CN" sz="2400" b="1">
                <a:solidFill>
                  <a:srgbClr val="39009E"/>
                </a:solidFill>
                <a:latin typeface="Arial" panose="020B0604020202020204" pitchFamily="34" charset="0"/>
                <a:cs typeface="Arial" panose="020B0604020202020204" pitchFamily="34" charset="0"/>
              </a:rPr>
              <a:t>Loss</a:t>
            </a:r>
            <a:endParaRPr kumimoji="1" lang="zh-CN" altLang="en-US" sz="2400" b="1">
              <a:solidFill>
                <a:srgbClr val="39009E"/>
              </a:solidFill>
              <a:latin typeface="Arial" panose="020B0604020202020204" pitchFamily="34" charset="0"/>
              <a:cs typeface="Arial" panose="020B0604020202020204" pitchFamily="34" charset="0"/>
            </a:endParaRPr>
          </a:p>
        </p:txBody>
      </p:sp>
      <p:pic>
        <p:nvPicPr>
          <p:cNvPr id="45" name="图片 44">
            <a:extLst>
              <a:ext uri="{FF2B5EF4-FFF2-40B4-BE49-F238E27FC236}">
                <a16:creationId xmlns:a16="http://schemas.microsoft.com/office/drawing/2014/main" id="{12369FFF-060D-96C6-958E-927BEC88BFD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6663" y="6358620"/>
            <a:ext cx="821592" cy="821592"/>
          </a:xfrm>
          <a:prstGeom prst="rect">
            <a:avLst/>
          </a:prstGeom>
        </p:spPr>
      </p:pic>
      <p:pic>
        <p:nvPicPr>
          <p:cNvPr id="47" name="图片 46">
            <a:extLst>
              <a:ext uri="{FF2B5EF4-FFF2-40B4-BE49-F238E27FC236}">
                <a16:creationId xmlns:a16="http://schemas.microsoft.com/office/drawing/2014/main" id="{1BEAD94A-6C51-AE40-95A5-150C10557F1A}"/>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082372" y="4465"/>
            <a:ext cx="821592" cy="821592"/>
          </a:xfrm>
          <a:prstGeom prst="rect">
            <a:avLst/>
          </a:prstGeom>
        </p:spPr>
      </p:pic>
      <p:grpSp>
        <p:nvGrpSpPr>
          <p:cNvPr id="62" name="组合 61">
            <a:extLst>
              <a:ext uri="{FF2B5EF4-FFF2-40B4-BE49-F238E27FC236}">
                <a16:creationId xmlns:a16="http://schemas.microsoft.com/office/drawing/2014/main" id="{3469910A-413B-0922-E571-DA9424108806}"/>
              </a:ext>
            </a:extLst>
          </p:cNvPr>
          <p:cNvGrpSpPr>
            <a:grpSpLocks noChangeAspect="1"/>
          </p:cNvGrpSpPr>
          <p:nvPr/>
        </p:nvGrpSpPr>
        <p:grpSpPr>
          <a:xfrm>
            <a:off x="487894" y="863685"/>
            <a:ext cx="1346980" cy="1353488"/>
            <a:chOff x="269268" y="653130"/>
            <a:chExt cx="1554070" cy="1561578"/>
          </a:xfrm>
        </p:grpSpPr>
        <p:pic>
          <p:nvPicPr>
            <p:cNvPr id="53" name="图片 52">
              <a:extLst>
                <a:ext uri="{FF2B5EF4-FFF2-40B4-BE49-F238E27FC236}">
                  <a16:creationId xmlns:a16="http://schemas.microsoft.com/office/drawing/2014/main" id="{EFE00606-63FC-4DED-43D2-115F8EE816F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77851" y="869221"/>
              <a:ext cx="1345487" cy="1345487"/>
            </a:xfrm>
            <a:prstGeom prst="rect">
              <a:avLst/>
            </a:prstGeom>
          </p:spPr>
        </p:pic>
        <p:pic>
          <p:nvPicPr>
            <p:cNvPr id="49" name="图片 48">
              <a:extLst>
                <a:ext uri="{FF2B5EF4-FFF2-40B4-BE49-F238E27FC236}">
                  <a16:creationId xmlns:a16="http://schemas.microsoft.com/office/drawing/2014/main" id="{B13C54FA-89BA-3A27-8367-33C1A15AA847}"/>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269268" y="653130"/>
              <a:ext cx="1345487" cy="1345487"/>
            </a:xfrm>
            <a:prstGeom prst="rect">
              <a:avLst/>
            </a:prstGeom>
          </p:spPr>
        </p:pic>
      </p:grpSp>
      <p:pic>
        <p:nvPicPr>
          <p:cNvPr id="51" name="图片 50">
            <a:extLst>
              <a:ext uri="{FF2B5EF4-FFF2-40B4-BE49-F238E27FC236}">
                <a16:creationId xmlns:a16="http://schemas.microsoft.com/office/drawing/2014/main" id="{F20A959F-984B-A516-C529-1F0B7936393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99615" y="4062285"/>
            <a:ext cx="1159590" cy="1159590"/>
          </a:xfrm>
          <a:prstGeom prst="rect">
            <a:avLst/>
          </a:prstGeom>
        </p:spPr>
      </p:pic>
      <p:grpSp>
        <p:nvGrpSpPr>
          <p:cNvPr id="58" name="组合 57">
            <a:extLst>
              <a:ext uri="{FF2B5EF4-FFF2-40B4-BE49-F238E27FC236}">
                <a16:creationId xmlns:a16="http://schemas.microsoft.com/office/drawing/2014/main" id="{318DE460-857B-CFC3-A457-8B1ACEE89DB6}"/>
              </a:ext>
            </a:extLst>
          </p:cNvPr>
          <p:cNvGrpSpPr/>
          <p:nvPr/>
        </p:nvGrpSpPr>
        <p:grpSpPr>
          <a:xfrm>
            <a:off x="4571" y="5549878"/>
            <a:ext cx="2108720" cy="1001856"/>
            <a:chOff x="4571" y="5484563"/>
            <a:chExt cx="2108720" cy="1001856"/>
          </a:xfrm>
        </p:grpSpPr>
        <p:pic>
          <p:nvPicPr>
            <p:cNvPr id="55" name="图片 54">
              <a:extLst>
                <a:ext uri="{FF2B5EF4-FFF2-40B4-BE49-F238E27FC236}">
                  <a16:creationId xmlns:a16="http://schemas.microsoft.com/office/drawing/2014/main" id="{15F1FDF5-A73C-CA80-356A-BA60C477864F}"/>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571" y="5484563"/>
              <a:ext cx="1502784" cy="1001856"/>
            </a:xfrm>
            <a:prstGeom prst="rect">
              <a:avLst/>
            </a:prstGeom>
          </p:spPr>
        </p:pic>
        <p:pic>
          <p:nvPicPr>
            <p:cNvPr id="57" name="图片 56">
              <a:extLst>
                <a:ext uri="{FF2B5EF4-FFF2-40B4-BE49-F238E27FC236}">
                  <a16:creationId xmlns:a16="http://schemas.microsoft.com/office/drawing/2014/main" id="{989ADC32-58E6-05A9-729D-112F5C15DD68}"/>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23028" y="5528855"/>
              <a:ext cx="1390263" cy="926842"/>
            </a:xfrm>
            <a:prstGeom prst="rect">
              <a:avLst/>
            </a:prstGeom>
          </p:spPr>
        </p:pic>
      </p:grpSp>
      <p:grpSp>
        <p:nvGrpSpPr>
          <p:cNvPr id="59" name="组合 58">
            <a:extLst>
              <a:ext uri="{FF2B5EF4-FFF2-40B4-BE49-F238E27FC236}">
                <a16:creationId xmlns:a16="http://schemas.microsoft.com/office/drawing/2014/main" id="{ECCFC416-4FBF-A073-CACE-232CF922E766}"/>
              </a:ext>
            </a:extLst>
          </p:cNvPr>
          <p:cNvGrpSpPr/>
          <p:nvPr/>
        </p:nvGrpSpPr>
        <p:grpSpPr>
          <a:xfrm>
            <a:off x="4571" y="2467036"/>
            <a:ext cx="2108720" cy="1001856"/>
            <a:chOff x="4571" y="5484563"/>
            <a:chExt cx="2108720" cy="1001856"/>
          </a:xfrm>
        </p:grpSpPr>
        <p:pic>
          <p:nvPicPr>
            <p:cNvPr id="60" name="图片 59">
              <a:extLst>
                <a:ext uri="{FF2B5EF4-FFF2-40B4-BE49-F238E27FC236}">
                  <a16:creationId xmlns:a16="http://schemas.microsoft.com/office/drawing/2014/main" id="{6029733A-D063-25CE-D9FA-61EFEC1A1C3E}"/>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4571" y="5484563"/>
              <a:ext cx="1502784" cy="1001856"/>
            </a:xfrm>
            <a:prstGeom prst="rect">
              <a:avLst/>
            </a:prstGeom>
          </p:spPr>
        </p:pic>
        <p:pic>
          <p:nvPicPr>
            <p:cNvPr id="61" name="图片 60">
              <a:extLst>
                <a:ext uri="{FF2B5EF4-FFF2-40B4-BE49-F238E27FC236}">
                  <a16:creationId xmlns:a16="http://schemas.microsoft.com/office/drawing/2014/main" id="{F78EC2BA-C3DE-B053-831B-D6DC9C05831D}"/>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723028" y="5528855"/>
              <a:ext cx="1390263" cy="926842"/>
            </a:xfrm>
            <a:prstGeom prst="rect">
              <a:avLst/>
            </a:prstGeom>
          </p:spPr>
        </p:pic>
      </p:grpSp>
      <p:sp>
        <p:nvSpPr>
          <p:cNvPr id="63" name="文本框 62">
            <a:extLst>
              <a:ext uri="{FF2B5EF4-FFF2-40B4-BE49-F238E27FC236}">
                <a16:creationId xmlns:a16="http://schemas.microsoft.com/office/drawing/2014/main" id="{877C4FB0-A579-7BDD-01AA-9A293203478F}"/>
              </a:ext>
            </a:extLst>
          </p:cNvPr>
          <p:cNvSpPr txBox="1"/>
          <p:nvPr/>
        </p:nvSpPr>
        <p:spPr>
          <a:xfrm>
            <a:off x="139546" y="495569"/>
            <a:ext cx="2159566" cy="369332"/>
          </a:xfrm>
          <a:prstGeom prst="rect">
            <a:avLst/>
          </a:prstGeom>
          <a:noFill/>
        </p:spPr>
        <p:txBody>
          <a:bodyPr wrap="none" rtlCol="0">
            <a:spAutoFit/>
          </a:bodyPr>
          <a:lstStyle/>
          <a:p>
            <a:r>
              <a:rPr kumimoji="1" lang="en-US" altLang="zh-CN">
                <a:latin typeface="Arial" panose="020B0604020202020204" pitchFamily="34" charset="0"/>
                <a:cs typeface="Arial" panose="020B0604020202020204" pitchFamily="34" charset="0"/>
              </a:rPr>
              <a:t>multi-view</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cameras</a:t>
            </a:r>
            <a:endParaRPr kumimoji="1" lang="zh-CN" altLang="en-US">
              <a:latin typeface="Arial" panose="020B0604020202020204" pitchFamily="34" charset="0"/>
              <a:cs typeface="Arial" panose="020B0604020202020204" pitchFamily="34" charset="0"/>
            </a:endParaRPr>
          </a:p>
        </p:txBody>
      </p:sp>
      <p:sp>
        <p:nvSpPr>
          <p:cNvPr id="64" name="文本框 63">
            <a:extLst>
              <a:ext uri="{FF2B5EF4-FFF2-40B4-BE49-F238E27FC236}">
                <a16:creationId xmlns:a16="http://schemas.microsoft.com/office/drawing/2014/main" id="{BDFBDD38-112B-CE84-2996-A62CB61C15CC}"/>
              </a:ext>
            </a:extLst>
          </p:cNvPr>
          <p:cNvSpPr txBox="1"/>
          <p:nvPr/>
        </p:nvSpPr>
        <p:spPr>
          <a:xfrm>
            <a:off x="191797" y="3683999"/>
            <a:ext cx="2436886" cy="400110"/>
          </a:xfrm>
          <a:prstGeom prst="rect">
            <a:avLst/>
          </a:prstGeom>
          <a:noFill/>
        </p:spPr>
        <p:txBody>
          <a:bodyPr wrap="none" rtlCol="0">
            <a:spAutoFit/>
          </a:bodyPr>
          <a:lstStyle/>
          <a:p>
            <a:r>
              <a:rPr kumimoji="1" lang="en-US" altLang="zh-CN" sz="2000">
                <a:latin typeface="Arial" panose="020B0604020202020204" pitchFamily="34" charset="0"/>
                <a:cs typeface="Arial" panose="020B0604020202020204" pitchFamily="34" charset="0"/>
              </a:rPr>
              <a:t>weak-view</a:t>
            </a:r>
            <a:r>
              <a:rPr kumimoji="1" lang="zh-CN" altLang="en-US" sz="2000">
                <a:latin typeface="Arial" panose="020B0604020202020204" pitchFamily="34" charset="0"/>
                <a:cs typeface="Arial" panose="020B0604020202020204" pitchFamily="34" charset="0"/>
              </a:rPr>
              <a:t> </a:t>
            </a:r>
            <a:r>
              <a:rPr kumimoji="1" lang="en-US" altLang="zh-CN" sz="2000">
                <a:latin typeface="Arial" panose="020B0604020202020204" pitchFamily="34" charset="0"/>
                <a:cs typeface="Arial" panose="020B0604020202020204" pitchFamily="34" charset="0"/>
              </a:rPr>
              <a:t>cameras</a:t>
            </a:r>
            <a:endParaRPr kumimoji="1" lang="zh-CN" altLang="en-US" sz="2000">
              <a:latin typeface="Arial" panose="020B0604020202020204" pitchFamily="34" charset="0"/>
              <a:cs typeface="Arial" panose="020B0604020202020204" pitchFamily="34" charset="0"/>
            </a:endParaRPr>
          </a:p>
        </p:txBody>
      </p:sp>
      <p:sp>
        <p:nvSpPr>
          <p:cNvPr id="65" name="文本框 64">
            <a:extLst>
              <a:ext uri="{FF2B5EF4-FFF2-40B4-BE49-F238E27FC236}">
                <a16:creationId xmlns:a16="http://schemas.microsoft.com/office/drawing/2014/main" id="{AA57714E-B608-32FB-BF14-21D5658EA122}"/>
              </a:ext>
            </a:extLst>
          </p:cNvPr>
          <p:cNvSpPr txBox="1"/>
          <p:nvPr/>
        </p:nvSpPr>
        <p:spPr>
          <a:xfrm>
            <a:off x="181800" y="5394115"/>
            <a:ext cx="2108269" cy="400110"/>
          </a:xfrm>
          <a:prstGeom prst="rect">
            <a:avLst/>
          </a:prstGeom>
          <a:noFill/>
        </p:spPr>
        <p:txBody>
          <a:bodyPr wrap="none" rtlCol="0">
            <a:spAutoFit/>
          </a:bodyPr>
          <a:lstStyle/>
          <a:p>
            <a:r>
              <a:rPr kumimoji="1" lang="en-US" altLang="zh-CN" sz="2000">
                <a:latin typeface="Arial" panose="020B0604020202020204" pitchFamily="34" charset="0"/>
                <a:cs typeface="Arial" panose="020B0604020202020204" pitchFamily="34" charset="0"/>
              </a:rPr>
              <a:t>language</a:t>
            </a:r>
            <a:r>
              <a:rPr kumimoji="1" lang="zh-CN" altLang="en-US" sz="2000">
                <a:latin typeface="Arial" panose="020B0604020202020204" pitchFamily="34" charset="0"/>
                <a:cs typeface="Arial" panose="020B0604020202020204" pitchFamily="34" charset="0"/>
              </a:rPr>
              <a:t> </a:t>
            </a:r>
            <a:r>
              <a:rPr kumimoji="1" lang="en-US" altLang="zh-CN" sz="2000">
                <a:latin typeface="Arial" panose="020B0604020202020204" pitchFamily="34" charset="0"/>
                <a:cs typeface="Arial" panose="020B0604020202020204" pitchFamily="34" charset="0"/>
              </a:rPr>
              <a:t>&amp;</a:t>
            </a:r>
            <a:r>
              <a:rPr kumimoji="1" lang="zh-CN" altLang="en-US" sz="2000">
                <a:latin typeface="Arial" panose="020B0604020202020204" pitchFamily="34" charset="0"/>
                <a:cs typeface="Arial" panose="020B0604020202020204" pitchFamily="34" charset="0"/>
              </a:rPr>
              <a:t> </a:t>
            </a:r>
            <a:r>
              <a:rPr kumimoji="1" lang="en-US" altLang="zh-CN" sz="2000">
                <a:latin typeface="Arial" panose="020B0604020202020204" pitchFamily="34" charset="0"/>
                <a:cs typeface="Arial" panose="020B0604020202020204" pitchFamily="34" charset="0"/>
              </a:rPr>
              <a:t>state</a:t>
            </a:r>
            <a:endParaRPr kumimoji="1" lang="zh-CN" altLang="en-US" sz="2000">
              <a:latin typeface="Arial" panose="020B0604020202020204" pitchFamily="34" charset="0"/>
              <a:cs typeface="Arial" panose="020B0604020202020204" pitchFamily="34" charset="0"/>
            </a:endParaRPr>
          </a:p>
        </p:txBody>
      </p:sp>
      <p:sp>
        <p:nvSpPr>
          <p:cNvPr id="66" name="文本框 65">
            <a:extLst>
              <a:ext uri="{FF2B5EF4-FFF2-40B4-BE49-F238E27FC236}">
                <a16:creationId xmlns:a16="http://schemas.microsoft.com/office/drawing/2014/main" id="{03FFA778-3044-4DB2-B702-3B2258822636}"/>
              </a:ext>
            </a:extLst>
          </p:cNvPr>
          <p:cNvSpPr txBox="1"/>
          <p:nvPr/>
        </p:nvSpPr>
        <p:spPr>
          <a:xfrm>
            <a:off x="177444" y="2319982"/>
            <a:ext cx="2108269" cy="369332"/>
          </a:xfrm>
          <a:prstGeom prst="rect">
            <a:avLst/>
          </a:prstGeom>
          <a:noFill/>
        </p:spPr>
        <p:txBody>
          <a:bodyPr wrap="square" rtlCol="0">
            <a:spAutoFit/>
          </a:bodyPr>
          <a:lstStyle/>
          <a:p>
            <a:r>
              <a:rPr kumimoji="1" lang="en-US" altLang="zh-CN">
                <a:latin typeface="Arial" panose="020B0604020202020204" pitchFamily="34" charset="0"/>
                <a:cs typeface="Arial" panose="020B0604020202020204" pitchFamily="34" charset="0"/>
              </a:rPr>
              <a:t>language</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&amp;</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state</a:t>
            </a:r>
            <a:endParaRPr kumimoji="1" lang="zh-CN" altLang="en-US">
              <a:latin typeface="Arial" panose="020B0604020202020204" pitchFamily="34" charset="0"/>
              <a:cs typeface="Arial" panose="020B0604020202020204" pitchFamily="34" charset="0"/>
            </a:endParaRPr>
          </a:p>
        </p:txBody>
      </p:sp>
      <p:sp>
        <p:nvSpPr>
          <p:cNvPr id="67" name="acpd-panel">
            <a:extLst>
              <a:ext uri="{FF2B5EF4-FFF2-40B4-BE49-F238E27FC236}">
                <a16:creationId xmlns:a16="http://schemas.microsoft.com/office/drawing/2014/main" id="{EA58BD4C-5414-424F-B68B-41CD5CEF2DC9}"/>
              </a:ext>
            </a:extLst>
          </p:cNvPr>
          <p:cNvSpPr>
            <a:spLocks noGrp="1"/>
          </p:cNvSpPr>
          <p:nvPr/>
        </p:nvSpPr>
        <p:spPr>
          <a:xfrm>
            <a:off x="2281650" y="971346"/>
            <a:ext cx="1578697" cy="750028"/>
          </a:xfrm>
          <a:prstGeom prst="roundRect">
            <a:avLst>
              <a:gd name="adj" fmla="val 22044"/>
            </a:avLst>
          </a:prstGeom>
          <a:solidFill>
            <a:schemeClr val="bg1"/>
          </a:solidFill>
          <a:ln w="38100">
            <a:solidFill>
              <a:schemeClr val="tx2">
                <a:lumMod val="75000"/>
                <a:lumOff val="25000"/>
              </a:schemeClr>
            </a:solidFill>
            <a:prstDash val="solid"/>
          </a:ln>
        </p:spPr>
        <p:txBody>
          <a:bodyPr/>
          <a:lstStyle/>
          <a:p>
            <a:endParaRPr lang="zh-CN" altLang="en-US">
              <a:solidFill>
                <a:schemeClr val="accent1">
                  <a:lumMod val="60000"/>
                  <a:lumOff val="40000"/>
                </a:schemeClr>
              </a:solidFill>
            </a:endParaRPr>
          </a:p>
        </p:txBody>
      </p:sp>
      <p:sp>
        <p:nvSpPr>
          <p:cNvPr id="68" name="文本框 67">
            <a:extLst>
              <a:ext uri="{FF2B5EF4-FFF2-40B4-BE49-F238E27FC236}">
                <a16:creationId xmlns:a16="http://schemas.microsoft.com/office/drawing/2014/main" id="{049CEE35-2724-F253-ADE2-94B86E81842D}"/>
              </a:ext>
            </a:extLst>
          </p:cNvPr>
          <p:cNvSpPr txBox="1"/>
          <p:nvPr/>
        </p:nvSpPr>
        <p:spPr>
          <a:xfrm>
            <a:off x="2419284" y="1023194"/>
            <a:ext cx="1347015" cy="646331"/>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Visual</a:t>
            </a:r>
          </a:p>
          <a:p>
            <a:pPr algn="ctr"/>
            <a:r>
              <a:rPr kumimoji="1" lang="en-US" altLang="zh-CN">
                <a:latin typeface="Arial" panose="020B0604020202020204" pitchFamily="34" charset="0"/>
                <a:cs typeface="Arial" panose="020B0604020202020204" pitchFamily="34" charset="0"/>
              </a:rPr>
              <a:t>Backbone</a:t>
            </a:r>
            <a:endParaRPr kumimoji="1" lang="zh-CN" altLang="en-US">
              <a:latin typeface="Arial" panose="020B0604020202020204" pitchFamily="34" charset="0"/>
              <a:cs typeface="Arial" panose="020B0604020202020204" pitchFamily="34" charset="0"/>
            </a:endParaRPr>
          </a:p>
        </p:txBody>
      </p:sp>
      <p:sp>
        <p:nvSpPr>
          <p:cNvPr id="69" name="acpd-panel">
            <a:extLst>
              <a:ext uri="{FF2B5EF4-FFF2-40B4-BE49-F238E27FC236}">
                <a16:creationId xmlns:a16="http://schemas.microsoft.com/office/drawing/2014/main" id="{182D6A2A-182E-2B65-865B-426D856C1925}"/>
              </a:ext>
            </a:extLst>
          </p:cNvPr>
          <p:cNvSpPr>
            <a:spLocks noGrp="1"/>
          </p:cNvSpPr>
          <p:nvPr/>
        </p:nvSpPr>
        <p:spPr>
          <a:xfrm>
            <a:off x="4351561" y="971346"/>
            <a:ext cx="1265483" cy="2156279"/>
          </a:xfrm>
          <a:prstGeom prst="roundRect">
            <a:avLst>
              <a:gd name="adj" fmla="val 22044"/>
            </a:avLst>
          </a:prstGeom>
          <a:solidFill>
            <a:schemeClr val="bg1"/>
          </a:solidFill>
          <a:ln w="38100">
            <a:solidFill>
              <a:schemeClr val="tx2">
                <a:lumMod val="75000"/>
                <a:lumOff val="25000"/>
              </a:schemeClr>
            </a:solidFill>
            <a:prstDash val="solid"/>
          </a:ln>
        </p:spPr>
        <p:txBody>
          <a:bodyPr/>
          <a:lstStyle/>
          <a:p>
            <a:endParaRPr lang="zh-CN" altLang="en-US">
              <a:solidFill>
                <a:schemeClr val="accent1">
                  <a:lumMod val="60000"/>
                  <a:lumOff val="40000"/>
                </a:schemeClr>
              </a:solidFill>
            </a:endParaRPr>
          </a:p>
        </p:txBody>
      </p:sp>
      <p:sp>
        <p:nvSpPr>
          <p:cNvPr id="70" name="文本框 69">
            <a:extLst>
              <a:ext uri="{FF2B5EF4-FFF2-40B4-BE49-F238E27FC236}">
                <a16:creationId xmlns:a16="http://schemas.microsoft.com/office/drawing/2014/main" id="{363B76EC-EAD3-F903-4FD3-65B28C47B5F4}"/>
              </a:ext>
            </a:extLst>
          </p:cNvPr>
          <p:cNvSpPr txBox="1"/>
          <p:nvPr/>
        </p:nvSpPr>
        <p:spPr>
          <a:xfrm>
            <a:off x="4317432" y="1727619"/>
            <a:ext cx="1347015" cy="646331"/>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Policy</a:t>
            </a:r>
          </a:p>
          <a:p>
            <a:pPr algn="ctr"/>
            <a:r>
              <a:rPr kumimoji="1" lang="en-US" altLang="zh-CN">
                <a:latin typeface="Arial" panose="020B0604020202020204" pitchFamily="34" charset="0"/>
                <a:cs typeface="Arial" panose="020B0604020202020204" pitchFamily="34" charset="0"/>
              </a:rPr>
              <a:t>Backbone</a:t>
            </a:r>
            <a:endParaRPr kumimoji="1" lang="zh-CN" altLang="en-US">
              <a:latin typeface="Arial" panose="020B0604020202020204" pitchFamily="34" charset="0"/>
              <a:cs typeface="Arial" panose="020B0604020202020204" pitchFamily="34" charset="0"/>
            </a:endParaRPr>
          </a:p>
        </p:txBody>
      </p:sp>
      <p:sp>
        <p:nvSpPr>
          <p:cNvPr id="71" name="acpd-panel">
            <a:extLst>
              <a:ext uri="{FF2B5EF4-FFF2-40B4-BE49-F238E27FC236}">
                <a16:creationId xmlns:a16="http://schemas.microsoft.com/office/drawing/2014/main" id="{A2155D56-28E1-958E-A5A3-D64E324C80C1}"/>
              </a:ext>
            </a:extLst>
          </p:cNvPr>
          <p:cNvSpPr>
            <a:spLocks noGrp="1"/>
          </p:cNvSpPr>
          <p:nvPr/>
        </p:nvSpPr>
        <p:spPr>
          <a:xfrm>
            <a:off x="2299112" y="2377597"/>
            <a:ext cx="1561235" cy="750028"/>
          </a:xfrm>
          <a:prstGeom prst="roundRect">
            <a:avLst>
              <a:gd name="adj" fmla="val 22044"/>
            </a:avLst>
          </a:prstGeom>
          <a:solidFill>
            <a:schemeClr val="bg1"/>
          </a:solidFill>
          <a:ln w="38100">
            <a:solidFill>
              <a:schemeClr val="tx2">
                <a:lumMod val="75000"/>
                <a:lumOff val="25000"/>
              </a:schemeClr>
            </a:solidFill>
            <a:prstDash val="solid"/>
          </a:ln>
        </p:spPr>
        <p:txBody>
          <a:bodyPr/>
          <a:lstStyle/>
          <a:p>
            <a:endParaRPr lang="zh-CN" altLang="en-US">
              <a:solidFill>
                <a:schemeClr val="accent1">
                  <a:lumMod val="60000"/>
                  <a:lumOff val="40000"/>
                </a:schemeClr>
              </a:solidFill>
            </a:endParaRPr>
          </a:p>
        </p:txBody>
      </p:sp>
      <p:sp>
        <p:nvSpPr>
          <p:cNvPr id="72" name="文本框 71">
            <a:extLst>
              <a:ext uri="{FF2B5EF4-FFF2-40B4-BE49-F238E27FC236}">
                <a16:creationId xmlns:a16="http://schemas.microsoft.com/office/drawing/2014/main" id="{7454BE95-DCA8-AE51-E7D6-E8884E16EA5A}"/>
              </a:ext>
            </a:extLst>
          </p:cNvPr>
          <p:cNvSpPr txBox="1"/>
          <p:nvPr/>
        </p:nvSpPr>
        <p:spPr>
          <a:xfrm>
            <a:off x="1619843" y="2430539"/>
            <a:ext cx="2945898" cy="646331"/>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Language/</a:t>
            </a:r>
          </a:p>
          <a:p>
            <a:pPr algn="ctr"/>
            <a:r>
              <a:rPr kumimoji="1" lang="en-US" altLang="zh-CN">
                <a:latin typeface="Arial" panose="020B0604020202020204" pitchFamily="34" charset="0"/>
                <a:cs typeface="Arial" panose="020B0604020202020204" pitchFamily="34" charset="0"/>
              </a:rPr>
              <a:t>State</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Encoder</a:t>
            </a:r>
            <a:endParaRPr kumimoji="1" lang="zh-CN" altLang="en-US">
              <a:latin typeface="Arial" panose="020B0604020202020204" pitchFamily="34" charset="0"/>
              <a:cs typeface="Arial" panose="020B0604020202020204" pitchFamily="34" charset="0"/>
            </a:endParaRPr>
          </a:p>
        </p:txBody>
      </p:sp>
      <p:pic>
        <p:nvPicPr>
          <p:cNvPr id="86" name="图片 85">
            <a:extLst>
              <a:ext uri="{FF2B5EF4-FFF2-40B4-BE49-F238E27FC236}">
                <a16:creationId xmlns:a16="http://schemas.microsoft.com/office/drawing/2014/main" id="{F38F9D80-7A15-3E06-8307-2BF683FB7724}"/>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762491" y="1758719"/>
            <a:ext cx="634475" cy="634475"/>
          </a:xfrm>
          <a:prstGeom prst="rect">
            <a:avLst/>
          </a:prstGeom>
        </p:spPr>
      </p:pic>
      <p:cxnSp>
        <p:nvCxnSpPr>
          <p:cNvPr id="89" name="直线箭头连接符 88">
            <a:extLst>
              <a:ext uri="{FF2B5EF4-FFF2-40B4-BE49-F238E27FC236}">
                <a16:creationId xmlns:a16="http://schemas.microsoft.com/office/drawing/2014/main" id="{9D9F10D7-BAF2-CEA0-D045-4D65A4C77AFA}"/>
              </a:ext>
            </a:extLst>
          </p:cNvPr>
          <p:cNvCxnSpPr/>
          <p:nvPr/>
        </p:nvCxnSpPr>
        <p:spPr>
          <a:xfrm>
            <a:off x="1834874" y="1346359"/>
            <a:ext cx="44677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90" name="直线箭头连接符 89">
            <a:extLst>
              <a:ext uri="{FF2B5EF4-FFF2-40B4-BE49-F238E27FC236}">
                <a16:creationId xmlns:a16="http://schemas.microsoft.com/office/drawing/2014/main" id="{0DE5F71E-A165-1525-460E-07C899269578}"/>
              </a:ext>
            </a:extLst>
          </p:cNvPr>
          <p:cNvCxnSpPr/>
          <p:nvPr/>
        </p:nvCxnSpPr>
        <p:spPr>
          <a:xfrm>
            <a:off x="1843293" y="2768258"/>
            <a:ext cx="44677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80" name="组合 179">
            <a:extLst>
              <a:ext uri="{FF2B5EF4-FFF2-40B4-BE49-F238E27FC236}">
                <a16:creationId xmlns:a16="http://schemas.microsoft.com/office/drawing/2014/main" id="{CE81D7AB-E813-11C8-7D9C-4BED6A3DB13E}"/>
              </a:ext>
            </a:extLst>
          </p:cNvPr>
          <p:cNvGrpSpPr/>
          <p:nvPr/>
        </p:nvGrpSpPr>
        <p:grpSpPr>
          <a:xfrm>
            <a:off x="3986348" y="1066572"/>
            <a:ext cx="190577" cy="1950749"/>
            <a:chOff x="3986348" y="1066572"/>
            <a:chExt cx="190577" cy="1950749"/>
          </a:xfrm>
        </p:grpSpPr>
        <p:sp>
          <p:nvSpPr>
            <p:cNvPr id="91" name="矩形 90">
              <a:extLst>
                <a:ext uri="{FF2B5EF4-FFF2-40B4-BE49-F238E27FC236}">
                  <a16:creationId xmlns:a16="http://schemas.microsoft.com/office/drawing/2014/main" id="{158C0B52-12A7-E663-099B-B7F7DA85CD48}"/>
                </a:ext>
              </a:extLst>
            </p:cNvPr>
            <p:cNvSpPr/>
            <p:nvPr/>
          </p:nvSpPr>
          <p:spPr>
            <a:xfrm>
              <a:off x="3990773" y="1066572"/>
              <a:ext cx="180000" cy="180000"/>
            </a:xfrm>
            <a:prstGeom prst="rect">
              <a:avLst/>
            </a:prstGeom>
            <a:solidFill>
              <a:schemeClr val="tx2">
                <a:lumMod val="50000"/>
                <a:lumOff val="50000"/>
              </a:schemeClr>
            </a:solidFill>
            <a:ln>
              <a:solidFill>
                <a:srgbClr val="1856F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2" name="矩形 91">
              <a:extLst>
                <a:ext uri="{FF2B5EF4-FFF2-40B4-BE49-F238E27FC236}">
                  <a16:creationId xmlns:a16="http://schemas.microsoft.com/office/drawing/2014/main" id="{FB14C853-30A8-4269-9290-E59ABD986DEE}"/>
                </a:ext>
              </a:extLst>
            </p:cNvPr>
            <p:cNvSpPr/>
            <p:nvPr/>
          </p:nvSpPr>
          <p:spPr>
            <a:xfrm>
              <a:off x="3990773" y="1343772"/>
              <a:ext cx="180000" cy="180000"/>
            </a:xfrm>
            <a:prstGeom prst="rect">
              <a:avLst/>
            </a:prstGeom>
            <a:solidFill>
              <a:schemeClr val="tx2">
                <a:lumMod val="50000"/>
                <a:lumOff val="50000"/>
              </a:schemeClr>
            </a:solidFill>
            <a:ln>
              <a:solidFill>
                <a:srgbClr val="1856F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3" name="矩形 92">
              <a:extLst>
                <a:ext uri="{FF2B5EF4-FFF2-40B4-BE49-F238E27FC236}">
                  <a16:creationId xmlns:a16="http://schemas.microsoft.com/office/drawing/2014/main" id="{77B01AE8-DF35-5332-9641-78F7AE0A9423}"/>
                </a:ext>
              </a:extLst>
            </p:cNvPr>
            <p:cNvSpPr/>
            <p:nvPr/>
          </p:nvSpPr>
          <p:spPr>
            <a:xfrm>
              <a:off x="3990773" y="1620972"/>
              <a:ext cx="180000" cy="180000"/>
            </a:xfrm>
            <a:prstGeom prst="rect">
              <a:avLst/>
            </a:prstGeom>
            <a:solidFill>
              <a:schemeClr val="tx2">
                <a:lumMod val="50000"/>
                <a:lumOff val="50000"/>
              </a:schemeClr>
            </a:solidFill>
            <a:ln>
              <a:solidFill>
                <a:srgbClr val="1856F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4" name="矩形 93">
              <a:extLst>
                <a:ext uri="{FF2B5EF4-FFF2-40B4-BE49-F238E27FC236}">
                  <a16:creationId xmlns:a16="http://schemas.microsoft.com/office/drawing/2014/main" id="{1A3ACB61-D4EA-F18B-3BCD-6AB090B926BF}"/>
                </a:ext>
              </a:extLst>
            </p:cNvPr>
            <p:cNvSpPr/>
            <p:nvPr/>
          </p:nvSpPr>
          <p:spPr>
            <a:xfrm>
              <a:off x="3990773" y="2259750"/>
              <a:ext cx="180000" cy="180000"/>
            </a:xfrm>
            <a:prstGeom prst="rect">
              <a:avLst/>
            </a:prstGeom>
            <a:solidFill>
              <a:schemeClr val="accent1">
                <a:lumMod val="60000"/>
                <a:lumOff val="4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95" name="矩形 94">
              <a:extLst>
                <a:ext uri="{FF2B5EF4-FFF2-40B4-BE49-F238E27FC236}">
                  <a16:creationId xmlns:a16="http://schemas.microsoft.com/office/drawing/2014/main" id="{A83490D9-D2D4-4690-45AF-57901693E1D5}"/>
                </a:ext>
              </a:extLst>
            </p:cNvPr>
            <p:cNvSpPr/>
            <p:nvPr/>
          </p:nvSpPr>
          <p:spPr>
            <a:xfrm>
              <a:off x="3990773" y="2540112"/>
              <a:ext cx="180000" cy="180000"/>
            </a:xfrm>
            <a:prstGeom prst="rect">
              <a:avLst/>
            </a:prstGeom>
            <a:solidFill>
              <a:schemeClr val="accent1">
                <a:lumMod val="60000"/>
                <a:lumOff val="4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06" name="矩形 105">
              <a:extLst>
                <a:ext uri="{FF2B5EF4-FFF2-40B4-BE49-F238E27FC236}">
                  <a16:creationId xmlns:a16="http://schemas.microsoft.com/office/drawing/2014/main" id="{EEC77AAD-36C1-FF6B-14E4-6D6CC5519D1B}"/>
                </a:ext>
              </a:extLst>
            </p:cNvPr>
            <p:cNvSpPr/>
            <p:nvPr/>
          </p:nvSpPr>
          <p:spPr>
            <a:xfrm>
              <a:off x="3996925" y="2837321"/>
              <a:ext cx="180000" cy="180000"/>
            </a:xfrm>
            <a:prstGeom prst="rect">
              <a:avLst/>
            </a:prstGeom>
            <a:solidFill>
              <a:schemeClr val="accent1">
                <a:lumMod val="60000"/>
                <a:lumOff val="40000"/>
              </a:schemeClr>
            </a:solidFill>
            <a:ln>
              <a:solidFill>
                <a:schemeClr val="tx2">
                  <a:lumMod val="90000"/>
                  <a:lumOff val="1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114" name="图形 113">
              <a:extLst>
                <a:ext uri="{FF2B5EF4-FFF2-40B4-BE49-F238E27FC236}">
                  <a16:creationId xmlns:a16="http://schemas.microsoft.com/office/drawing/2014/main" id="{75C05ED7-17DF-3DF2-1B57-1C3D5BD1360A}"/>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6200000">
              <a:off x="3829202" y="1927451"/>
              <a:ext cx="502868" cy="188576"/>
            </a:xfrm>
            <a:prstGeom prst="rect">
              <a:avLst/>
            </a:prstGeom>
          </p:spPr>
        </p:pic>
      </p:grpSp>
      <p:grpSp>
        <p:nvGrpSpPr>
          <p:cNvPr id="181" name="组合 180">
            <a:extLst>
              <a:ext uri="{FF2B5EF4-FFF2-40B4-BE49-F238E27FC236}">
                <a16:creationId xmlns:a16="http://schemas.microsoft.com/office/drawing/2014/main" id="{4F7332B6-0D92-4CF8-A2D6-815FF90DC6B3}"/>
              </a:ext>
            </a:extLst>
          </p:cNvPr>
          <p:cNvGrpSpPr/>
          <p:nvPr/>
        </p:nvGrpSpPr>
        <p:grpSpPr>
          <a:xfrm>
            <a:off x="5754754" y="1050981"/>
            <a:ext cx="190440" cy="1950749"/>
            <a:chOff x="5754754" y="1050981"/>
            <a:chExt cx="190440" cy="1950749"/>
          </a:xfrm>
        </p:grpSpPr>
        <p:sp>
          <p:nvSpPr>
            <p:cNvPr id="107" name="矩形 106">
              <a:extLst>
                <a:ext uri="{FF2B5EF4-FFF2-40B4-BE49-F238E27FC236}">
                  <a16:creationId xmlns:a16="http://schemas.microsoft.com/office/drawing/2014/main" id="{12E6ED36-CEF3-FDCC-FEB8-87F1DB7C48E2}"/>
                </a:ext>
              </a:extLst>
            </p:cNvPr>
            <p:cNvSpPr/>
            <p:nvPr/>
          </p:nvSpPr>
          <p:spPr>
            <a:xfrm>
              <a:off x="5759042" y="1050981"/>
              <a:ext cx="180000" cy="180000"/>
            </a:xfrm>
            <a:prstGeom prst="rect">
              <a:avLst/>
            </a:prstGeom>
            <a:solidFill>
              <a:schemeClr val="tx2">
                <a:lumMod val="25000"/>
                <a:lumOff val="7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08" name="矩形 107">
              <a:extLst>
                <a:ext uri="{FF2B5EF4-FFF2-40B4-BE49-F238E27FC236}">
                  <a16:creationId xmlns:a16="http://schemas.microsoft.com/office/drawing/2014/main" id="{73E8CC0C-F96B-3528-89B6-D3620CA95D3C}"/>
                </a:ext>
              </a:extLst>
            </p:cNvPr>
            <p:cNvSpPr/>
            <p:nvPr/>
          </p:nvSpPr>
          <p:spPr>
            <a:xfrm>
              <a:off x="5759042" y="1328181"/>
              <a:ext cx="180000" cy="180000"/>
            </a:xfrm>
            <a:prstGeom prst="rect">
              <a:avLst/>
            </a:prstGeom>
            <a:solidFill>
              <a:schemeClr val="tx2">
                <a:lumMod val="25000"/>
                <a:lumOff val="7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09" name="矩形 108">
              <a:extLst>
                <a:ext uri="{FF2B5EF4-FFF2-40B4-BE49-F238E27FC236}">
                  <a16:creationId xmlns:a16="http://schemas.microsoft.com/office/drawing/2014/main" id="{99589278-E7B9-3269-5DB0-1A454510CF4C}"/>
                </a:ext>
              </a:extLst>
            </p:cNvPr>
            <p:cNvSpPr/>
            <p:nvPr/>
          </p:nvSpPr>
          <p:spPr>
            <a:xfrm>
              <a:off x="5759042" y="1605381"/>
              <a:ext cx="180000" cy="180000"/>
            </a:xfrm>
            <a:prstGeom prst="rect">
              <a:avLst/>
            </a:prstGeom>
            <a:solidFill>
              <a:schemeClr val="tx2">
                <a:lumMod val="25000"/>
                <a:lumOff val="7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10" name="矩形 109">
              <a:extLst>
                <a:ext uri="{FF2B5EF4-FFF2-40B4-BE49-F238E27FC236}">
                  <a16:creationId xmlns:a16="http://schemas.microsoft.com/office/drawing/2014/main" id="{B7AE569D-2EFF-4D9B-01C9-36864619E3D0}"/>
                </a:ext>
              </a:extLst>
            </p:cNvPr>
            <p:cNvSpPr/>
            <p:nvPr/>
          </p:nvSpPr>
          <p:spPr>
            <a:xfrm>
              <a:off x="5759042" y="2244159"/>
              <a:ext cx="180000" cy="180000"/>
            </a:xfrm>
            <a:prstGeom prst="rect">
              <a:avLst/>
            </a:prstGeom>
            <a:solidFill>
              <a:schemeClr val="tx2">
                <a:lumMod val="25000"/>
                <a:lumOff val="7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11" name="矩形 110">
              <a:extLst>
                <a:ext uri="{FF2B5EF4-FFF2-40B4-BE49-F238E27FC236}">
                  <a16:creationId xmlns:a16="http://schemas.microsoft.com/office/drawing/2014/main" id="{68457DEC-0D14-CD34-ABD6-530D4EAE16EC}"/>
                </a:ext>
              </a:extLst>
            </p:cNvPr>
            <p:cNvSpPr/>
            <p:nvPr/>
          </p:nvSpPr>
          <p:spPr>
            <a:xfrm>
              <a:off x="5759042" y="2524521"/>
              <a:ext cx="180000" cy="180000"/>
            </a:xfrm>
            <a:prstGeom prst="rect">
              <a:avLst/>
            </a:prstGeom>
            <a:solidFill>
              <a:schemeClr val="tx2">
                <a:lumMod val="25000"/>
                <a:lumOff val="7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12" name="矩形 111">
              <a:extLst>
                <a:ext uri="{FF2B5EF4-FFF2-40B4-BE49-F238E27FC236}">
                  <a16:creationId xmlns:a16="http://schemas.microsoft.com/office/drawing/2014/main" id="{F5A940A3-8D51-6222-2945-357DAD49CCD9}"/>
                </a:ext>
              </a:extLst>
            </p:cNvPr>
            <p:cNvSpPr/>
            <p:nvPr/>
          </p:nvSpPr>
          <p:spPr>
            <a:xfrm>
              <a:off x="5765194" y="2821730"/>
              <a:ext cx="180000" cy="180000"/>
            </a:xfrm>
            <a:prstGeom prst="rect">
              <a:avLst/>
            </a:prstGeom>
            <a:solidFill>
              <a:schemeClr val="tx2">
                <a:lumMod val="25000"/>
                <a:lumOff val="75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116" name="图形 115">
              <a:extLst>
                <a:ext uri="{FF2B5EF4-FFF2-40B4-BE49-F238E27FC236}">
                  <a16:creationId xmlns:a16="http://schemas.microsoft.com/office/drawing/2014/main" id="{9DE2D1A6-C1AB-B45A-0B29-147E59BE05A0}"/>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6200000">
              <a:off x="5597608" y="1923210"/>
              <a:ext cx="502868" cy="188576"/>
            </a:xfrm>
            <a:prstGeom prst="rect">
              <a:avLst/>
            </a:prstGeom>
          </p:spPr>
        </p:pic>
      </p:grpSp>
      <p:sp>
        <p:nvSpPr>
          <p:cNvPr id="117" name="acpd-panel">
            <a:extLst>
              <a:ext uri="{FF2B5EF4-FFF2-40B4-BE49-F238E27FC236}">
                <a16:creationId xmlns:a16="http://schemas.microsoft.com/office/drawing/2014/main" id="{0200E27B-1324-5D76-E19B-9ECBF9384C35}"/>
              </a:ext>
            </a:extLst>
          </p:cNvPr>
          <p:cNvSpPr>
            <a:spLocks noGrp="1"/>
          </p:cNvSpPr>
          <p:nvPr/>
        </p:nvSpPr>
        <p:spPr>
          <a:xfrm>
            <a:off x="6058235" y="971346"/>
            <a:ext cx="1643844" cy="2156279"/>
          </a:xfrm>
          <a:prstGeom prst="roundRect">
            <a:avLst>
              <a:gd name="adj" fmla="val 22044"/>
            </a:avLst>
          </a:prstGeom>
          <a:solidFill>
            <a:schemeClr val="bg1"/>
          </a:solidFill>
          <a:ln w="38100">
            <a:solidFill>
              <a:schemeClr val="tx2">
                <a:lumMod val="75000"/>
                <a:lumOff val="25000"/>
              </a:schemeClr>
            </a:solidFill>
            <a:prstDash val="solid"/>
          </a:ln>
        </p:spPr>
        <p:txBody>
          <a:bodyPr/>
          <a:lstStyle/>
          <a:p>
            <a:endParaRPr lang="zh-CN" altLang="en-US">
              <a:solidFill>
                <a:schemeClr val="accent1">
                  <a:lumMod val="60000"/>
                  <a:lumOff val="40000"/>
                </a:schemeClr>
              </a:solidFill>
            </a:endParaRPr>
          </a:p>
        </p:txBody>
      </p:sp>
      <p:sp>
        <p:nvSpPr>
          <p:cNvPr id="118" name="文本框 117">
            <a:extLst>
              <a:ext uri="{FF2B5EF4-FFF2-40B4-BE49-F238E27FC236}">
                <a16:creationId xmlns:a16="http://schemas.microsoft.com/office/drawing/2014/main" id="{57E1185D-92E1-703D-4FBA-D788F9F7BEE3}"/>
              </a:ext>
            </a:extLst>
          </p:cNvPr>
          <p:cNvSpPr txBox="1"/>
          <p:nvPr/>
        </p:nvSpPr>
        <p:spPr>
          <a:xfrm>
            <a:off x="5771974" y="1029172"/>
            <a:ext cx="2165083" cy="369332"/>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Action</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Head</a:t>
            </a:r>
            <a:endParaRPr kumimoji="1" lang="zh-CN" altLang="en-US">
              <a:latin typeface="Arial" panose="020B0604020202020204" pitchFamily="34" charset="0"/>
              <a:cs typeface="Arial" panose="020B0604020202020204" pitchFamily="34" charset="0"/>
            </a:endParaRPr>
          </a:p>
        </p:txBody>
      </p:sp>
      <p:grpSp>
        <p:nvGrpSpPr>
          <p:cNvPr id="154" name="组合 153">
            <a:extLst>
              <a:ext uri="{FF2B5EF4-FFF2-40B4-BE49-F238E27FC236}">
                <a16:creationId xmlns:a16="http://schemas.microsoft.com/office/drawing/2014/main" id="{B3194D90-FB2B-9C66-FFD1-737856EF56D2}"/>
              </a:ext>
            </a:extLst>
          </p:cNvPr>
          <p:cNvGrpSpPr/>
          <p:nvPr/>
        </p:nvGrpSpPr>
        <p:grpSpPr>
          <a:xfrm>
            <a:off x="6203229" y="1489525"/>
            <a:ext cx="1304622" cy="180000"/>
            <a:chOff x="6232281" y="1494639"/>
            <a:chExt cx="1304622" cy="180000"/>
          </a:xfrm>
        </p:grpSpPr>
        <p:sp>
          <p:nvSpPr>
            <p:cNvPr id="119" name="矩形 118">
              <a:extLst>
                <a:ext uri="{FF2B5EF4-FFF2-40B4-BE49-F238E27FC236}">
                  <a16:creationId xmlns:a16="http://schemas.microsoft.com/office/drawing/2014/main" id="{61AC00F3-5CE1-6F4B-3432-09CD3D82FE13}"/>
                </a:ext>
              </a:extLst>
            </p:cNvPr>
            <p:cNvSpPr/>
            <p:nvPr/>
          </p:nvSpPr>
          <p:spPr>
            <a:xfrm rot="16200000">
              <a:off x="623228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0" name="矩形 119">
              <a:extLst>
                <a:ext uri="{FF2B5EF4-FFF2-40B4-BE49-F238E27FC236}">
                  <a16:creationId xmlns:a16="http://schemas.microsoft.com/office/drawing/2014/main" id="{9637721C-174E-7E20-2DA4-F4A3EA10BB39}"/>
                </a:ext>
              </a:extLst>
            </p:cNvPr>
            <p:cNvSpPr/>
            <p:nvPr/>
          </p:nvSpPr>
          <p:spPr>
            <a:xfrm rot="16200000">
              <a:off x="650948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1" name="矩形 120">
              <a:extLst>
                <a:ext uri="{FF2B5EF4-FFF2-40B4-BE49-F238E27FC236}">
                  <a16:creationId xmlns:a16="http://schemas.microsoft.com/office/drawing/2014/main" id="{9FF93C2F-A4A5-BF82-CE07-40F599573A84}"/>
                </a:ext>
              </a:extLst>
            </p:cNvPr>
            <p:cNvSpPr/>
            <p:nvPr/>
          </p:nvSpPr>
          <p:spPr>
            <a:xfrm rot="16200000">
              <a:off x="678668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2" name="矩形 121">
              <a:extLst>
                <a:ext uri="{FF2B5EF4-FFF2-40B4-BE49-F238E27FC236}">
                  <a16:creationId xmlns:a16="http://schemas.microsoft.com/office/drawing/2014/main" id="{39B94ECE-0033-F025-291F-6ACF5706F112}"/>
                </a:ext>
              </a:extLst>
            </p:cNvPr>
            <p:cNvSpPr/>
            <p:nvPr/>
          </p:nvSpPr>
          <p:spPr>
            <a:xfrm rot="16200000">
              <a:off x="707654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23" name="矩形 122">
              <a:extLst>
                <a:ext uri="{FF2B5EF4-FFF2-40B4-BE49-F238E27FC236}">
                  <a16:creationId xmlns:a16="http://schemas.microsoft.com/office/drawing/2014/main" id="{BA2304E1-56DB-AE6B-68D3-81FD7BF3FE7E}"/>
                </a:ext>
              </a:extLst>
            </p:cNvPr>
            <p:cNvSpPr/>
            <p:nvPr/>
          </p:nvSpPr>
          <p:spPr>
            <a:xfrm rot="16200000">
              <a:off x="7356903"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pic>
        <p:nvPicPr>
          <p:cNvPr id="124" name="图形 123">
            <a:extLst>
              <a:ext uri="{FF2B5EF4-FFF2-40B4-BE49-F238E27FC236}">
                <a16:creationId xmlns:a16="http://schemas.microsoft.com/office/drawing/2014/main" id="{7451C3D3-BD02-CC2B-4851-3447E2E873B7}"/>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0800000">
            <a:off x="6604486" y="2452734"/>
            <a:ext cx="502868" cy="188576"/>
          </a:xfrm>
          <a:prstGeom prst="rect">
            <a:avLst/>
          </a:prstGeom>
        </p:spPr>
      </p:pic>
      <p:grpSp>
        <p:nvGrpSpPr>
          <p:cNvPr id="161" name="组合 160">
            <a:extLst>
              <a:ext uri="{FF2B5EF4-FFF2-40B4-BE49-F238E27FC236}">
                <a16:creationId xmlns:a16="http://schemas.microsoft.com/office/drawing/2014/main" id="{191938E3-CFDB-1D5E-2C38-6A6D2C744CEC}"/>
              </a:ext>
            </a:extLst>
          </p:cNvPr>
          <p:cNvGrpSpPr/>
          <p:nvPr/>
        </p:nvGrpSpPr>
        <p:grpSpPr>
          <a:xfrm>
            <a:off x="6195318" y="1854830"/>
            <a:ext cx="1304622" cy="180000"/>
            <a:chOff x="6232281" y="1494639"/>
            <a:chExt cx="1304622" cy="180000"/>
          </a:xfrm>
          <a:solidFill>
            <a:schemeClr val="tx2">
              <a:lumMod val="25000"/>
              <a:lumOff val="75000"/>
            </a:schemeClr>
          </a:solidFill>
        </p:grpSpPr>
        <p:sp>
          <p:nvSpPr>
            <p:cNvPr id="162" name="矩形 161">
              <a:extLst>
                <a:ext uri="{FF2B5EF4-FFF2-40B4-BE49-F238E27FC236}">
                  <a16:creationId xmlns:a16="http://schemas.microsoft.com/office/drawing/2014/main" id="{7499BFCB-C0B5-5C22-641B-6833C7E085F0}"/>
                </a:ext>
              </a:extLst>
            </p:cNvPr>
            <p:cNvSpPr/>
            <p:nvPr/>
          </p:nvSpPr>
          <p:spPr>
            <a:xfrm rot="16200000">
              <a:off x="6232281"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63" name="矩形 162">
              <a:extLst>
                <a:ext uri="{FF2B5EF4-FFF2-40B4-BE49-F238E27FC236}">
                  <a16:creationId xmlns:a16="http://schemas.microsoft.com/office/drawing/2014/main" id="{4CDEF8AE-D6F6-5376-99B6-5D788DBD9223}"/>
                </a:ext>
              </a:extLst>
            </p:cNvPr>
            <p:cNvSpPr/>
            <p:nvPr/>
          </p:nvSpPr>
          <p:spPr>
            <a:xfrm rot="16200000">
              <a:off x="6509481"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64" name="矩形 163">
              <a:extLst>
                <a:ext uri="{FF2B5EF4-FFF2-40B4-BE49-F238E27FC236}">
                  <a16:creationId xmlns:a16="http://schemas.microsoft.com/office/drawing/2014/main" id="{4753EC70-56E2-441E-9E88-A382006A3C55}"/>
                </a:ext>
              </a:extLst>
            </p:cNvPr>
            <p:cNvSpPr/>
            <p:nvPr/>
          </p:nvSpPr>
          <p:spPr>
            <a:xfrm rot="16200000">
              <a:off x="6786681"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65" name="矩形 164">
              <a:extLst>
                <a:ext uri="{FF2B5EF4-FFF2-40B4-BE49-F238E27FC236}">
                  <a16:creationId xmlns:a16="http://schemas.microsoft.com/office/drawing/2014/main" id="{A722AD4E-354F-4184-DCCD-E336AE191C1B}"/>
                </a:ext>
              </a:extLst>
            </p:cNvPr>
            <p:cNvSpPr/>
            <p:nvPr/>
          </p:nvSpPr>
          <p:spPr>
            <a:xfrm rot="16200000">
              <a:off x="7076541"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66" name="矩形 165">
              <a:extLst>
                <a:ext uri="{FF2B5EF4-FFF2-40B4-BE49-F238E27FC236}">
                  <a16:creationId xmlns:a16="http://schemas.microsoft.com/office/drawing/2014/main" id="{7EFE3040-68A2-DA92-FF93-17ACF5679719}"/>
                </a:ext>
              </a:extLst>
            </p:cNvPr>
            <p:cNvSpPr/>
            <p:nvPr/>
          </p:nvSpPr>
          <p:spPr>
            <a:xfrm rot="16200000">
              <a:off x="7356903"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grpSp>
        <p:nvGrpSpPr>
          <p:cNvPr id="167" name="组合 166">
            <a:extLst>
              <a:ext uri="{FF2B5EF4-FFF2-40B4-BE49-F238E27FC236}">
                <a16:creationId xmlns:a16="http://schemas.microsoft.com/office/drawing/2014/main" id="{5221A196-639C-08E5-95BC-937CB6E1BD86}"/>
              </a:ext>
            </a:extLst>
          </p:cNvPr>
          <p:cNvGrpSpPr/>
          <p:nvPr/>
        </p:nvGrpSpPr>
        <p:grpSpPr>
          <a:xfrm>
            <a:off x="6194506" y="2200075"/>
            <a:ext cx="1304622" cy="180000"/>
            <a:chOff x="6232281" y="1494639"/>
            <a:chExt cx="1304622" cy="180000"/>
          </a:xfrm>
        </p:grpSpPr>
        <p:sp>
          <p:nvSpPr>
            <p:cNvPr id="168" name="矩形 167">
              <a:extLst>
                <a:ext uri="{FF2B5EF4-FFF2-40B4-BE49-F238E27FC236}">
                  <a16:creationId xmlns:a16="http://schemas.microsoft.com/office/drawing/2014/main" id="{2284EDBB-12E4-9585-6709-B211148A51BA}"/>
                </a:ext>
              </a:extLst>
            </p:cNvPr>
            <p:cNvSpPr/>
            <p:nvPr/>
          </p:nvSpPr>
          <p:spPr>
            <a:xfrm rot="16200000">
              <a:off x="623228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69" name="矩形 168">
              <a:extLst>
                <a:ext uri="{FF2B5EF4-FFF2-40B4-BE49-F238E27FC236}">
                  <a16:creationId xmlns:a16="http://schemas.microsoft.com/office/drawing/2014/main" id="{F512B859-7316-4D0F-17C6-DBD474A87E14}"/>
                </a:ext>
              </a:extLst>
            </p:cNvPr>
            <p:cNvSpPr/>
            <p:nvPr/>
          </p:nvSpPr>
          <p:spPr>
            <a:xfrm rot="16200000">
              <a:off x="650948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70" name="矩形 169">
              <a:extLst>
                <a:ext uri="{FF2B5EF4-FFF2-40B4-BE49-F238E27FC236}">
                  <a16:creationId xmlns:a16="http://schemas.microsoft.com/office/drawing/2014/main" id="{EF1AB070-EDBB-3E91-5D57-A25D39C86749}"/>
                </a:ext>
              </a:extLst>
            </p:cNvPr>
            <p:cNvSpPr/>
            <p:nvPr/>
          </p:nvSpPr>
          <p:spPr>
            <a:xfrm rot="16200000">
              <a:off x="678668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71" name="矩形 170">
              <a:extLst>
                <a:ext uri="{FF2B5EF4-FFF2-40B4-BE49-F238E27FC236}">
                  <a16:creationId xmlns:a16="http://schemas.microsoft.com/office/drawing/2014/main" id="{0573A63F-A160-6413-E9D8-40F104F6A0D6}"/>
                </a:ext>
              </a:extLst>
            </p:cNvPr>
            <p:cNvSpPr/>
            <p:nvPr/>
          </p:nvSpPr>
          <p:spPr>
            <a:xfrm rot="16200000">
              <a:off x="707654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72" name="矩形 171">
              <a:extLst>
                <a:ext uri="{FF2B5EF4-FFF2-40B4-BE49-F238E27FC236}">
                  <a16:creationId xmlns:a16="http://schemas.microsoft.com/office/drawing/2014/main" id="{F7281F7E-587A-0ABF-56B7-5850F0C2C3A8}"/>
                </a:ext>
              </a:extLst>
            </p:cNvPr>
            <p:cNvSpPr/>
            <p:nvPr/>
          </p:nvSpPr>
          <p:spPr>
            <a:xfrm rot="16200000">
              <a:off x="7356903"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grpSp>
        <p:nvGrpSpPr>
          <p:cNvPr id="173" name="组合 172">
            <a:extLst>
              <a:ext uri="{FF2B5EF4-FFF2-40B4-BE49-F238E27FC236}">
                <a16:creationId xmlns:a16="http://schemas.microsoft.com/office/drawing/2014/main" id="{3129E119-5E91-7032-8C0F-DAD0C9EA2ECF}"/>
              </a:ext>
            </a:extLst>
          </p:cNvPr>
          <p:cNvGrpSpPr/>
          <p:nvPr/>
        </p:nvGrpSpPr>
        <p:grpSpPr>
          <a:xfrm>
            <a:off x="6214013" y="2699083"/>
            <a:ext cx="1304622" cy="180000"/>
            <a:chOff x="6232281" y="1494639"/>
            <a:chExt cx="1304622" cy="180000"/>
          </a:xfrm>
        </p:grpSpPr>
        <p:sp>
          <p:nvSpPr>
            <p:cNvPr id="174" name="矩形 173">
              <a:extLst>
                <a:ext uri="{FF2B5EF4-FFF2-40B4-BE49-F238E27FC236}">
                  <a16:creationId xmlns:a16="http://schemas.microsoft.com/office/drawing/2014/main" id="{2419E67D-9E6C-83BB-FCD6-418CA11BA4E3}"/>
                </a:ext>
              </a:extLst>
            </p:cNvPr>
            <p:cNvSpPr/>
            <p:nvPr/>
          </p:nvSpPr>
          <p:spPr>
            <a:xfrm rot="16200000">
              <a:off x="623228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75" name="矩形 174">
              <a:extLst>
                <a:ext uri="{FF2B5EF4-FFF2-40B4-BE49-F238E27FC236}">
                  <a16:creationId xmlns:a16="http://schemas.microsoft.com/office/drawing/2014/main" id="{AA8B4199-1F1D-1531-ADD2-0FB90032AFE4}"/>
                </a:ext>
              </a:extLst>
            </p:cNvPr>
            <p:cNvSpPr/>
            <p:nvPr/>
          </p:nvSpPr>
          <p:spPr>
            <a:xfrm rot="16200000">
              <a:off x="650948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76" name="矩形 175">
              <a:extLst>
                <a:ext uri="{FF2B5EF4-FFF2-40B4-BE49-F238E27FC236}">
                  <a16:creationId xmlns:a16="http://schemas.microsoft.com/office/drawing/2014/main" id="{0A495DFD-8808-3836-EF03-700EF3FBADAC}"/>
                </a:ext>
              </a:extLst>
            </p:cNvPr>
            <p:cNvSpPr/>
            <p:nvPr/>
          </p:nvSpPr>
          <p:spPr>
            <a:xfrm rot="16200000">
              <a:off x="678668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77" name="矩形 176">
              <a:extLst>
                <a:ext uri="{FF2B5EF4-FFF2-40B4-BE49-F238E27FC236}">
                  <a16:creationId xmlns:a16="http://schemas.microsoft.com/office/drawing/2014/main" id="{BD8751AE-5EE9-69C2-0CF6-468A3DE3EC90}"/>
                </a:ext>
              </a:extLst>
            </p:cNvPr>
            <p:cNvSpPr/>
            <p:nvPr/>
          </p:nvSpPr>
          <p:spPr>
            <a:xfrm rot="16200000">
              <a:off x="7076541"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78" name="矩形 177">
              <a:extLst>
                <a:ext uri="{FF2B5EF4-FFF2-40B4-BE49-F238E27FC236}">
                  <a16:creationId xmlns:a16="http://schemas.microsoft.com/office/drawing/2014/main" id="{9052536E-079D-75A4-B510-AC85B19C6B50}"/>
                </a:ext>
              </a:extLst>
            </p:cNvPr>
            <p:cNvSpPr/>
            <p:nvPr/>
          </p:nvSpPr>
          <p:spPr>
            <a:xfrm rot="16200000">
              <a:off x="7356903" y="1494639"/>
              <a:ext cx="180000" cy="180000"/>
            </a:xfrm>
            <a:prstGeom prst="rect">
              <a:avLst/>
            </a:prstGeom>
            <a:solidFill>
              <a:schemeClr val="tx2">
                <a:lumMod val="10000"/>
                <a:lumOff val="90000"/>
              </a:schemeClr>
            </a:solidFill>
            <a:ln>
              <a:solidFill>
                <a:schemeClr val="accent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182" name="acpd-panel">
            <a:extLst>
              <a:ext uri="{FF2B5EF4-FFF2-40B4-BE49-F238E27FC236}">
                <a16:creationId xmlns:a16="http://schemas.microsoft.com/office/drawing/2014/main" id="{2D716849-1F25-D2C5-4C88-2D5468E7083B}"/>
              </a:ext>
            </a:extLst>
          </p:cNvPr>
          <p:cNvSpPr>
            <a:spLocks noGrp="1"/>
          </p:cNvSpPr>
          <p:nvPr/>
        </p:nvSpPr>
        <p:spPr>
          <a:xfrm>
            <a:off x="2322483" y="4080381"/>
            <a:ext cx="1578697" cy="750028"/>
          </a:xfrm>
          <a:prstGeom prst="roundRect">
            <a:avLst>
              <a:gd name="adj" fmla="val 22044"/>
            </a:avLst>
          </a:prstGeom>
          <a:solidFill>
            <a:schemeClr val="bg1"/>
          </a:solidFill>
          <a:ln w="38100">
            <a:solidFill>
              <a:srgbClr val="FE5512"/>
            </a:solidFill>
            <a:prstDash val="solid"/>
          </a:ln>
        </p:spPr>
        <p:txBody>
          <a:bodyPr/>
          <a:lstStyle/>
          <a:p>
            <a:endParaRPr lang="zh-CN" altLang="en-US">
              <a:solidFill>
                <a:schemeClr val="accent1">
                  <a:lumMod val="60000"/>
                  <a:lumOff val="40000"/>
                </a:schemeClr>
              </a:solidFill>
            </a:endParaRPr>
          </a:p>
        </p:txBody>
      </p:sp>
      <p:sp>
        <p:nvSpPr>
          <p:cNvPr id="183" name="文本框 182">
            <a:extLst>
              <a:ext uri="{FF2B5EF4-FFF2-40B4-BE49-F238E27FC236}">
                <a16:creationId xmlns:a16="http://schemas.microsoft.com/office/drawing/2014/main" id="{69C1A30A-DC8D-DFB8-3E8B-5279E981B504}"/>
              </a:ext>
            </a:extLst>
          </p:cNvPr>
          <p:cNvSpPr txBox="1"/>
          <p:nvPr/>
        </p:nvSpPr>
        <p:spPr>
          <a:xfrm>
            <a:off x="2460117" y="4132229"/>
            <a:ext cx="1347015" cy="646331"/>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Visual</a:t>
            </a:r>
          </a:p>
          <a:p>
            <a:pPr algn="ctr"/>
            <a:r>
              <a:rPr kumimoji="1" lang="en-US" altLang="zh-CN">
                <a:latin typeface="Arial" panose="020B0604020202020204" pitchFamily="34" charset="0"/>
                <a:cs typeface="Arial" panose="020B0604020202020204" pitchFamily="34" charset="0"/>
              </a:rPr>
              <a:t>Backbone</a:t>
            </a:r>
            <a:endParaRPr kumimoji="1" lang="zh-CN" altLang="en-US">
              <a:latin typeface="Arial" panose="020B0604020202020204" pitchFamily="34" charset="0"/>
              <a:cs typeface="Arial" panose="020B0604020202020204" pitchFamily="34" charset="0"/>
            </a:endParaRPr>
          </a:p>
        </p:txBody>
      </p:sp>
      <p:sp>
        <p:nvSpPr>
          <p:cNvPr id="184" name="acpd-panel">
            <a:extLst>
              <a:ext uri="{FF2B5EF4-FFF2-40B4-BE49-F238E27FC236}">
                <a16:creationId xmlns:a16="http://schemas.microsoft.com/office/drawing/2014/main" id="{F17EEF03-F1E1-AEE9-7B6B-67F9733656C0}"/>
              </a:ext>
            </a:extLst>
          </p:cNvPr>
          <p:cNvSpPr>
            <a:spLocks noGrp="1"/>
          </p:cNvSpPr>
          <p:nvPr/>
        </p:nvSpPr>
        <p:spPr>
          <a:xfrm>
            <a:off x="4392394" y="4080381"/>
            <a:ext cx="1265483" cy="2156279"/>
          </a:xfrm>
          <a:prstGeom prst="roundRect">
            <a:avLst>
              <a:gd name="adj" fmla="val 22044"/>
            </a:avLst>
          </a:prstGeom>
          <a:solidFill>
            <a:schemeClr val="bg1"/>
          </a:solidFill>
          <a:ln w="38100">
            <a:solidFill>
              <a:srgbClr val="FE5512"/>
            </a:solidFill>
            <a:prstDash val="solid"/>
          </a:ln>
        </p:spPr>
        <p:txBody>
          <a:bodyPr/>
          <a:lstStyle/>
          <a:p>
            <a:endParaRPr lang="zh-CN" altLang="en-US">
              <a:solidFill>
                <a:schemeClr val="accent1">
                  <a:lumMod val="60000"/>
                  <a:lumOff val="40000"/>
                </a:schemeClr>
              </a:solidFill>
            </a:endParaRPr>
          </a:p>
        </p:txBody>
      </p:sp>
      <p:sp>
        <p:nvSpPr>
          <p:cNvPr id="185" name="文本框 184">
            <a:extLst>
              <a:ext uri="{FF2B5EF4-FFF2-40B4-BE49-F238E27FC236}">
                <a16:creationId xmlns:a16="http://schemas.microsoft.com/office/drawing/2014/main" id="{68032FBA-5AD7-CE98-F7A3-38C382D75861}"/>
              </a:ext>
            </a:extLst>
          </p:cNvPr>
          <p:cNvSpPr txBox="1"/>
          <p:nvPr/>
        </p:nvSpPr>
        <p:spPr>
          <a:xfrm>
            <a:off x="4358265" y="4836654"/>
            <a:ext cx="1347015" cy="646331"/>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Policy</a:t>
            </a:r>
          </a:p>
          <a:p>
            <a:pPr algn="ctr"/>
            <a:r>
              <a:rPr kumimoji="1" lang="en-US" altLang="zh-CN">
                <a:latin typeface="Arial" panose="020B0604020202020204" pitchFamily="34" charset="0"/>
                <a:cs typeface="Arial" panose="020B0604020202020204" pitchFamily="34" charset="0"/>
              </a:rPr>
              <a:t>Backbone</a:t>
            </a:r>
            <a:endParaRPr kumimoji="1" lang="zh-CN" altLang="en-US">
              <a:latin typeface="Arial" panose="020B0604020202020204" pitchFamily="34" charset="0"/>
              <a:cs typeface="Arial" panose="020B0604020202020204" pitchFamily="34" charset="0"/>
            </a:endParaRPr>
          </a:p>
        </p:txBody>
      </p:sp>
      <p:sp>
        <p:nvSpPr>
          <p:cNvPr id="186" name="acpd-panel">
            <a:extLst>
              <a:ext uri="{FF2B5EF4-FFF2-40B4-BE49-F238E27FC236}">
                <a16:creationId xmlns:a16="http://schemas.microsoft.com/office/drawing/2014/main" id="{36191A82-1038-2EF8-A0D0-CC842A6A2764}"/>
              </a:ext>
            </a:extLst>
          </p:cNvPr>
          <p:cNvSpPr>
            <a:spLocks noGrp="1"/>
          </p:cNvSpPr>
          <p:nvPr/>
        </p:nvSpPr>
        <p:spPr>
          <a:xfrm>
            <a:off x="2339945" y="5486632"/>
            <a:ext cx="1561235" cy="750028"/>
          </a:xfrm>
          <a:prstGeom prst="roundRect">
            <a:avLst>
              <a:gd name="adj" fmla="val 22044"/>
            </a:avLst>
          </a:prstGeom>
          <a:solidFill>
            <a:schemeClr val="bg1"/>
          </a:solidFill>
          <a:ln w="38100">
            <a:solidFill>
              <a:srgbClr val="FE5512"/>
            </a:solidFill>
            <a:prstDash val="solid"/>
          </a:ln>
        </p:spPr>
        <p:txBody>
          <a:bodyPr/>
          <a:lstStyle/>
          <a:p>
            <a:endParaRPr lang="zh-CN" altLang="en-US">
              <a:solidFill>
                <a:schemeClr val="accent1">
                  <a:lumMod val="60000"/>
                  <a:lumOff val="40000"/>
                </a:schemeClr>
              </a:solidFill>
            </a:endParaRPr>
          </a:p>
        </p:txBody>
      </p:sp>
      <p:pic>
        <p:nvPicPr>
          <p:cNvPr id="187" name="图片 186">
            <a:extLst>
              <a:ext uri="{FF2B5EF4-FFF2-40B4-BE49-F238E27FC236}">
                <a16:creationId xmlns:a16="http://schemas.microsoft.com/office/drawing/2014/main" id="{22B88514-2928-27CA-8864-D865F8632D75}"/>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2803324" y="4867754"/>
            <a:ext cx="634475" cy="634475"/>
          </a:xfrm>
          <a:prstGeom prst="rect">
            <a:avLst/>
          </a:prstGeom>
        </p:spPr>
      </p:pic>
      <p:cxnSp>
        <p:nvCxnSpPr>
          <p:cNvPr id="188" name="直线箭头连接符 187">
            <a:extLst>
              <a:ext uri="{FF2B5EF4-FFF2-40B4-BE49-F238E27FC236}">
                <a16:creationId xmlns:a16="http://schemas.microsoft.com/office/drawing/2014/main" id="{BF478718-30E3-AA4C-0736-38ECB5C15B7C}"/>
              </a:ext>
            </a:extLst>
          </p:cNvPr>
          <p:cNvCxnSpPr/>
          <p:nvPr/>
        </p:nvCxnSpPr>
        <p:spPr>
          <a:xfrm>
            <a:off x="1875707" y="4455394"/>
            <a:ext cx="44677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189" name="直线箭头连接符 188">
            <a:extLst>
              <a:ext uri="{FF2B5EF4-FFF2-40B4-BE49-F238E27FC236}">
                <a16:creationId xmlns:a16="http://schemas.microsoft.com/office/drawing/2014/main" id="{9EE00ED0-A546-58E3-86FA-F60811FFF297}"/>
              </a:ext>
            </a:extLst>
          </p:cNvPr>
          <p:cNvCxnSpPr/>
          <p:nvPr/>
        </p:nvCxnSpPr>
        <p:spPr>
          <a:xfrm>
            <a:off x="1884126" y="5877293"/>
            <a:ext cx="446776"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190" name="组合 189">
            <a:extLst>
              <a:ext uri="{FF2B5EF4-FFF2-40B4-BE49-F238E27FC236}">
                <a16:creationId xmlns:a16="http://schemas.microsoft.com/office/drawing/2014/main" id="{04DE7F9D-00B7-C7E0-93BC-7D27FDC72CC6}"/>
              </a:ext>
            </a:extLst>
          </p:cNvPr>
          <p:cNvGrpSpPr/>
          <p:nvPr/>
        </p:nvGrpSpPr>
        <p:grpSpPr>
          <a:xfrm>
            <a:off x="4027181" y="4175607"/>
            <a:ext cx="190577" cy="1950749"/>
            <a:chOff x="3986348" y="1066572"/>
            <a:chExt cx="190577" cy="1950749"/>
          </a:xfrm>
        </p:grpSpPr>
        <p:sp>
          <p:nvSpPr>
            <p:cNvPr id="191" name="矩形 190">
              <a:extLst>
                <a:ext uri="{FF2B5EF4-FFF2-40B4-BE49-F238E27FC236}">
                  <a16:creationId xmlns:a16="http://schemas.microsoft.com/office/drawing/2014/main" id="{D9ADD7EC-4F06-3B3D-FCEE-F067ED64033C}"/>
                </a:ext>
              </a:extLst>
            </p:cNvPr>
            <p:cNvSpPr/>
            <p:nvPr/>
          </p:nvSpPr>
          <p:spPr>
            <a:xfrm>
              <a:off x="3990773" y="1066572"/>
              <a:ext cx="180000" cy="180000"/>
            </a:xfrm>
            <a:prstGeom prst="rect">
              <a:avLst/>
            </a:prstGeom>
            <a:solidFill>
              <a:schemeClr val="accent2">
                <a:lumMod val="60000"/>
                <a:lumOff val="40000"/>
              </a:schemeClr>
            </a:solidFill>
            <a:ln>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92" name="矩形 191">
              <a:extLst>
                <a:ext uri="{FF2B5EF4-FFF2-40B4-BE49-F238E27FC236}">
                  <a16:creationId xmlns:a16="http://schemas.microsoft.com/office/drawing/2014/main" id="{3A70C228-389F-14D5-5A3C-02F6E339F3E2}"/>
                </a:ext>
              </a:extLst>
            </p:cNvPr>
            <p:cNvSpPr/>
            <p:nvPr/>
          </p:nvSpPr>
          <p:spPr>
            <a:xfrm>
              <a:off x="3990773" y="1343772"/>
              <a:ext cx="180000" cy="180000"/>
            </a:xfrm>
            <a:prstGeom prst="rect">
              <a:avLst/>
            </a:prstGeom>
            <a:solidFill>
              <a:schemeClr val="accent2">
                <a:lumMod val="60000"/>
                <a:lumOff val="40000"/>
              </a:schemeClr>
            </a:solidFill>
            <a:ln>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93" name="矩形 192">
              <a:extLst>
                <a:ext uri="{FF2B5EF4-FFF2-40B4-BE49-F238E27FC236}">
                  <a16:creationId xmlns:a16="http://schemas.microsoft.com/office/drawing/2014/main" id="{B97E00ED-D3B6-C94F-FA7B-57647AB3C3F7}"/>
                </a:ext>
              </a:extLst>
            </p:cNvPr>
            <p:cNvSpPr/>
            <p:nvPr/>
          </p:nvSpPr>
          <p:spPr>
            <a:xfrm>
              <a:off x="3990773" y="1620972"/>
              <a:ext cx="180000" cy="180000"/>
            </a:xfrm>
            <a:prstGeom prst="rect">
              <a:avLst/>
            </a:prstGeom>
            <a:solidFill>
              <a:schemeClr val="accent2">
                <a:lumMod val="60000"/>
                <a:lumOff val="40000"/>
              </a:schemeClr>
            </a:solidFill>
            <a:ln>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94" name="矩形 193">
              <a:extLst>
                <a:ext uri="{FF2B5EF4-FFF2-40B4-BE49-F238E27FC236}">
                  <a16:creationId xmlns:a16="http://schemas.microsoft.com/office/drawing/2014/main" id="{BFF8A4BF-884B-B460-23FB-E134C9AC1D0D}"/>
                </a:ext>
              </a:extLst>
            </p:cNvPr>
            <p:cNvSpPr/>
            <p:nvPr/>
          </p:nvSpPr>
          <p:spPr>
            <a:xfrm>
              <a:off x="3990773" y="2259750"/>
              <a:ext cx="180000" cy="180000"/>
            </a:xfrm>
            <a:prstGeom prst="rect">
              <a:avLst/>
            </a:prstGeom>
            <a:solidFill>
              <a:schemeClr val="accent2">
                <a:lumMod val="75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95" name="矩形 194">
              <a:extLst>
                <a:ext uri="{FF2B5EF4-FFF2-40B4-BE49-F238E27FC236}">
                  <a16:creationId xmlns:a16="http://schemas.microsoft.com/office/drawing/2014/main" id="{DE83BCC8-4708-621A-C7AD-0B3CC9B88FC3}"/>
                </a:ext>
              </a:extLst>
            </p:cNvPr>
            <p:cNvSpPr/>
            <p:nvPr/>
          </p:nvSpPr>
          <p:spPr>
            <a:xfrm>
              <a:off x="3990773" y="2540112"/>
              <a:ext cx="180000" cy="180000"/>
            </a:xfrm>
            <a:prstGeom prst="rect">
              <a:avLst/>
            </a:prstGeom>
            <a:solidFill>
              <a:schemeClr val="accent2">
                <a:lumMod val="75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196" name="矩形 195">
              <a:extLst>
                <a:ext uri="{FF2B5EF4-FFF2-40B4-BE49-F238E27FC236}">
                  <a16:creationId xmlns:a16="http://schemas.microsoft.com/office/drawing/2014/main" id="{638D0BFF-D774-2CE5-8786-351C67F7DBED}"/>
                </a:ext>
              </a:extLst>
            </p:cNvPr>
            <p:cNvSpPr/>
            <p:nvPr/>
          </p:nvSpPr>
          <p:spPr>
            <a:xfrm>
              <a:off x="3996925" y="2837321"/>
              <a:ext cx="180000" cy="180000"/>
            </a:xfrm>
            <a:prstGeom prst="rect">
              <a:avLst/>
            </a:prstGeom>
            <a:solidFill>
              <a:schemeClr val="accent2">
                <a:lumMod val="75000"/>
              </a:schemeClr>
            </a:solidFill>
            <a:ln>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197" name="图形 196">
              <a:extLst>
                <a:ext uri="{FF2B5EF4-FFF2-40B4-BE49-F238E27FC236}">
                  <a16:creationId xmlns:a16="http://schemas.microsoft.com/office/drawing/2014/main" id="{0F42D6A0-9D91-9774-C266-27C0B5C4DEB3}"/>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6200000">
              <a:off x="3829202" y="1927451"/>
              <a:ext cx="502868" cy="188576"/>
            </a:xfrm>
            <a:prstGeom prst="rect">
              <a:avLst/>
            </a:prstGeom>
          </p:spPr>
        </p:pic>
      </p:grpSp>
      <p:grpSp>
        <p:nvGrpSpPr>
          <p:cNvPr id="198" name="组合 197">
            <a:extLst>
              <a:ext uri="{FF2B5EF4-FFF2-40B4-BE49-F238E27FC236}">
                <a16:creationId xmlns:a16="http://schemas.microsoft.com/office/drawing/2014/main" id="{C12AB96E-3B5F-B1E8-7CC5-D90E4483979B}"/>
              </a:ext>
            </a:extLst>
          </p:cNvPr>
          <p:cNvGrpSpPr/>
          <p:nvPr/>
        </p:nvGrpSpPr>
        <p:grpSpPr>
          <a:xfrm>
            <a:off x="5795587" y="4160016"/>
            <a:ext cx="190440" cy="1950749"/>
            <a:chOff x="5754754" y="1050981"/>
            <a:chExt cx="190440" cy="1950749"/>
          </a:xfrm>
        </p:grpSpPr>
        <p:sp>
          <p:nvSpPr>
            <p:cNvPr id="199" name="矩形 198">
              <a:extLst>
                <a:ext uri="{FF2B5EF4-FFF2-40B4-BE49-F238E27FC236}">
                  <a16:creationId xmlns:a16="http://schemas.microsoft.com/office/drawing/2014/main" id="{EE70FE13-F4C7-5F12-60C4-25750662B31D}"/>
                </a:ext>
              </a:extLst>
            </p:cNvPr>
            <p:cNvSpPr/>
            <p:nvPr/>
          </p:nvSpPr>
          <p:spPr>
            <a:xfrm>
              <a:off x="5759042" y="1050981"/>
              <a:ext cx="180000" cy="180000"/>
            </a:xfrm>
            <a:prstGeom prst="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00" name="矩形 199">
              <a:extLst>
                <a:ext uri="{FF2B5EF4-FFF2-40B4-BE49-F238E27FC236}">
                  <a16:creationId xmlns:a16="http://schemas.microsoft.com/office/drawing/2014/main" id="{6DB49F05-8011-BC67-5C4F-9174AFCAB1BC}"/>
                </a:ext>
              </a:extLst>
            </p:cNvPr>
            <p:cNvSpPr/>
            <p:nvPr/>
          </p:nvSpPr>
          <p:spPr>
            <a:xfrm>
              <a:off x="5759042" y="1328181"/>
              <a:ext cx="180000" cy="180000"/>
            </a:xfrm>
            <a:prstGeom prst="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01" name="矩形 200">
              <a:extLst>
                <a:ext uri="{FF2B5EF4-FFF2-40B4-BE49-F238E27FC236}">
                  <a16:creationId xmlns:a16="http://schemas.microsoft.com/office/drawing/2014/main" id="{3CA502C8-BECC-DCD2-E444-98D744589CC2}"/>
                </a:ext>
              </a:extLst>
            </p:cNvPr>
            <p:cNvSpPr/>
            <p:nvPr/>
          </p:nvSpPr>
          <p:spPr>
            <a:xfrm>
              <a:off x="5759042" y="1605381"/>
              <a:ext cx="180000" cy="180000"/>
            </a:xfrm>
            <a:prstGeom prst="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02" name="矩形 201">
              <a:extLst>
                <a:ext uri="{FF2B5EF4-FFF2-40B4-BE49-F238E27FC236}">
                  <a16:creationId xmlns:a16="http://schemas.microsoft.com/office/drawing/2014/main" id="{D6714BB5-F17E-1E87-6897-31DF0B58B2FA}"/>
                </a:ext>
              </a:extLst>
            </p:cNvPr>
            <p:cNvSpPr/>
            <p:nvPr/>
          </p:nvSpPr>
          <p:spPr>
            <a:xfrm>
              <a:off x="5759042" y="2244159"/>
              <a:ext cx="180000" cy="180000"/>
            </a:xfrm>
            <a:prstGeom prst="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03" name="矩形 202">
              <a:extLst>
                <a:ext uri="{FF2B5EF4-FFF2-40B4-BE49-F238E27FC236}">
                  <a16:creationId xmlns:a16="http://schemas.microsoft.com/office/drawing/2014/main" id="{C6CE8E25-A369-2CF6-C591-A3EB6DC218B2}"/>
                </a:ext>
              </a:extLst>
            </p:cNvPr>
            <p:cNvSpPr/>
            <p:nvPr/>
          </p:nvSpPr>
          <p:spPr>
            <a:xfrm>
              <a:off x="5759042" y="2524521"/>
              <a:ext cx="180000" cy="180000"/>
            </a:xfrm>
            <a:prstGeom prst="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04" name="矩形 203">
              <a:extLst>
                <a:ext uri="{FF2B5EF4-FFF2-40B4-BE49-F238E27FC236}">
                  <a16:creationId xmlns:a16="http://schemas.microsoft.com/office/drawing/2014/main" id="{2F2347B2-0E2B-845C-D44D-C1199D2A7D76}"/>
                </a:ext>
              </a:extLst>
            </p:cNvPr>
            <p:cNvSpPr/>
            <p:nvPr/>
          </p:nvSpPr>
          <p:spPr>
            <a:xfrm>
              <a:off x="5765194" y="2821730"/>
              <a:ext cx="180000" cy="180000"/>
            </a:xfrm>
            <a:prstGeom prst="rect">
              <a:avLst/>
            </a:prstGeom>
            <a:solidFill>
              <a:schemeClr val="accent2">
                <a:lumMod val="40000"/>
                <a:lumOff val="60000"/>
              </a:schemeClr>
            </a:solidFill>
            <a:ln>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205" name="图形 204">
              <a:extLst>
                <a:ext uri="{FF2B5EF4-FFF2-40B4-BE49-F238E27FC236}">
                  <a16:creationId xmlns:a16="http://schemas.microsoft.com/office/drawing/2014/main" id="{3D960A27-C1D8-CDD0-4D15-38E79916259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6200000">
              <a:off x="5597608" y="1923210"/>
              <a:ext cx="502868" cy="188576"/>
            </a:xfrm>
            <a:prstGeom prst="rect">
              <a:avLst/>
            </a:prstGeom>
          </p:spPr>
        </p:pic>
      </p:grpSp>
      <p:sp>
        <p:nvSpPr>
          <p:cNvPr id="206" name="acpd-panel">
            <a:extLst>
              <a:ext uri="{FF2B5EF4-FFF2-40B4-BE49-F238E27FC236}">
                <a16:creationId xmlns:a16="http://schemas.microsoft.com/office/drawing/2014/main" id="{71FBC85C-A525-ECC4-0A91-DAA559465082}"/>
              </a:ext>
            </a:extLst>
          </p:cNvPr>
          <p:cNvSpPr>
            <a:spLocks noGrp="1"/>
          </p:cNvSpPr>
          <p:nvPr/>
        </p:nvSpPr>
        <p:spPr>
          <a:xfrm>
            <a:off x="6099068" y="4080381"/>
            <a:ext cx="1643844" cy="2156279"/>
          </a:xfrm>
          <a:prstGeom prst="roundRect">
            <a:avLst>
              <a:gd name="adj" fmla="val 22044"/>
            </a:avLst>
          </a:prstGeom>
          <a:solidFill>
            <a:schemeClr val="bg1"/>
          </a:solidFill>
          <a:ln w="38100">
            <a:solidFill>
              <a:srgbClr val="FE5512"/>
            </a:solidFill>
            <a:prstDash val="solid"/>
          </a:ln>
        </p:spPr>
        <p:txBody>
          <a:bodyPr/>
          <a:lstStyle/>
          <a:p>
            <a:endParaRPr lang="zh-CN" altLang="en-US">
              <a:solidFill>
                <a:schemeClr val="accent1">
                  <a:lumMod val="60000"/>
                  <a:lumOff val="40000"/>
                </a:schemeClr>
              </a:solidFill>
            </a:endParaRPr>
          </a:p>
        </p:txBody>
      </p:sp>
      <p:sp>
        <p:nvSpPr>
          <p:cNvPr id="207" name="文本框 206">
            <a:extLst>
              <a:ext uri="{FF2B5EF4-FFF2-40B4-BE49-F238E27FC236}">
                <a16:creationId xmlns:a16="http://schemas.microsoft.com/office/drawing/2014/main" id="{BEBFFC72-F66A-C9EE-5F95-3A998E9339A0}"/>
              </a:ext>
            </a:extLst>
          </p:cNvPr>
          <p:cNvSpPr txBox="1"/>
          <p:nvPr/>
        </p:nvSpPr>
        <p:spPr>
          <a:xfrm>
            <a:off x="6090206" y="4138207"/>
            <a:ext cx="1643844" cy="369332"/>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Action</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Head</a:t>
            </a:r>
            <a:endParaRPr kumimoji="1" lang="zh-CN" altLang="en-US">
              <a:latin typeface="Arial" panose="020B0604020202020204" pitchFamily="34" charset="0"/>
              <a:cs typeface="Arial" panose="020B0604020202020204" pitchFamily="34" charset="0"/>
            </a:endParaRPr>
          </a:p>
        </p:txBody>
      </p:sp>
      <p:grpSp>
        <p:nvGrpSpPr>
          <p:cNvPr id="208" name="组合 207">
            <a:extLst>
              <a:ext uri="{FF2B5EF4-FFF2-40B4-BE49-F238E27FC236}">
                <a16:creationId xmlns:a16="http://schemas.microsoft.com/office/drawing/2014/main" id="{011FD1D7-FA35-0D21-738A-875DEC6BD590}"/>
              </a:ext>
            </a:extLst>
          </p:cNvPr>
          <p:cNvGrpSpPr/>
          <p:nvPr/>
        </p:nvGrpSpPr>
        <p:grpSpPr>
          <a:xfrm>
            <a:off x="6244062" y="4598560"/>
            <a:ext cx="1304622" cy="180000"/>
            <a:chOff x="6232281" y="1494639"/>
            <a:chExt cx="1304622" cy="180000"/>
          </a:xfrm>
          <a:solidFill>
            <a:schemeClr val="accent2">
              <a:lumMod val="20000"/>
              <a:lumOff val="80000"/>
            </a:schemeClr>
          </a:solidFill>
        </p:grpSpPr>
        <p:sp>
          <p:nvSpPr>
            <p:cNvPr id="209" name="矩形 208">
              <a:extLst>
                <a:ext uri="{FF2B5EF4-FFF2-40B4-BE49-F238E27FC236}">
                  <a16:creationId xmlns:a16="http://schemas.microsoft.com/office/drawing/2014/main" id="{5CC726B3-906A-3276-0913-11EF88626798}"/>
                </a:ext>
              </a:extLst>
            </p:cNvPr>
            <p:cNvSpPr/>
            <p:nvPr/>
          </p:nvSpPr>
          <p:spPr>
            <a:xfrm rot="16200000">
              <a:off x="623228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10" name="矩形 209">
              <a:extLst>
                <a:ext uri="{FF2B5EF4-FFF2-40B4-BE49-F238E27FC236}">
                  <a16:creationId xmlns:a16="http://schemas.microsoft.com/office/drawing/2014/main" id="{82877754-179E-C602-DAD4-0843512DB105}"/>
                </a:ext>
              </a:extLst>
            </p:cNvPr>
            <p:cNvSpPr/>
            <p:nvPr/>
          </p:nvSpPr>
          <p:spPr>
            <a:xfrm rot="16200000">
              <a:off x="650948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11" name="矩形 210">
              <a:extLst>
                <a:ext uri="{FF2B5EF4-FFF2-40B4-BE49-F238E27FC236}">
                  <a16:creationId xmlns:a16="http://schemas.microsoft.com/office/drawing/2014/main" id="{58CBEF53-C2FE-335F-9AFF-3C80D0E51804}"/>
                </a:ext>
              </a:extLst>
            </p:cNvPr>
            <p:cNvSpPr/>
            <p:nvPr/>
          </p:nvSpPr>
          <p:spPr>
            <a:xfrm rot="16200000">
              <a:off x="678668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12" name="矩形 211">
              <a:extLst>
                <a:ext uri="{FF2B5EF4-FFF2-40B4-BE49-F238E27FC236}">
                  <a16:creationId xmlns:a16="http://schemas.microsoft.com/office/drawing/2014/main" id="{C62867B0-66C0-9EC0-EB6C-1B37D823536B}"/>
                </a:ext>
              </a:extLst>
            </p:cNvPr>
            <p:cNvSpPr/>
            <p:nvPr/>
          </p:nvSpPr>
          <p:spPr>
            <a:xfrm rot="16200000">
              <a:off x="707654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13" name="矩形 212">
              <a:extLst>
                <a:ext uri="{FF2B5EF4-FFF2-40B4-BE49-F238E27FC236}">
                  <a16:creationId xmlns:a16="http://schemas.microsoft.com/office/drawing/2014/main" id="{2640CD4D-2AE3-8F6F-FAD7-4BB3E7BB9A87}"/>
                </a:ext>
              </a:extLst>
            </p:cNvPr>
            <p:cNvSpPr/>
            <p:nvPr/>
          </p:nvSpPr>
          <p:spPr>
            <a:xfrm rot="16200000">
              <a:off x="7356903"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pic>
        <p:nvPicPr>
          <p:cNvPr id="214" name="图形 213">
            <a:extLst>
              <a:ext uri="{FF2B5EF4-FFF2-40B4-BE49-F238E27FC236}">
                <a16:creationId xmlns:a16="http://schemas.microsoft.com/office/drawing/2014/main" id="{B58FE8D8-F0D1-04FF-A5D2-C016C190282E}"/>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0800000">
            <a:off x="6645319" y="5561769"/>
            <a:ext cx="502868" cy="188576"/>
          </a:xfrm>
          <a:prstGeom prst="rect">
            <a:avLst/>
          </a:prstGeom>
        </p:spPr>
      </p:pic>
      <p:grpSp>
        <p:nvGrpSpPr>
          <p:cNvPr id="215" name="组合 214">
            <a:extLst>
              <a:ext uri="{FF2B5EF4-FFF2-40B4-BE49-F238E27FC236}">
                <a16:creationId xmlns:a16="http://schemas.microsoft.com/office/drawing/2014/main" id="{9D1E0BB5-4C08-7CB1-200C-481360FE3602}"/>
              </a:ext>
            </a:extLst>
          </p:cNvPr>
          <p:cNvGrpSpPr/>
          <p:nvPr/>
        </p:nvGrpSpPr>
        <p:grpSpPr>
          <a:xfrm>
            <a:off x="6236151" y="4963865"/>
            <a:ext cx="1304622" cy="180000"/>
            <a:chOff x="6232281" y="1494639"/>
            <a:chExt cx="1304622" cy="180000"/>
          </a:xfrm>
          <a:solidFill>
            <a:schemeClr val="accent2">
              <a:lumMod val="20000"/>
              <a:lumOff val="80000"/>
            </a:schemeClr>
          </a:solidFill>
        </p:grpSpPr>
        <p:sp>
          <p:nvSpPr>
            <p:cNvPr id="216" name="矩形 215">
              <a:extLst>
                <a:ext uri="{FF2B5EF4-FFF2-40B4-BE49-F238E27FC236}">
                  <a16:creationId xmlns:a16="http://schemas.microsoft.com/office/drawing/2014/main" id="{5FBA146F-C4CE-8995-5D6C-3A09861B3485}"/>
                </a:ext>
              </a:extLst>
            </p:cNvPr>
            <p:cNvSpPr/>
            <p:nvPr/>
          </p:nvSpPr>
          <p:spPr>
            <a:xfrm rot="16200000">
              <a:off x="6232281"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17" name="矩形 216">
              <a:extLst>
                <a:ext uri="{FF2B5EF4-FFF2-40B4-BE49-F238E27FC236}">
                  <a16:creationId xmlns:a16="http://schemas.microsoft.com/office/drawing/2014/main" id="{AD96BDAD-82A3-CD89-F697-53649615B554}"/>
                </a:ext>
              </a:extLst>
            </p:cNvPr>
            <p:cNvSpPr/>
            <p:nvPr/>
          </p:nvSpPr>
          <p:spPr>
            <a:xfrm rot="16200000">
              <a:off x="6509481"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18" name="矩形 217">
              <a:extLst>
                <a:ext uri="{FF2B5EF4-FFF2-40B4-BE49-F238E27FC236}">
                  <a16:creationId xmlns:a16="http://schemas.microsoft.com/office/drawing/2014/main" id="{EA80D3A3-BB5C-C0E6-EB52-5F995A16109A}"/>
                </a:ext>
              </a:extLst>
            </p:cNvPr>
            <p:cNvSpPr/>
            <p:nvPr/>
          </p:nvSpPr>
          <p:spPr>
            <a:xfrm rot="16200000">
              <a:off x="6786681"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19" name="矩形 218">
              <a:extLst>
                <a:ext uri="{FF2B5EF4-FFF2-40B4-BE49-F238E27FC236}">
                  <a16:creationId xmlns:a16="http://schemas.microsoft.com/office/drawing/2014/main" id="{F591D17F-A476-9DA3-CB7F-2ECA1DA44895}"/>
                </a:ext>
              </a:extLst>
            </p:cNvPr>
            <p:cNvSpPr/>
            <p:nvPr/>
          </p:nvSpPr>
          <p:spPr>
            <a:xfrm rot="16200000">
              <a:off x="7076541"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20" name="矩形 219">
              <a:extLst>
                <a:ext uri="{FF2B5EF4-FFF2-40B4-BE49-F238E27FC236}">
                  <a16:creationId xmlns:a16="http://schemas.microsoft.com/office/drawing/2014/main" id="{1264A1E0-4E42-906A-AE64-0FD0B078B37B}"/>
                </a:ext>
              </a:extLst>
            </p:cNvPr>
            <p:cNvSpPr/>
            <p:nvPr/>
          </p:nvSpPr>
          <p:spPr>
            <a:xfrm rot="16200000">
              <a:off x="7356903"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grpSp>
        <p:nvGrpSpPr>
          <p:cNvPr id="221" name="组合 220">
            <a:extLst>
              <a:ext uri="{FF2B5EF4-FFF2-40B4-BE49-F238E27FC236}">
                <a16:creationId xmlns:a16="http://schemas.microsoft.com/office/drawing/2014/main" id="{6729CCF2-0517-DC65-7A58-3A11EA1454A5}"/>
              </a:ext>
            </a:extLst>
          </p:cNvPr>
          <p:cNvGrpSpPr/>
          <p:nvPr/>
        </p:nvGrpSpPr>
        <p:grpSpPr>
          <a:xfrm>
            <a:off x="6235339" y="5309110"/>
            <a:ext cx="1304622" cy="180000"/>
            <a:chOff x="6232281" y="1494639"/>
            <a:chExt cx="1304622" cy="180000"/>
          </a:xfrm>
          <a:solidFill>
            <a:schemeClr val="accent2">
              <a:lumMod val="20000"/>
              <a:lumOff val="80000"/>
            </a:schemeClr>
          </a:solidFill>
        </p:grpSpPr>
        <p:sp>
          <p:nvSpPr>
            <p:cNvPr id="222" name="矩形 221">
              <a:extLst>
                <a:ext uri="{FF2B5EF4-FFF2-40B4-BE49-F238E27FC236}">
                  <a16:creationId xmlns:a16="http://schemas.microsoft.com/office/drawing/2014/main" id="{8A5C1305-2065-06BC-F883-B6FF38A44F04}"/>
                </a:ext>
              </a:extLst>
            </p:cNvPr>
            <p:cNvSpPr/>
            <p:nvPr/>
          </p:nvSpPr>
          <p:spPr>
            <a:xfrm rot="16200000">
              <a:off x="623228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23" name="矩形 222">
              <a:extLst>
                <a:ext uri="{FF2B5EF4-FFF2-40B4-BE49-F238E27FC236}">
                  <a16:creationId xmlns:a16="http://schemas.microsoft.com/office/drawing/2014/main" id="{F4FB5B34-60DE-8D3B-FDCD-337245F08949}"/>
                </a:ext>
              </a:extLst>
            </p:cNvPr>
            <p:cNvSpPr/>
            <p:nvPr/>
          </p:nvSpPr>
          <p:spPr>
            <a:xfrm rot="16200000">
              <a:off x="650948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24" name="矩形 223">
              <a:extLst>
                <a:ext uri="{FF2B5EF4-FFF2-40B4-BE49-F238E27FC236}">
                  <a16:creationId xmlns:a16="http://schemas.microsoft.com/office/drawing/2014/main" id="{C2C51EF2-63DB-587E-9BEA-3CD61E6E4AC7}"/>
                </a:ext>
              </a:extLst>
            </p:cNvPr>
            <p:cNvSpPr/>
            <p:nvPr/>
          </p:nvSpPr>
          <p:spPr>
            <a:xfrm rot="16200000">
              <a:off x="678668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25" name="矩形 224">
              <a:extLst>
                <a:ext uri="{FF2B5EF4-FFF2-40B4-BE49-F238E27FC236}">
                  <a16:creationId xmlns:a16="http://schemas.microsoft.com/office/drawing/2014/main" id="{DB02556F-C2F0-3331-465B-7E637DBE8733}"/>
                </a:ext>
              </a:extLst>
            </p:cNvPr>
            <p:cNvSpPr/>
            <p:nvPr/>
          </p:nvSpPr>
          <p:spPr>
            <a:xfrm rot="16200000">
              <a:off x="707654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26" name="矩形 225">
              <a:extLst>
                <a:ext uri="{FF2B5EF4-FFF2-40B4-BE49-F238E27FC236}">
                  <a16:creationId xmlns:a16="http://schemas.microsoft.com/office/drawing/2014/main" id="{624B37E0-04E7-6043-1258-8281929EB361}"/>
                </a:ext>
              </a:extLst>
            </p:cNvPr>
            <p:cNvSpPr/>
            <p:nvPr/>
          </p:nvSpPr>
          <p:spPr>
            <a:xfrm rot="16200000">
              <a:off x="7356903"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grpSp>
        <p:nvGrpSpPr>
          <p:cNvPr id="227" name="组合 226">
            <a:extLst>
              <a:ext uri="{FF2B5EF4-FFF2-40B4-BE49-F238E27FC236}">
                <a16:creationId xmlns:a16="http://schemas.microsoft.com/office/drawing/2014/main" id="{5B9456F4-6F79-92F4-A6CC-0EB619428692}"/>
              </a:ext>
            </a:extLst>
          </p:cNvPr>
          <p:cNvGrpSpPr/>
          <p:nvPr/>
        </p:nvGrpSpPr>
        <p:grpSpPr>
          <a:xfrm>
            <a:off x="6254846" y="5808118"/>
            <a:ext cx="1304622" cy="180000"/>
            <a:chOff x="6232281" y="1494639"/>
            <a:chExt cx="1304622" cy="180000"/>
          </a:xfrm>
          <a:solidFill>
            <a:schemeClr val="accent2">
              <a:lumMod val="20000"/>
              <a:lumOff val="80000"/>
            </a:schemeClr>
          </a:solidFill>
        </p:grpSpPr>
        <p:sp>
          <p:nvSpPr>
            <p:cNvPr id="228" name="矩形 227">
              <a:extLst>
                <a:ext uri="{FF2B5EF4-FFF2-40B4-BE49-F238E27FC236}">
                  <a16:creationId xmlns:a16="http://schemas.microsoft.com/office/drawing/2014/main" id="{423A1D32-9BD6-9365-EDF2-C48638408E87}"/>
                </a:ext>
              </a:extLst>
            </p:cNvPr>
            <p:cNvSpPr/>
            <p:nvPr/>
          </p:nvSpPr>
          <p:spPr>
            <a:xfrm rot="16200000">
              <a:off x="623228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29" name="矩形 228">
              <a:extLst>
                <a:ext uri="{FF2B5EF4-FFF2-40B4-BE49-F238E27FC236}">
                  <a16:creationId xmlns:a16="http://schemas.microsoft.com/office/drawing/2014/main" id="{79988BB9-C488-47CF-21B4-2226BCAD618D}"/>
                </a:ext>
              </a:extLst>
            </p:cNvPr>
            <p:cNvSpPr/>
            <p:nvPr/>
          </p:nvSpPr>
          <p:spPr>
            <a:xfrm rot="16200000">
              <a:off x="650948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30" name="矩形 229">
              <a:extLst>
                <a:ext uri="{FF2B5EF4-FFF2-40B4-BE49-F238E27FC236}">
                  <a16:creationId xmlns:a16="http://schemas.microsoft.com/office/drawing/2014/main" id="{202B7E4F-AFDE-16FB-361D-09FDFFF365A8}"/>
                </a:ext>
              </a:extLst>
            </p:cNvPr>
            <p:cNvSpPr/>
            <p:nvPr/>
          </p:nvSpPr>
          <p:spPr>
            <a:xfrm rot="16200000">
              <a:off x="678668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31" name="矩形 230">
              <a:extLst>
                <a:ext uri="{FF2B5EF4-FFF2-40B4-BE49-F238E27FC236}">
                  <a16:creationId xmlns:a16="http://schemas.microsoft.com/office/drawing/2014/main" id="{2E50F403-6A97-11B2-99E2-82DDAFF2F25A}"/>
                </a:ext>
              </a:extLst>
            </p:cNvPr>
            <p:cNvSpPr/>
            <p:nvPr/>
          </p:nvSpPr>
          <p:spPr>
            <a:xfrm rot="16200000">
              <a:off x="7076541"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32" name="矩形 231">
              <a:extLst>
                <a:ext uri="{FF2B5EF4-FFF2-40B4-BE49-F238E27FC236}">
                  <a16:creationId xmlns:a16="http://schemas.microsoft.com/office/drawing/2014/main" id="{8F61A8F9-FDC0-3340-D29F-C00B4E185880}"/>
                </a:ext>
              </a:extLst>
            </p:cNvPr>
            <p:cNvSpPr/>
            <p:nvPr/>
          </p:nvSpPr>
          <p:spPr>
            <a:xfrm rot="16200000">
              <a:off x="7356903" y="1494639"/>
              <a:ext cx="180000" cy="180000"/>
            </a:xfrm>
            <a:prstGeom prst="rect">
              <a:avLst/>
            </a:prstGeom>
            <a:grpFill/>
            <a:ln>
              <a:solidFill>
                <a:schemeClr val="accent2">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233" name="文本框 232">
            <a:extLst>
              <a:ext uri="{FF2B5EF4-FFF2-40B4-BE49-F238E27FC236}">
                <a16:creationId xmlns:a16="http://schemas.microsoft.com/office/drawing/2014/main" id="{01F8BB33-3EAC-C784-843A-545D55607111}"/>
              </a:ext>
            </a:extLst>
          </p:cNvPr>
          <p:cNvSpPr txBox="1"/>
          <p:nvPr/>
        </p:nvSpPr>
        <p:spPr>
          <a:xfrm>
            <a:off x="2172345" y="5538480"/>
            <a:ext cx="1877908" cy="646331"/>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Language/</a:t>
            </a:r>
          </a:p>
          <a:p>
            <a:pPr algn="ctr"/>
            <a:r>
              <a:rPr kumimoji="1" lang="en-US" altLang="zh-CN">
                <a:latin typeface="Arial" panose="020B0604020202020204" pitchFamily="34" charset="0"/>
                <a:cs typeface="Arial" panose="020B0604020202020204" pitchFamily="34" charset="0"/>
              </a:rPr>
              <a:t>State</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Encoder</a:t>
            </a:r>
            <a:endParaRPr kumimoji="1" lang="zh-CN" altLang="en-US">
              <a:latin typeface="Arial" panose="020B0604020202020204" pitchFamily="34" charset="0"/>
              <a:cs typeface="Arial" panose="020B0604020202020204" pitchFamily="34" charset="0"/>
            </a:endParaRPr>
          </a:p>
        </p:txBody>
      </p:sp>
      <p:sp>
        <p:nvSpPr>
          <p:cNvPr id="234" name="acpd-panel">
            <a:extLst>
              <a:ext uri="{FF2B5EF4-FFF2-40B4-BE49-F238E27FC236}">
                <a16:creationId xmlns:a16="http://schemas.microsoft.com/office/drawing/2014/main" id="{E2401913-9D3F-C290-2D0C-EA49627D0E01}"/>
              </a:ext>
            </a:extLst>
          </p:cNvPr>
          <p:cNvSpPr>
            <a:spLocks noGrp="1"/>
          </p:cNvSpPr>
          <p:nvPr/>
        </p:nvSpPr>
        <p:spPr>
          <a:xfrm>
            <a:off x="134226" y="6430338"/>
            <a:ext cx="14127679" cy="2110422"/>
          </a:xfrm>
          <a:prstGeom prst="roundRect">
            <a:avLst>
              <a:gd name="adj" fmla="val 1813"/>
            </a:avLst>
          </a:prstGeom>
          <a:noFill/>
          <a:ln w="28575">
            <a:solidFill>
              <a:srgbClr val="3F0594">
                <a:alpha val="40000"/>
              </a:srgbClr>
            </a:solidFill>
            <a:prstDash val="solid"/>
          </a:ln>
        </p:spPr>
        <p:txBody>
          <a:bodyPr/>
          <a:lstStyle/>
          <a:p>
            <a:endParaRPr lang="zh-CN" altLang="en-US">
              <a:solidFill>
                <a:schemeClr val="accent5">
                  <a:lumMod val="40000"/>
                  <a:lumOff val="60000"/>
                </a:schemeClr>
              </a:solidFill>
            </a:endParaRPr>
          </a:p>
        </p:txBody>
      </p:sp>
      <p:sp>
        <p:nvSpPr>
          <p:cNvPr id="235" name="矩形 234">
            <a:extLst>
              <a:ext uri="{FF2B5EF4-FFF2-40B4-BE49-F238E27FC236}">
                <a16:creationId xmlns:a16="http://schemas.microsoft.com/office/drawing/2014/main" id="{9A6CE979-51D1-EB40-992F-5C21CA489376}"/>
              </a:ext>
            </a:extLst>
          </p:cNvPr>
          <p:cNvSpPr/>
          <p:nvPr/>
        </p:nvSpPr>
        <p:spPr>
          <a:xfrm>
            <a:off x="8156568" y="5877292"/>
            <a:ext cx="6080713" cy="1159845"/>
          </a:xfrm>
          <a:prstGeom prst="rect">
            <a:avLst/>
          </a:prstGeom>
          <a:solidFill>
            <a:schemeClr val="bg1"/>
          </a:solidFill>
          <a:ln>
            <a:solidFill>
              <a:schemeClr val="bg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cxnSp>
        <p:nvCxnSpPr>
          <p:cNvPr id="238" name="直线连接符 237">
            <a:extLst>
              <a:ext uri="{FF2B5EF4-FFF2-40B4-BE49-F238E27FC236}">
                <a16:creationId xmlns:a16="http://schemas.microsoft.com/office/drawing/2014/main" id="{AFBAF905-A842-7593-7FC5-F9FC007C9B17}"/>
              </a:ext>
            </a:extLst>
          </p:cNvPr>
          <p:cNvCxnSpPr>
            <a:cxnSpLocks/>
          </p:cNvCxnSpPr>
          <p:nvPr/>
        </p:nvCxnSpPr>
        <p:spPr>
          <a:xfrm>
            <a:off x="8161284" y="5845627"/>
            <a:ext cx="1" cy="579923"/>
          </a:xfrm>
          <a:prstGeom prst="line">
            <a:avLst/>
          </a:prstGeom>
          <a:ln w="28575">
            <a:solidFill>
              <a:srgbClr val="39009E">
                <a:alpha val="40000"/>
              </a:srgbClr>
            </a:solidFill>
          </a:ln>
        </p:spPr>
        <p:style>
          <a:lnRef idx="1">
            <a:schemeClr val="accent1"/>
          </a:lnRef>
          <a:fillRef idx="0">
            <a:schemeClr val="accent1"/>
          </a:fillRef>
          <a:effectRef idx="0">
            <a:schemeClr val="accent1"/>
          </a:effectRef>
          <a:fontRef idx="minor">
            <a:schemeClr val="tx1"/>
          </a:fontRef>
        </p:style>
      </p:cxnSp>
      <p:sp>
        <p:nvSpPr>
          <p:cNvPr id="239" name="acpd-panel">
            <a:extLst>
              <a:ext uri="{FF2B5EF4-FFF2-40B4-BE49-F238E27FC236}">
                <a16:creationId xmlns:a16="http://schemas.microsoft.com/office/drawing/2014/main" id="{989E1EAA-6051-48D1-9779-82F4AD764BCB}"/>
              </a:ext>
            </a:extLst>
          </p:cNvPr>
          <p:cNvSpPr>
            <a:spLocks noGrp="1"/>
          </p:cNvSpPr>
          <p:nvPr/>
        </p:nvSpPr>
        <p:spPr>
          <a:xfrm>
            <a:off x="8441312" y="5179694"/>
            <a:ext cx="2629454" cy="1155199"/>
          </a:xfrm>
          <a:prstGeom prst="roundRect">
            <a:avLst>
              <a:gd name="adj" fmla="val 22044"/>
            </a:avLst>
          </a:prstGeom>
          <a:solidFill>
            <a:schemeClr val="bg1"/>
          </a:solidFill>
          <a:ln w="38100">
            <a:solidFill>
              <a:srgbClr val="FE5512">
                <a:alpha val="39642"/>
              </a:srgbClr>
            </a:solidFill>
            <a:prstDash val="solid"/>
          </a:ln>
        </p:spPr>
        <p:txBody>
          <a:bodyPr/>
          <a:lstStyle/>
          <a:p>
            <a:endParaRPr lang="zh-CN" altLang="en-US">
              <a:solidFill>
                <a:schemeClr val="accent1">
                  <a:lumMod val="60000"/>
                  <a:lumOff val="40000"/>
                </a:schemeClr>
              </a:solidFill>
            </a:endParaRPr>
          </a:p>
        </p:txBody>
      </p:sp>
      <p:grpSp>
        <p:nvGrpSpPr>
          <p:cNvPr id="240" name="组合 239">
            <a:extLst>
              <a:ext uri="{FF2B5EF4-FFF2-40B4-BE49-F238E27FC236}">
                <a16:creationId xmlns:a16="http://schemas.microsoft.com/office/drawing/2014/main" id="{6A132A83-29D2-5DA5-6C62-E6F8FD8FC057}"/>
              </a:ext>
            </a:extLst>
          </p:cNvPr>
          <p:cNvGrpSpPr>
            <a:grpSpLocks noChangeAspect="1"/>
          </p:cNvGrpSpPr>
          <p:nvPr/>
        </p:nvGrpSpPr>
        <p:grpSpPr>
          <a:xfrm>
            <a:off x="8703739" y="5904988"/>
            <a:ext cx="2072283" cy="285915"/>
            <a:chOff x="6232281" y="1494639"/>
            <a:chExt cx="1304622" cy="180000"/>
          </a:xfrm>
          <a:solidFill>
            <a:schemeClr val="accent2">
              <a:lumMod val="20000"/>
              <a:lumOff val="80000"/>
            </a:schemeClr>
          </a:solidFill>
        </p:grpSpPr>
        <p:sp>
          <p:nvSpPr>
            <p:cNvPr id="241" name="矩形 240">
              <a:extLst>
                <a:ext uri="{FF2B5EF4-FFF2-40B4-BE49-F238E27FC236}">
                  <a16:creationId xmlns:a16="http://schemas.microsoft.com/office/drawing/2014/main" id="{A60A4B68-4583-7B8B-F7FE-82FD11CB1C17}"/>
                </a:ext>
              </a:extLst>
            </p:cNvPr>
            <p:cNvSpPr/>
            <p:nvPr/>
          </p:nvSpPr>
          <p:spPr>
            <a:xfrm rot="16200000">
              <a:off x="6232281"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42" name="矩形 241">
              <a:extLst>
                <a:ext uri="{FF2B5EF4-FFF2-40B4-BE49-F238E27FC236}">
                  <a16:creationId xmlns:a16="http://schemas.microsoft.com/office/drawing/2014/main" id="{02E41B27-9C40-E962-4737-9BB973B97EBF}"/>
                </a:ext>
              </a:extLst>
            </p:cNvPr>
            <p:cNvSpPr/>
            <p:nvPr/>
          </p:nvSpPr>
          <p:spPr>
            <a:xfrm rot="16200000">
              <a:off x="6509481"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43" name="矩形 242">
              <a:extLst>
                <a:ext uri="{FF2B5EF4-FFF2-40B4-BE49-F238E27FC236}">
                  <a16:creationId xmlns:a16="http://schemas.microsoft.com/office/drawing/2014/main" id="{5859A910-6E34-247C-C505-183D5DB64325}"/>
                </a:ext>
              </a:extLst>
            </p:cNvPr>
            <p:cNvSpPr/>
            <p:nvPr/>
          </p:nvSpPr>
          <p:spPr>
            <a:xfrm rot="16200000">
              <a:off x="6786681"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44" name="矩形 243">
              <a:extLst>
                <a:ext uri="{FF2B5EF4-FFF2-40B4-BE49-F238E27FC236}">
                  <a16:creationId xmlns:a16="http://schemas.microsoft.com/office/drawing/2014/main" id="{0BC78F4D-515D-1DDB-8BBB-3D5CB81BC38C}"/>
                </a:ext>
              </a:extLst>
            </p:cNvPr>
            <p:cNvSpPr/>
            <p:nvPr/>
          </p:nvSpPr>
          <p:spPr>
            <a:xfrm rot="16200000">
              <a:off x="7076541"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45" name="矩形 244">
              <a:extLst>
                <a:ext uri="{FF2B5EF4-FFF2-40B4-BE49-F238E27FC236}">
                  <a16:creationId xmlns:a16="http://schemas.microsoft.com/office/drawing/2014/main" id="{EBD96D45-0155-9C4B-D735-06958C8461A9}"/>
                </a:ext>
              </a:extLst>
            </p:cNvPr>
            <p:cNvSpPr/>
            <p:nvPr/>
          </p:nvSpPr>
          <p:spPr>
            <a:xfrm rot="16200000">
              <a:off x="7356903" y="1494639"/>
              <a:ext cx="180000" cy="180000"/>
            </a:xfrm>
            <a:prstGeom prst="rect">
              <a:avLst/>
            </a:prstGeom>
            <a:grpFill/>
            <a:ln w="28575">
              <a:solidFill>
                <a:srgbClr val="FE551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246" name="文本框 245">
            <a:extLst>
              <a:ext uri="{FF2B5EF4-FFF2-40B4-BE49-F238E27FC236}">
                <a16:creationId xmlns:a16="http://schemas.microsoft.com/office/drawing/2014/main" id="{33A69B76-71EB-F6E0-5AD5-B08DA795CD1E}"/>
              </a:ext>
            </a:extLst>
          </p:cNvPr>
          <p:cNvSpPr txBox="1"/>
          <p:nvPr/>
        </p:nvSpPr>
        <p:spPr>
          <a:xfrm>
            <a:off x="8503811" y="5258657"/>
            <a:ext cx="2457774" cy="369332"/>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Student</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Hidden</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State</a:t>
            </a:r>
            <a:endParaRPr kumimoji="1" lang="zh-CN" altLang="en-US">
              <a:latin typeface="Arial" panose="020B0604020202020204" pitchFamily="34" charset="0"/>
              <a:cs typeface="Arial" panose="020B0604020202020204" pitchFamily="34" charset="0"/>
            </a:endParaRPr>
          </a:p>
        </p:txBody>
      </p:sp>
      <p:sp>
        <p:nvSpPr>
          <p:cNvPr id="247" name="acpd-panel">
            <a:extLst>
              <a:ext uri="{FF2B5EF4-FFF2-40B4-BE49-F238E27FC236}">
                <a16:creationId xmlns:a16="http://schemas.microsoft.com/office/drawing/2014/main" id="{9B94B59E-D231-5490-9C0E-ABDEF5E0BB1A}"/>
              </a:ext>
            </a:extLst>
          </p:cNvPr>
          <p:cNvSpPr>
            <a:spLocks noGrp="1"/>
          </p:cNvSpPr>
          <p:nvPr/>
        </p:nvSpPr>
        <p:spPr>
          <a:xfrm>
            <a:off x="8409685" y="875742"/>
            <a:ext cx="5681871" cy="2143862"/>
          </a:xfrm>
          <a:prstGeom prst="roundRect">
            <a:avLst>
              <a:gd name="adj" fmla="val 7816"/>
            </a:avLst>
          </a:prstGeom>
          <a:solidFill>
            <a:srgbClr val="7030A0">
              <a:alpha val="18497"/>
            </a:srgbClr>
          </a:solidFill>
          <a:ln w="38100">
            <a:solidFill>
              <a:srgbClr val="39009E">
                <a:alpha val="40458"/>
              </a:srgbClr>
            </a:solidFill>
            <a:prstDash val="solid"/>
          </a:ln>
        </p:spPr>
        <p:txBody>
          <a:bodyPr/>
          <a:lstStyle/>
          <a:p>
            <a:endParaRPr lang="zh-CN" altLang="en-US">
              <a:solidFill>
                <a:schemeClr val="accent5">
                  <a:lumMod val="40000"/>
                  <a:lumOff val="60000"/>
                </a:schemeClr>
              </a:solidFill>
            </a:endParaRPr>
          </a:p>
        </p:txBody>
      </p:sp>
      <p:sp>
        <p:nvSpPr>
          <p:cNvPr id="248" name="文本框 247">
            <a:extLst>
              <a:ext uri="{FF2B5EF4-FFF2-40B4-BE49-F238E27FC236}">
                <a16:creationId xmlns:a16="http://schemas.microsoft.com/office/drawing/2014/main" id="{BE951CF1-70CA-CDC4-4E1E-B621818793FB}"/>
              </a:ext>
            </a:extLst>
          </p:cNvPr>
          <p:cNvSpPr txBox="1"/>
          <p:nvPr/>
        </p:nvSpPr>
        <p:spPr>
          <a:xfrm>
            <a:off x="11646572" y="1570098"/>
            <a:ext cx="3292334" cy="707886"/>
          </a:xfrm>
          <a:prstGeom prst="rect">
            <a:avLst/>
          </a:prstGeom>
          <a:noFill/>
        </p:spPr>
        <p:txBody>
          <a:bodyPr wrap="square" rtlCol="0">
            <a:spAutoFit/>
          </a:bodyPr>
          <a:lstStyle/>
          <a:p>
            <a:pPr algn="ctr"/>
            <a:r>
              <a:rPr kumimoji="1" lang="en-US" altLang="zh-CN" sz="2000" b="1">
                <a:latin typeface="Arial" panose="020B0604020202020204" pitchFamily="34" charset="0"/>
                <a:cs typeface="Arial" panose="020B0604020202020204" pitchFamily="34" charset="0"/>
              </a:rPr>
              <a:t>Privileged</a:t>
            </a:r>
            <a:r>
              <a:rPr kumimoji="1" lang="zh-CN" altLang="en-US" sz="2000" b="1">
                <a:latin typeface="Arial" panose="020B0604020202020204" pitchFamily="34" charset="0"/>
                <a:cs typeface="Arial" panose="020B0604020202020204" pitchFamily="34" charset="0"/>
              </a:rPr>
              <a:t> </a:t>
            </a:r>
            <a:endParaRPr kumimoji="1" lang="en-US" altLang="zh-CN" sz="2000" b="1">
              <a:latin typeface="Arial" panose="020B0604020202020204" pitchFamily="34" charset="0"/>
              <a:cs typeface="Arial" panose="020B0604020202020204" pitchFamily="34" charset="0"/>
            </a:endParaRPr>
          </a:p>
          <a:p>
            <a:pPr algn="ctr"/>
            <a:r>
              <a:rPr kumimoji="1" lang="en-US" altLang="zh-CN" sz="2000" b="1">
                <a:latin typeface="Arial" panose="020B0604020202020204" pitchFamily="34" charset="0"/>
                <a:cs typeface="Arial" panose="020B0604020202020204" pitchFamily="34" charset="0"/>
              </a:rPr>
              <a:t>Information</a:t>
            </a:r>
            <a:endParaRPr kumimoji="1" lang="zh-CN" altLang="en-US" sz="2000" b="1">
              <a:latin typeface="Arial" panose="020B0604020202020204" pitchFamily="34" charset="0"/>
              <a:cs typeface="Arial" panose="020B0604020202020204" pitchFamily="34" charset="0"/>
            </a:endParaRPr>
          </a:p>
        </p:txBody>
      </p:sp>
      <p:cxnSp>
        <p:nvCxnSpPr>
          <p:cNvPr id="249" name="直线连接符 248">
            <a:extLst>
              <a:ext uri="{FF2B5EF4-FFF2-40B4-BE49-F238E27FC236}">
                <a16:creationId xmlns:a16="http://schemas.microsoft.com/office/drawing/2014/main" id="{DEDDCE25-E5BF-2BAE-4DE8-798E362F6CD9}"/>
              </a:ext>
            </a:extLst>
          </p:cNvPr>
          <p:cNvCxnSpPr>
            <a:cxnSpLocks/>
          </p:cNvCxnSpPr>
          <p:nvPr/>
        </p:nvCxnSpPr>
        <p:spPr>
          <a:xfrm>
            <a:off x="14273254" y="6236660"/>
            <a:ext cx="0" cy="220554"/>
          </a:xfrm>
          <a:prstGeom prst="line">
            <a:avLst/>
          </a:prstGeom>
          <a:ln w="28575">
            <a:solidFill>
              <a:srgbClr val="39009E">
                <a:alpha val="40000"/>
              </a:srgbClr>
            </a:solidFill>
          </a:ln>
        </p:spPr>
        <p:style>
          <a:lnRef idx="1">
            <a:schemeClr val="accent1"/>
          </a:lnRef>
          <a:fillRef idx="0">
            <a:schemeClr val="accent1"/>
          </a:fillRef>
          <a:effectRef idx="0">
            <a:schemeClr val="accent1"/>
          </a:effectRef>
          <a:fontRef idx="minor">
            <a:schemeClr val="tx1"/>
          </a:fontRef>
        </p:style>
      </p:cxnSp>
      <p:sp>
        <p:nvSpPr>
          <p:cNvPr id="271" name="acpd-panel">
            <a:extLst>
              <a:ext uri="{FF2B5EF4-FFF2-40B4-BE49-F238E27FC236}">
                <a16:creationId xmlns:a16="http://schemas.microsoft.com/office/drawing/2014/main" id="{3B123CF9-F38B-AE8A-510F-0CAEB391EF1A}"/>
              </a:ext>
            </a:extLst>
          </p:cNvPr>
          <p:cNvSpPr>
            <a:spLocks noGrp="1"/>
          </p:cNvSpPr>
          <p:nvPr/>
        </p:nvSpPr>
        <p:spPr>
          <a:xfrm>
            <a:off x="8530595" y="1034027"/>
            <a:ext cx="3963329" cy="873750"/>
          </a:xfrm>
          <a:prstGeom prst="roundRect">
            <a:avLst>
              <a:gd name="adj" fmla="val 22044"/>
            </a:avLst>
          </a:prstGeom>
          <a:solidFill>
            <a:schemeClr val="bg1"/>
          </a:solidFill>
          <a:ln w="38100">
            <a:solidFill>
              <a:schemeClr val="tx2">
                <a:lumMod val="75000"/>
                <a:lumOff val="25000"/>
                <a:alpha val="30181"/>
              </a:schemeClr>
            </a:solidFill>
            <a:prstDash val="solid"/>
          </a:ln>
        </p:spPr>
        <p:txBody>
          <a:bodyPr/>
          <a:lstStyle/>
          <a:p>
            <a:endParaRPr lang="zh-CN" altLang="en-US">
              <a:solidFill>
                <a:schemeClr val="accent1">
                  <a:lumMod val="60000"/>
                  <a:lumOff val="40000"/>
                </a:schemeClr>
              </a:solidFill>
            </a:endParaRPr>
          </a:p>
        </p:txBody>
      </p:sp>
      <p:grpSp>
        <p:nvGrpSpPr>
          <p:cNvPr id="270" name="组合 269">
            <a:extLst>
              <a:ext uri="{FF2B5EF4-FFF2-40B4-BE49-F238E27FC236}">
                <a16:creationId xmlns:a16="http://schemas.microsoft.com/office/drawing/2014/main" id="{C4504AD0-7038-6247-81B3-A5151F117E37}"/>
              </a:ext>
            </a:extLst>
          </p:cNvPr>
          <p:cNvGrpSpPr>
            <a:grpSpLocks noChangeAspect="1"/>
          </p:cNvGrpSpPr>
          <p:nvPr/>
        </p:nvGrpSpPr>
        <p:grpSpPr>
          <a:xfrm>
            <a:off x="9455957" y="1509884"/>
            <a:ext cx="2210434" cy="318003"/>
            <a:chOff x="8903964" y="2094125"/>
            <a:chExt cx="1298896" cy="186865"/>
          </a:xfrm>
        </p:grpSpPr>
        <p:sp>
          <p:nvSpPr>
            <p:cNvPr id="257" name="矩形 256">
              <a:extLst>
                <a:ext uri="{FF2B5EF4-FFF2-40B4-BE49-F238E27FC236}">
                  <a16:creationId xmlns:a16="http://schemas.microsoft.com/office/drawing/2014/main" id="{67910A6C-E91E-4EE4-E040-9EBC01148D33}"/>
                </a:ext>
              </a:extLst>
            </p:cNvPr>
            <p:cNvSpPr/>
            <p:nvPr/>
          </p:nvSpPr>
          <p:spPr>
            <a:xfrm>
              <a:off x="8903964" y="2094125"/>
              <a:ext cx="180000" cy="180000"/>
            </a:xfrm>
            <a:prstGeom prst="rect">
              <a:avLst/>
            </a:prstGeom>
            <a:solidFill>
              <a:schemeClr val="tx2">
                <a:lumMod val="50000"/>
                <a:lumOff val="50000"/>
              </a:schemeClr>
            </a:solidFill>
            <a:ln>
              <a:solidFill>
                <a:srgbClr val="1856F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58" name="矩形 257">
              <a:extLst>
                <a:ext uri="{FF2B5EF4-FFF2-40B4-BE49-F238E27FC236}">
                  <a16:creationId xmlns:a16="http://schemas.microsoft.com/office/drawing/2014/main" id="{6FC551D2-DF5C-FB8E-C46A-2242A3F0DEBC}"/>
                </a:ext>
              </a:extLst>
            </p:cNvPr>
            <p:cNvSpPr/>
            <p:nvPr/>
          </p:nvSpPr>
          <p:spPr>
            <a:xfrm>
              <a:off x="9162876" y="2094125"/>
              <a:ext cx="180000" cy="180000"/>
            </a:xfrm>
            <a:prstGeom prst="rect">
              <a:avLst/>
            </a:prstGeom>
            <a:solidFill>
              <a:schemeClr val="tx2">
                <a:lumMod val="50000"/>
                <a:lumOff val="50000"/>
              </a:schemeClr>
            </a:solidFill>
            <a:ln>
              <a:solidFill>
                <a:srgbClr val="1856F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59" name="矩形 258">
              <a:extLst>
                <a:ext uri="{FF2B5EF4-FFF2-40B4-BE49-F238E27FC236}">
                  <a16:creationId xmlns:a16="http://schemas.microsoft.com/office/drawing/2014/main" id="{DBACDC15-33B4-2D9E-2540-3F69E0D57A80}"/>
                </a:ext>
              </a:extLst>
            </p:cNvPr>
            <p:cNvSpPr/>
            <p:nvPr/>
          </p:nvSpPr>
          <p:spPr>
            <a:xfrm>
              <a:off x="9451125" y="2098524"/>
              <a:ext cx="180000" cy="180000"/>
            </a:xfrm>
            <a:prstGeom prst="rect">
              <a:avLst/>
            </a:prstGeom>
            <a:solidFill>
              <a:schemeClr val="tx2">
                <a:lumMod val="50000"/>
                <a:lumOff val="50000"/>
              </a:schemeClr>
            </a:solidFill>
            <a:ln>
              <a:solidFill>
                <a:srgbClr val="1856F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60" name="矩形 259">
              <a:extLst>
                <a:ext uri="{FF2B5EF4-FFF2-40B4-BE49-F238E27FC236}">
                  <a16:creationId xmlns:a16="http://schemas.microsoft.com/office/drawing/2014/main" id="{A14EB592-4CB5-BA0D-E1F5-ADCDFC6D126A}"/>
                </a:ext>
              </a:extLst>
            </p:cNvPr>
            <p:cNvSpPr/>
            <p:nvPr/>
          </p:nvSpPr>
          <p:spPr>
            <a:xfrm>
              <a:off x="9739374" y="2100990"/>
              <a:ext cx="180000" cy="180000"/>
            </a:xfrm>
            <a:prstGeom prst="rect">
              <a:avLst/>
            </a:prstGeom>
            <a:solidFill>
              <a:schemeClr val="tx2">
                <a:lumMod val="50000"/>
                <a:lumOff val="50000"/>
              </a:schemeClr>
            </a:solidFill>
            <a:ln>
              <a:solidFill>
                <a:srgbClr val="1856F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61" name="矩形 260">
              <a:extLst>
                <a:ext uri="{FF2B5EF4-FFF2-40B4-BE49-F238E27FC236}">
                  <a16:creationId xmlns:a16="http://schemas.microsoft.com/office/drawing/2014/main" id="{D38C5040-C88C-1BF4-BD5B-E9C8D34322B1}"/>
                </a:ext>
              </a:extLst>
            </p:cNvPr>
            <p:cNvSpPr/>
            <p:nvPr/>
          </p:nvSpPr>
          <p:spPr>
            <a:xfrm>
              <a:off x="10022860" y="2097581"/>
              <a:ext cx="180000" cy="180000"/>
            </a:xfrm>
            <a:prstGeom prst="rect">
              <a:avLst/>
            </a:prstGeom>
            <a:solidFill>
              <a:schemeClr val="tx2">
                <a:lumMod val="50000"/>
                <a:lumOff val="50000"/>
              </a:schemeClr>
            </a:solidFill>
            <a:ln>
              <a:solidFill>
                <a:srgbClr val="1856F7"/>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272" name="acpd-panel">
            <a:extLst>
              <a:ext uri="{FF2B5EF4-FFF2-40B4-BE49-F238E27FC236}">
                <a16:creationId xmlns:a16="http://schemas.microsoft.com/office/drawing/2014/main" id="{DE967578-97BB-E19C-6F2B-10CF47045857}"/>
              </a:ext>
            </a:extLst>
          </p:cNvPr>
          <p:cNvSpPr>
            <a:spLocks noGrp="1"/>
          </p:cNvSpPr>
          <p:nvPr/>
        </p:nvSpPr>
        <p:spPr>
          <a:xfrm>
            <a:off x="8562869" y="2036161"/>
            <a:ext cx="3931053" cy="873750"/>
          </a:xfrm>
          <a:prstGeom prst="roundRect">
            <a:avLst>
              <a:gd name="adj" fmla="val 22044"/>
            </a:avLst>
          </a:prstGeom>
          <a:solidFill>
            <a:schemeClr val="bg1"/>
          </a:solidFill>
          <a:ln w="38100">
            <a:solidFill>
              <a:schemeClr val="tx2">
                <a:lumMod val="75000"/>
                <a:lumOff val="25000"/>
                <a:alpha val="30181"/>
              </a:schemeClr>
            </a:solidFill>
            <a:prstDash val="solid"/>
          </a:ln>
        </p:spPr>
        <p:txBody>
          <a:bodyPr/>
          <a:lstStyle/>
          <a:p>
            <a:endParaRPr lang="zh-CN" altLang="en-US">
              <a:solidFill>
                <a:schemeClr val="accent1">
                  <a:lumMod val="60000"/>
                  <a:lumOff val="40000"/>
                </a:schemeClr>
              </a:solidFill>
            </a:endParaRPr>
          </a:p>
        </p:txBody>
      </p:sp>
      <p:grpSp>
        <p:nvGrpSpPr>
          <p:cNvPr id="263" name="组合 262">
            <a:extLst>
              <a:ext uri="{FF2B5EF4-FFF2-40B4-BE49-F238E27FC236}">
                <a16:creationId xmlns:a16="http://schemas.microsoft.com/office/drawing/2014/main" id="{4948941F-6AF2-A39C-D6C9-B78015032C98}"/>
              </a:ext>
            </a:extLst>
          </p:cNvPr>
          <p:cNvGrpSpPr>
            <a:grpSpLocks noChangeAspect="1"/>
          </p:cNvGrpSpPr>
          <p:nvPr/>
        </p:nvGrpSpPr>
        <p:grpSpPr>
          <a:xfrm>
            <a:off x="9505149" y="2550103"/>
            <a:ext cx="2125745" cy="293291"/>
            <a:chOff x="6232281" y="1494639"/>
            <a:chExt cx="1304622" cy="180000"/>
          </a:xfrm>
          <a:solidFill>
            <a:schemeClr val="tx2">
              <a:lumMod val="25000"/>
              <a:lumOff val="75000"/>
            </a:schemeClr>
          </a:solidFill>
        </p:grpSpPr>
        <p:sp>
          <p:nvSpPr>
            <p:cNvPr id="264" name="矩形 263">
              <a:extLst>
                <a:ext uri="{FF2B5EF4-FFF2-40B4-BE49-F238E27FC236}">
                  <a16:creationId xmlns:a16="http://schemas.microsoft.com/office/drawing/2014/main" id="{BD6B7E0E-814A-FE0D-7616-42F3359A6AED}"/>
                </a:ext>
              </a:extLst>
            </p:cNvPr>
            <p:cNvSpPr/>
            <p:nvPr/>
          </p:nvSpPr>
          <p:spPr>
            <a:xfrm rot="16200000">
              <a:off x="6232281"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65" name="矩形 264">
              <a:extLst>
                <a:ext uri="{FF2B5EF4-FFF2-40B4-BE49-F238E27FC236}">
                  <a16:creationId xmlns:a16="http://schemas.microsoft.com/office/drawing/2014/main" id="{AE2C162B-FB61-5FA3-1350-6B65168759CA}"/>
                </a:ext>
              </a:extLst>
            </p:cNvPr>
            <p:cNvSpPr/>
            <p:nvPr/>
          </p:nvSpPr>
          <p:spPr>
            <a:xfrm rot="16200000">
              <a:off x="6509481"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66" name="矩形 265">
              <a:extLst>
                <a:ext uri="{FF2B5EF4-FFF2-40B4-BE49-F238E27FC236}">
                  <a16:creationId xmlns:a16="http://schemas.microsoft.com/office/drawing/2014/main" id="{A36E3387-18E5-3A58-4695-701C144E111F}"/>
                </a:ext>
              </a:extLst>
            </p:cNvPr>
            <p:cNvSpPr/>
            <p:nvPr/>
          </p:nvSpPr>
          <p:spPr>
            <a:xfrm rot="16200000">
              <a:off x="6786681"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67" name="矩形 266">
              <a:extLst>
                <a:ext uri="{FF2B5EF4-FFF2-40B4-BE49-F238E27FC236}">
                  <a16:creationId xmlns:a16="http://schemas.microsoft.com/office/drawing/2014/main" id="{AC93B3CF-48F2-D4B0-CE05-D0AA5B0DC7EC}"/>
                </a:ext>
              </a:extLst>
            </p:cNvPr>
            <p:cNvSpPr/>
            <p:nvPr/>
          </p:nvSpPr>
          <p:spPr>
            <a:xfrm rot="16200000">
              <a:off x="7076541"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sp>
          <p:nvSpPr>
            <p:cNvPr id="268" name="矩形 267">
              <a:extLst>
                <a:ext uri="{FF2B5EF4-FFF2-40B4-BE49-F238E27FC236}">
                  <a16:creationId xmlns:a16="http://schemas.microsoft.com/office/drawing/2014/main" id="{2F150CBE-4EC0-FC1F-81CC-9EF1C52230A2}"/>
                </a:ext>
              </a:extLst>
            </p:cNvPr>
            <p:cNvSpPr/>
            <p:nvPr/>
          </p:nvSpPr>
          <p:spPr>
            <a:xfrm rot="16200000">
              <a:off x="7356903" y="1494639"/>
              <a:ext cx="180000" cy="180000"/>
            </a:xfrm>
            <a:prstGeom prst="rect">
              <a:avLst/>
            </a:prstGeom>
            <a:grpFill/>
            <a:ln w="28575">
              <a:solidFill>
                <a:schemeClr val="tx2">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grpSp>
      <p:sp>
        <p:nvSpPr>
          <p:cNvPr id="273" name="文本框 272">
            <a:extLst>
              <a:ext uri="{FF2B5EF4-FFF2-40B4-BE49-F238E27FC236}">
                <a16:creationId xmlns:a16="http://schemas.microsoft.com/office/drawing/2014/main" id="{6D20F1A1-E7B7-AEF2-3673-3A2924F70914}"/>
              </a:ext>
            </a:extLst>
          </p:cNvPr>
          <p:cNvSpPr txBox="1"/>
          <p:nvPr/>
        </p:nvSpPr>
        <p:spPr>
          <a:xfrm>
            <a:off x="8530594" y="1099339"/>
            <a:ext cx="3865269" cy="369332"/>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Teacher</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View</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Backbone</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Feature</a:t>
            </a:r>
            <a:endParaRPr kumimoji="1" lang="zh-CN" altLang="en-US">
              <a:latin typeface="Arial" panose="020B0604020202020204" pitchFamily="34" charset="0"/>
              <a:cs typeface="Arial" panose="020B0604020202020204" pitchFamily="34" charset="0"/>
            </a:endParaRPr>
          </a:p>
        </p:txBody>
      </p:sp>
      <p:sp>
        <p:nvSpPr>
          <p:cNvPr id="274" name="文本框 273">
            <a:extLst>
              <a:ext uri="{FF2B5EF4-FFF2-40B4-BE49-F238E27FC236}">
                <a16:creationId xmlns:a16="http://schemas.microsoft.com/office/drawing/2014/main" id="{EFFB3682-3C91-AD7C-46C9-1CBCC4C355CA}"/>
              </a:ext>
            </a:extLst>
          </p:cNvPr>
          <p:cNvSpPr txBox="1"/>
          <p:nvPr/>
        </p:nvSpPr>
        <p:spPr>
          <a:xfrm>
            <a:off x="8502806" y="2128308"/>
            <a:ext cx="3991117" cy="369332"/>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Teacher</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Action</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Head</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Hidden</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State</a:t>
            </a:r>
            <a:endParaRPr kumimoji="1" lang="zh-CN" altLang="en-US">
              <a:latin typeface="Arial" panose="020B0604020202020204" pitchFamily="34" charset="0"/>
              <a:cs typeface="Arial" panose="020B0604020202020204" pitchFamily="34" charset="0"/>
            </a:endParaRPr>
          </a:p>
        </p:txBody>
      </p:sp>
      <p:cxnSp>
        <p:nvCxnSpPr>
          <p:cNvPr id="280" name="肘形连接符 279">
            <a:extLst>
              <a:ext uri="{FF2B5EF4-FFF2-40B4-BE49-F238E27FC236}">
                <a16:creationId xmlns:a16="http://schemas.microsoft.com/office/drawing/2014/main" id="{A176BBA7-1FA0-E54C-4080-357F17442973}"/>
              </a:ext>
            </a:extLst>
          </p:cNvPr>
          <p:cNvCxnSpPr>
            <a:cxnSpLocks/>
          </p:cNvCxnSpPr>
          <p:nvPr/>
        </p:nvCxnSpPr>
        <p:spPr>
          <a:xfrm>
            <a:off x="7545947" y="1915899"/>
            <a:ext cx="1016922" cy="640267"/>
          </a:xfrm>
          <a:prstGeom prst="bentConnector3">
            <a:avLst>
              <a:gd name="adj1" fmla="val 69268"/>
            </a:avLst>
          </a:prstGeom>
          <a:ln w="38100">
            <a:solidFill>
              <a:srgbClr val="1856F7"/>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295" name="肘形连接符 294">
            <a:extLst>
              <a:ext uri="{FF2B5EF4-FFF2-40B4-BE49-F238E27FC236}">
                <a16:creationId xmlns:a16="http://schemas.microsoft.com/office/drawing/2014/main" id="{17E6DF2E-1CF3-60F4-4D24-F75323731554}"/>
              </a:ext>
            </a:extLst>
          </p:cNvPr>
          <p:cNvCxnSpPr>
            <a:cxnSpLocks/>
            <a:endCxn id="239" idx="1"/>
          </p:cNvCxnSpPr>
          <p:nvPr/>
        </p:nvCxnSpPr>
        <p:spPr>
          <a:xfrm>
            <a:off x="7580172" y="5028175"/>
            <a:ext cx="861140" cy="729119"/>
          </a:xfrm>
          <a:prstGeom prst="bentConnector3">
            <a:avLst>
              <a:gd name="adj1" fmla="val 38738"/>
            </a:avLst>
          </a:prstGeom>
          <a:ln w="38100">
            <a:solidFill>
              <a:srgbClr val="FE5512"/>
            </a:solidFill>
            <a:prstDash val="sysDash"/>
            <a:tailEnd type="triangle"/>
          </a:ln>
        </p:spPr>
        <p:style>
          <a:lnRef idx="1">
            <a:schemeClr val="accent1"/>
          </a:lnRef>
          <a:fillRef idx="0">
            <a:schemeClr val="accent1"/>
          </a:fillRef>
          <a:effectRef idx="0">
            <a:schemeClr val="accent1"/>
          </a:effectRef>
          <a:fontRef idx="minor">
            <a:schemeClr val="tx1"/>
          </a:fontRef>
        </p:style>
      </p:cxnSp>
      <p:cxnSp>
        <p:nvCxnSpPr>
          <p:cNvPr id="303" name="直线连接符 302">
            <a:extLst>
              <a:ext uri="{FF2B5EF4-FFF2-40B4-BE49-F238E27FC236}">
                <a16:creationId xmlns:a16="http://schemas.microsoft.com/office/drawing/2014/main" id="{3FBC2442-E968-D2E1-C64A-50F7CC6279E7}"/>
              </a:ext>
            </a:extLst>
          </p:cNvPr>
          <p:cNvCxnSpPr/>
          <p:nvPr/>
        </p:nvCxnSpPr>
        <p:spPr>
          <a:xfrm>
            <a:off x="3037229" y="680235"/>
            <a:ext cx="0" cy="277395"/>
          </a:xfrm>
          <a:prstGeom prst="line">
            <a:avLst/>
          </a:prstGeom>
          <a:ln w="38100">
            <a:solidFill>
              <a:srgbClr val="1856F7"/>
            </a:solidFill>
            <a:prstDash val="sysDash"/>
          </a:ln>
        </p:spPr>
        <p:style>
          <a:lnRef idx="1">
            <a:schemeClr val="accent1"/>
          </a:lnRef>
          <a:fillRef idx="0">
            <a:schemeClr val="accent1"/>
          </a:fillRef>
          <a:effectRef idx="0">
            <a:schemeClr val="accent1"/>
          </a:effectRef>
          <a:fontRef idx="minor">
            <a:schemeClr val="tx1"/>
          </a:fontRef>
        </p:style>
      </p:cxnSp>
      <p:cxnSp>
        <p:nvCxnSpPr>
          <p:cNvPr id="305" name="肘形连接符 304">
            <a:extLst>
              <a:ext uri="{FF2B5EF4-FFF2-40B4-BE49-F238E27FC236}">
                <a16:creationId xmlns:a16="http://schemas.microsoft.com/office/drawing/2014/main" id="{EDA921A0-B458-BB0F-AC21-167014A36114}"/>
              </a:ext>
            </a:extLst>
          </p:cNvPr>
          <p:cNvCxnSpPr>
            <a:cxnSpLocks/>
            <a:endCxn id="271" idx="1"/>
          </p:cNvCxnSpPr>
          <p:nvPr/>
        </p:nvCxnSpPr>
        <p:spPr>
          <a:xfrm>
            <a:off x="3037229" y="598347"/>
            <a:ext cx="5493366" cy="872555"/>
          </a:xfrm>
          <a:prstGeom prst="bentConnector3">
            <a:avLst>
              <a:gd name="adj1" fmla="val 88047"/>
            </a:avLst>
          </a:prstGeom>
          <a:ln w="38100">
            <a:solidFill>
              <a:srgbClr val="1856F7"/>
            </a:solidFill>
            <a:prstDash val="sysDash"/>
            <a:tailEnd type="triangle"/>
          </a:ln>
        </p:spPr>
        <p:style>
          <a:lnRef idx="1">
            <a:schemeClr val="accent1"/>
          </a:lnRef>
          <a:fillRef idx="0">
            <a:schemeClr val="accent1"/>
          </a:fillRef>
          <a:effectRef idx="0">
            <a:schemeClr val="accent1"/>
          </a:effectRef>
          <a:fontRef idx="minor">
            <a:schemeClr val="tx1"/>
          </a:fontRef>
        </p:style>
      </p:cxnSp>
      <p:sp>
        <p:nvSpPr>
          <p:cNvPr id="309" name="acpd-panel">
            <a:extLst>
              <a:ext uri="{FF2B5EF4-FFF2-40B4-BE49-F238E27FC236}">
                <a16:creationId xmlns:a16="http://schemas.microsoft.com/office/drawing/2014/main" id="{98575786-8BD4-FD6A-116A-2D1552F25564}"/>
              </a:ext>
            </a:extLst>
          </p:cNvPr>
          <p:cNvSpPr>
            <a:spLocks noGrp="1"/>
          </p:cNvSpPr>
          <p:nvPr/>
        </p:nvSpPr>
        <p:spPr>
          <a:xfrm>
            <a:off x="11517140" y="5173861"/>
            <a:ext cx="1256714" cy="1148710"/>
          </a:xfrm>
          <a:prstGeom prst="roundRect">
            <a:avLst>
              <a:gd name="adj" fmla="val 7816"/>
            </a:avLst>
          </a:prstGeom>
          <a:solidFill>
            <a:schemeClr val="accent5">
              <a:lumMod val="40000"/>
              <a:lumOff val="60000"/>
              <a:alpha val="18497"/>
            </a:schemeClr>
          </a:solidFill>
          <a:ln w="38100">
            <a:solidFill>
              <a:schemeClr val="accent5">
                <a:lumMod val="75000"/>
                <a:alpha val="40458"/>
              </a:schemeClr>
            </a:solidFill>
            <a:prstDash val="solid"/>
          </a:ln>
        </p:spPr>
        <p:txBody>
          <a:bodyPr/>
          <a:lstStyle/>
          <a:p>
            <a:endParaRPr lang="zh-CN" altLang="en-US">
              <a:solidFill>
                <a:schemeClr val="accent5">
                  <a:lumMod val="40000"/>
                  <a:lumOff val="60000"/>
                </a:schemeClr>
              </a:solidFill>
            </a:endParaRPr>
          </a:p>
        </p:txBody>
      </p:sp>
      <p:sp>
        <p:nvSpPr>
          <p:cNvPr id="310" name="文本框 309">
            <a:extLst>
              <a:ext uri="{FF2B5EF4-FFF2-40B4-BE49-F238E27FC236}">
                <a16:creationId xmlns:a16="http://schemas.microsoft.com/office/drawing/2014/main" id="{8370DB3E-73C3-C868-3D7D-FDF291532271}"/>
              </a:ext>
            </a:extLst>
          </p:cNvPr>
          <p:cNvSpPr txBox="1"/>
          <p:nvPr/>
        </p:nvSpPr>
        <p:spPr>
          <a:xfrm>
            <a:off x="11353911" y="5389121"/>
            <a:ext cx="1548916" cy="707886"/>
          </a:xfrm>
          <a:prstGeom prst="rect">
            <a:avLst/>
          </a:prstGeom>
          <a:noFill/>
        </p:spPr>
        <p:txBody>
          <a:bodyPr wrap="square" rtlCol="0">
            <a:spAutoFit/>
          </a:bodyPr>
          <a:lstStyle/>
          <a:p>
            <a:pPr algn="ctr"/>
            <a:r>
              <a:rPr kumimoji="1" lang="en-US" altLang="zh-CN" sz="2000" b="1">
                <a:latin typeface="Arial" panose="020B0604020202020204" pitchFamily="34" charset="0"/>
                <a:cs typeface="Arial" panose="020B0604020202020204" pitchFamily="34" charset="0"/>
              </a:rPr>
              <a:t>Cue</a:t>
            </a:r>
            <a:r>
              <a:rPr kumimoji="1" lang="zh-CN" altLang="en-US" sz="2000" b="1">
                <a:latin typeface="Arial" panose="020B0604020202020204" pitchFamily="34" charset="0"/>
                <a:cs typeface="Arial" panose="020B0604020202020204" pitchFamily="34" charset="0"/>
              </a:rPr>
              <a:t> </a:t>
            </a:r>
            <a:endParaRPr kumimoji="1" lang="en-US" altLang="zh-CN" sz="2000" b="1">
              <a:latin typeface="Arial" panose="020B0604020202020204" pitchFamily="34" charset="0"/>
              <a:cs typeface="Arial" panose="020B0604020202020204" pitchFamily="34" charset="0"/>
            </a:endParaRPr>
          </a:p>
          <a:p>
            <a:pPr algn="ctr"/>
            <a:r>
              <a:rPr kumimoji="1" lang="en-US" altLang="zh-CN" sz="2000" b="1">
                <a:latin typeface="Arial" panose="020B0604020202020204" pitchFamily="34" charset="0"/>
                <a:cs typeface="Arial" panose="020B0604020202020204" pitchFamily="34" charset="0"/>
              </a:rPr>
              <a:t>Predictor</a:t>
            </a:r>
            <a:endParaRPr kumimoji="1" lang="zh-CN" altLang="en-US" sz="2000" b="1">
              <a:latin typeface="Arial" panose="020B0604020202020204" pitchFamily="34" charset="0"/>
              <a:cs typeface="Arial" panose="020B0604020202020204" pitchFamily="34" charset="0"/>
            </a:endParaRPr>
          </a:p>
        </p:txBody>
      </p:sp>
      <p:sp>
        <p:nvSpPr>
          <p:cNvPr id="311" name="acpd-panel">
            <a:extLst>
              <a:ext uri="{FF2B5EF4-FFF2-40B4-BE49-F238E27FC236}">
                <a16:creationId xmlns:a16="http://schemas.microsoft.com/office/drawing/2014/main" id="{34BB6690-1919-F93A-FFE1-B84539C054F5}"/>
              </a:ext>
            </a:extLst>
          </p:cNvPr>
          <p:cNvSpPr>
            <a:spLocks noGrp="1"/>
          </p:cNvSpPr>
          <p:nvPr/>
        </p:nvSpPr>
        <p:spPr>
          <a:xfrm>
            <a:off x="8834759" y="3571655"/>
            <a:ext cx="2014245" cy="1148710"/>
          </a:xfrm>
          <a:prstGeom prst="roundRect">
            <a:avLst>
              <a:gd name="adj" fmla="val 7816"/>
            </a:avLst>
          </a:prstGeom>
          <a:solidFill>
            <a:schemeClr val="accent5">
              <a:lumMod val="40000"/>
              <a:lumOff val="60000"/>
              <a:alpha val="18497"/>
            </a:schemeClr>
          </a:solidFill>
          <a:ln w="38100">
            <a:solidFill>
              <a:schemeClr val="accent5">
                <a:lumMod val="75000"/>
                <a:alpha val="40458"/>
              </a:schemeClr>
            </a:solidFill>
            <a:prstDash val="solid"/>
          </a:ln>
        </p:spPr>
        <p:txBody>
          <a:bodyPr/>
          <a:lstStyle/>
          <a:p>
            <a:endParaRPr lang="zh-CN" altLang="en-US">
              <a:solidFill>
                <a:schemeClr val="accent5">
                  <a:lumMod val="40000"/>
                  <a:lumOff val="60000"/>
                </a:schemeClr>
              </a:solidFill>
            </a:endParaRPr>
          </a:p>
        </p:txBody>
      </p:sp>
      <p:sp>
        <p:nvSpPr>
          <p:cNvPr id="312" name="文本框 311">
            <a:extLst>
              <a:ext uri="{FF2B5EF4-FFF2-40B4-BE49-F238E27FC236}">
                <a16:creationId xmlns:a16="http://schemas.microsoft.com/office/drawing/2014/main" id="{87626675-7C37-27A9-299B-28A97AEE2780}"/>
              </a:ext>
            </a:extLst>
          </p:cNvPr>
          <p:cNvSpPr txBox="1"/>
          <p:nvPr/>
        </p:nvSpPr>
        <p:spPr>
          <a:xfrm>
            <a:off x="8195714" y="3660416"/>
            <a:ext cx="3292334" cy="1015663"/>
          </a:xfrm>
          <a:prstGeom prst="rect">
            <a:avLst/>
          </a:prstGeom>
          <a:noFill/>
        </p:spPr>
        <p:txBody>
          <a:bodyPr wrap="square" rtlCol="0">
            <a:spAutoFit/>
          </a:bodyPr>
          <a:lstStyle/>
          <a:p>
            <a:pPr algn="ctr"/>
            <a:r>
              <a:rPr kumimoji="1" lang="en-US" altLang="zh-CN" sz="2000" b="1">
                <a:latin typeface="Arial" panose="020B0604020202020204" pitchFamily="34" charset="0"/>
                <a:cs typeface="Arial" panose="020B0604020202020204" pitchFamily="34" charset="0"/>
              </a:rPr>
              <a:t>CrossAttn</a:t>
            </a:r>
          </a:p>
          <a:p>
            <a:pPr algn="ctr"/>
            <a:r>
              <a:rPr kumimoji="1" lang="en-US" altLang="zh-CN" sz="2000" b="1">
                <a:latin typeface="Arial" panose="020B0604020202020204" pitchFamily="34" charset="0"/>
                <a:cs typeface="Arial" panose="020B0604020202020204" pitchFamily="34" charset="0"/>
              </a:rPr>
              <a:t>Cue</a:t>
            </a:r>
          </a:p>
          <a:p>
            <a:pPr algn="ctr"/>
            <a:r>
              <a:rPr kumimoji="1" lang="en-US" altLang="zh-CN" sz="2000" b="1">
                <a:latin typeface="Arial" panose="020B0604020202020204" pitchFamily="34" charset="0"/>
                <a:cs typeface="Arial" panose="020B0604020202020204" pitchFamily="34" charset="0"/>
              </a:rPr>
              <a:t>Selector</a:t>
            </a:r>
            <a:endParaRPr kumimoji="1" lang="zh-CN" altLang="en-US" sz="2000" b="1">
              <a:latin typeface="Arial" panose="020B0604020202020204" pitchFamily="34" charset="0"/>
              <a:cs typeface="Arial" panose="020B0604020202020204" pitchFamily="34" charset="0"/>
            </a:endParaRPr>
          </a:p>
        </p:txBody>
      </p:sp>
      <p:cxnSp>
        <p:nvCxnSpPr>
          <p:cNvPr id="318" name="直线箭头连接符 317">
            <a:extLst>
              <a:ext uri="{FF2B5EF4-FFF2-40B4-BE49-F238E27FC236}">
                <a16:creationId xmlns:a16="http://schemas.microsoft.com/office/drawing/2014/main" id="{ADB59B0F-85A6-0AB7-385E-40AE80124D2D}"/>
              </a:ext>
            </a:extLst>
          </p:cNvPr>
          <p:cNvCxnSpPr>
            <a:cxnSpLocks/>
          </p:cNvCxnSpPr>
          <p:nvPr/>
        </p:nvCxnSpPr>
        <p:spPr>
          <a:xfrm>
            <a:off x="9841881" y="3045737"/>
            <a:ext cx="0" cy="466236"/>
          </a:xfrm>
          <a:prstGeom prst="straightConnector1">
            <a:avLst/>
          </a:prstGeom>
          <a:ln w="38100">
            <a:solidFill>
              <a:srgbClr val="39009E"/>
            </a:solidFill>
            <a:tailEnd type="triangle"/>
          </a:ln>
        </p:spPr>
        <p:style>
          <a:lnRef idx="1">
            <a:schemeClr val="accent1"/>
          </a:lnRef>
          <a:fillRef idx="0">
            <a:schemeClr val="accent1"/>
          </a:fillRef>
          <a:effectRef idx="0">
            <a:schemeClr val="accent1"/>
          </a:effectRef>
          <a:fontRef idx="minor">
            <a:schemeClr val="tx1"/>
          </a:fontRef>
        </p:style>
      </p:cxnSp>
      <p:sp>
        <p:nvSpPr>
          <p:cNvPr id="319" name="文本框 318">
            <a:extLst>
              <a:ext uri="{FF2B5EF4-FFF2-40B4-BE49-F238E27FC236}">
                <a16:creationId xmlns:a16="http://schemas.microsoft.com/office/drawing/2014/main" id="{041527BD-5D9F-7AE3-95EB-AFBE41466A94}"/>
              </a:ext>
            </a:extLst>
          </p:cNvPr>
          <p:cNvSpPr txBox="1"/>
          <p:nvPr/>
        </p:nvSpPr>
        <p:spPr>
          <a:xfrm>
            <a:off x="9651014" y="3081243"/>
            <a:ext cx="1076858" cy="369332"/>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k,</a:t>
            </a:r>
            <a:r>
              <a:rPr kumimoji="1" lang="zh-CN" altLang="en-US">
                <a:latin typeface="Arial" panose="020B0604020202020204" pitchFamily="34" charset="0"/>
                <a:cs typeface="Arial" panose="020B0604020202020204" pitchFamily="34" charset="0"/>
              </a:rPr>
              <a:t> </a:t>
            </a:r>
            <a:r>
              <a:rPr kumimoji="1" lang="en-US" altLang="zh-CN">
                <a:latin typeface="Arial" panose="020B0604020202020204" pitchFamily="34" charset="0"/>
                <a:cs typeface="Arial" panose="020B0604020202020204" pitchFamily="34" charset="0"/>
              </a:rPr>
              <a:t>v</a:t>
            </a:r>
            <a:endParaRPr kumimoji="1" lang="zh-CN" altLang="en-US">
              <a:latin typeface="Arial" panose="020B0604020202020204" pitchFamily="34" charset="0"/>
              <a:cs typeface="Arial" panose="020B0604020202020204" pitchFamily="34" charset="0"/>
            </a:endParaRPr>
          </a:p>
        </p:txBody>
      </p:sp>
      <p:cxnSp>
        <p:nvCxnSpPr>
          <p:cNvPr id="321" name="直线箭头连接符 320">
            <a:extLst>
              <a:ext uri="{FF2B5EF4-FFF2-40B4-BE49-F238E27FC236}">
                <a16:creationId xmlns:a16="http://schemas.microsoft.com/office/drawing/2014/main" id="{521F80AC-B059-8742-2FB2-CE80A8699A27}"/>
              </a:ext>
            </a:extLst>
          </p:cNvPr>
          <p:cNvCxnSpPr>
            <a:cxnSpLocks/>
          </p:cNvCxnSpPr>
          <p:nvPr/>
        </p:nvCxnSpPr>
        <p:spPr>
          <a:xfrm flipV="1">
            <a:off x="9833154" y="4778918"/>
            <a:ext cx="0" cy="361069"/>
          </a:xfrm>
          <a:prstGeom prst="straightConnector1">
            <a:avLst/>
          </a:prstGeom>
          <a:ln w="38100">
            <a:solidFill>
              <a:srgbClr val="39009E"/>
            </a:solidFill>
            <a:tailEnd type="triangle"/>
          </a:ln>
        </p:spPr>
        <p:style>
          <a:lnRef idx="1">
            <a:schemeClr val="accent1"/>
          </a:lnRef>
          <a:fillRef idx="0">
            <a:schemeClr val="accent1"/>
          </a:fillRef>
          <a:effectRef idx="0">
            <a:schemeClr val="accent1"/>
          </a:effectRef>
          <a:fontRef idx="minor">
            <a:schemeClr val="tx1"/>
          </a:fontRef>
        </p:style>
      </p:cxnSp>
      <p:sp>
        <p:nvSpPr>
          <p:cNvPr id="322" name="文本框 321">
            <a:extLst>
              <a:ext uri="{FF2B5EF4-FFF2-40B4-BE49-F238E27FC236}">
                <a16:creationId xmlns:a16="http://schemas.microsoft.com/office/drawing/2014/main" id="{5AFB89C1-7243-1979-9BB7-EE3064F1450D}"/>
              </a:ext>
            </a:extLst>
          </p:cNvPr>
          <p:cNvSpPr txBox="1"/>
          <p:nvPr/>
        </p:nvSpPr>
        <p:spPr>
          <a:xfrm>
            <a:off x="9906968" y="4782702"/>
            <a:ext cx="639142" cy="369332"/>
          </a:xfrm>
          <a:prstGeom prst="rect">
            <a:avLst/>
          </a:prstGeom>
          <a:noFill/>
        </p:spPr>
        <p:txBody>
          <a:bodyPr wrap="square" rtlCol="0">
            <a:spAutoFit/>
          </a:bodyPr>
          <a:lstStyle/>
          <a:p>
            <a:pPr algn="ctr"/>
            <a:r>
              <a:rPr kumimoji="1" lang="en-US" altLang="zh-CN">
                <a:latin typeface="Arial" panose="020B0604020202020204" pitchFamily="34" charset="0"/>
                <a:cs typeface="Arial" panose="020B0604020202020204" pitchFamily="34" charset="0"/>
              </a:rPr>
              <a:t>q</a:t>
            </a:r>
            <a:endParaRPr kumimoji="1" lang="zh-CN" altLang="en-US">
              <a:latin typeface="Arial" panose="020B0604020202020204" pitchFamily="34" charset="0"/>
              <a:cs typeface="Arial" panose="020B0604020202020204" pitchFamily="34" charset="0"/>
            </a:endParaRPr>
          </a:p>
        </p:txBody>
      </p:sp>
      <p:grpSp>
        <p:nvGrpSpPr>
          <p:cNvPr id="324" name="组合 323">
            <a:extLst>
              <a:ext uri="{FF2B5EF4-FFF2-40B4-BE49-F238E27FC236}">
                <a16:creationId xmlns:a16="http://schemas.microsoft.com/office/drawing/2014/main" id="{A039A3A1-A592-F573-C4B9-6A1444ACD261}"/>
              </a:ext>
            </a:extLst>
          </p:cNvPr>
          <p:cNvGrpSpPr/>
          <p:nvPr/>
        </p:nvGrpSpPr>
        <p:grpSpPr>
          <a:xfrm rot="16200000">
            <a:off x="12748414" y="3639134"/>
            <a:ext cx="188576" cy="1653540"/>
            <a:chOff x="5754754" y="1050981"/>
            <a:chExt cx="188576" cy="1653540"/>
          </a:xfrm>
        </p:grpSpPr>
        <p:sp>
          <p:nvSpPr>
            <p:cNvPr id="325" name="矩形 324">
              <a:extLst>
                <a:ext uri="{FF2B5EF4-FFF2-40B4-BE49-F238E27FC236}">
                  <a16:creationId xmlns:a16="http://schemas.microsoft.com/office/drawing/2014/main" id="{3A6AEAF5-AAFD-4F84-D6D1-327DECB847D1}"/>
                </a:ext>
              </a:extLst>
            </p:cNvPr>
            <p:cNvSpPr/>
            <p:nvPr/>
          </p:nvSpPr>
          <p:spPr>
            <a:xfrm>
              <a:off x="5759042" y="1050981"/>
              <a:ext cx="180000" cy="180000"/>
            </a:xfrm>
            <a:prstGeom prst="rect">
              <a:avLst/>
            </a:prstGeom>
            <a:solidFill>
              <a:schemeClr val="accent5">
                <a:lumMod val="40000"/>
                <a:lumOff val="6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rgbClr val="39009E"/>
                </a:solidFill>
              </a:endParaRPr>
            </a:p>
          </p:txBody>
        </p:sp>
        <p:sp>
          <p:nvSpPr>
            <p:cNvPr id="326" name="矩形 325">
              <a:extLst>
                <a:ext uri="{FF2B5EF4-FFF2-40B4-BE49-F238E27FC236}">
                  <a16:creationId xmlns:a16="http://schemas.microsoft.com/office/drawing/2014/main" id="{0D6B2F21-2FD3-D12A-2593-2C38A23DA52C}"/>
                </a:ext>
              </a:extLst>
            </p:cNvPr>
            <p:cNvSpPr/>
            <p:nvPr/>
          </p:nvSpPr>
          <p:spPr>
            <a:xfrm>
              <a:off x="5759042" y="1328181"/>
              <a:ext cx="180000" cy="180000"/>
            </a:xfrm>
            <a:prstGeom prst="rect">
              <a:avLst/>
            </a:prstGeom>
            <a:solidFill>
              <a:schemeClr val="accent5">
                <a:lumMod val="40000"/>
                <a:lumOff val="6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rgbClr val="39009E"/>
                </a:solidFill>
              </a:endParaRPr>
            </a:p>
          </p:txBody>
        </p:sp>
        <p:sp>
          <p:nvSpPr>
            <p:cNvPr id="327" name="矩形 326">
              <a:extLst>
                <a:ext uri="{FF2B5EF4-FFF2-40B4-BE49-F238E27FC236}">
                  <a16:creationId xmlns:a16="http://schemas.microsoft.com/office/drawing/2014/main" id="{F6889914-6A71-DE71-B617-1A3F841D671C}"/>
                </a:ext>
              </a:extLst>
            </p:cNvPr>
            <p:cNvSpPr/>
            <p:nvPr/>
          </p:nvSpPr>
          <p:spPr>
            <a:xfrm>
              <a:off x="5759042" y="1605381"/>
              <a:ext cx="180000" cy="180000"/>
            </a:xfrm>
            <a:prstGeom prst="rect">
              <a:avLst/>
            </a:prstGeom>
            <a:solidFill>
              <a:schemeClr val="accent5">
                <a:lumMod val="40000"/>
                <a:lumOff val="6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rgbClr val="39009E"/>
                </a:solidFill>
              </a:endParaRPr>
            </a:p>
          </p:txBody>
        </p:sp>
        <p:sp>
          <p:nvSpPr>
            <p:cNvPr id="328" name="矩形 327">
              <a:extLst>
                <a:ext uri="{FF2B5EF4-FFF2-40B4-BE49-F238E27FC236}">
                  <a16:creationId xmlns:a16="http://schemas.microsoft.com/office/drawing/2014/main" id="{3758524B-3104-74CD-8F83-94F3AACDD087}"/>
                </a:ext>
              </a:extLst>
            </p:cNvPr>
            <p:cNvSpPr/>
            <p:nvPr/>
          </p:nvSpPr>
          <p:spPr>
            <a:xfrm>
              <a:off x="5759042" y="2244159"/>
              <a:ext cx="180000" cy="180000"/>
            </a:xfrm>
            <a:prstGeom prst="rect">
              <a:avLst/>
            </a:prstGeom>
            <a:solidFill>
              <a:schemeClr val="accent5">
                <a:lumMod val="40000"/>
                <a:lumOff val="6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rgbClr val="39009E"/>
                </a:solidFill>
              </a:endParaRPr>
            </a:p>
          </p:txBody>
        </p:sp>
        <p:sp>
          <p:nvSpPr>
            <p:cNvPr id="329" name="矩形 328">
              <a:extLst>
                <a:ext uri="{FF2B5EF4-FFF2-40B4-BE49-F238E27FC236}">
                  <a16:creationId xmlns:a16="http://schemas.microsoft.com/office/drawing/2014/main" id="{75909C8F-3644-5F03-5D3F-7ABF635132FA}"/>
                </a:ext>
              </a:extLst>
            </p:cNvPr>
            <p:cNvSpPr/>
            <p:nvPr/>
          </p:nvSpPr>
          <p:spPr>
            <a:xfrm>
              <a:off x="5759042" y="2524521"/>
              <a:ext cx="180000" cy="180000"/>
            </a:xfrm>
            <a:prstGeom prst="rect">
              <a:avLst/>
            </a:prstGeom>
            <a:solidFill>
              <a:schemeClr val="accent5">
                <a:lumMod val="40000"/>
                <a:lumOff val="60000"/>
              </a:schemeClr>
            </a:solidFill>
            <a:ln>
              <a:solidFill>
                <a:schemeClr val="tx2">
                  <a:lumMod val="75000"/>
                  <a:lumOff val="2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zh-CN" altLang="en-US">
                <a:solidFill>
                  <a:srgbClr val="39009E"/>
                </a:solidFill>
              </a:endParaRPr>
            </a:p>
          </p:txBody>
        </p:sp>
        <p:pic>
          <p:nvPicPr>
            <p:cNvPr id="331" name="图形 330">
              <a:extLst>
                <a:ext uri="{FF2B5EF4-FFF2-40B4-BE49-F238E27FC236}">
                  <a16:creationId xmlns:a16="http://schemas.microsoft.com/office/drawing/2014/main" id="{666C2459-70BE-A0E4-CECF-41EA5A4350CD}"/>
                </a:ext>
              </a:extLst>
            </p:cNvPr>
            <p:cNvPicPr>
              <a:picLocks noChangeAspect="1"/>
            </p:cNvPicPr>
            <p:nvPr/>
          </p:nvPicPr>
          <p:blipFill>
            <a:blip>
              <a:extLst>
                <a:ext uri="{96DAC541-7B7A-43D3-8B79-37D633B846F1}">
                  <asvg:svgBlip xmlns:asvg="http://schemas.microsoft.com/office/drawing/2016/SVG/main" r:embed="rId13"/>
                </a:ext>
              </a:extLst>
            </a:blip>
            <a:stretch>
              <a:fillRect/>
            </a:stretch>
          </p:blipFill>
          <p:spPr>
            <a:xfrm rot="16200000">
              <a:off x="5597608" y="1923210"/>
              <a:ext cx="502868" cy="188576"/>
            </a:xfrm>
            <a:prstGeom prst="rect">
              <a:avLst/>
            </a:prstGeom>
          </p:spPr>
        </p:pic>
      </p:grpSp>
      <p:sp>
        <p:nvSpPr>
          <p:cNvPr id="332" name="acpd-panel">
            <a:extLst>
              <a:ext uri="{FF2B5EF4-FFF2-40B4-BE49-F238E27FC236}">
                <a16:creationId xmlns:a16="http://schemas.microsoft.com/office/drawing/2014/main" id="{61D1923C-8AB2-999E-36FA-25C835F7EDFE}"/>
              </a:ext>
            </a:extLst>
          </p:cNvPr>
          <p:cNvSpPr>
            <a:spLocks noGrp="1"/>
          </p:cNvSpPr>
          <p:nvPr/>
        </p:nvSpPr>
        <p:spPr>
          <a:xfrm flipV="1">
            <a:off x="11618844" y="3567959"/>
            <a:ext cx="2444966" cy="1176865"/>
          </a:xfrm>
          <a:prstGeom prst="roundRect">
            <a:avLst>
              <a:gd name="adj" fmla="val 7816"/>
            </a:avLst>
          </a:prstGeom>
          <a:solidFill>
            <a:srgbClr val="7030A0">
              <a:alpha val="18497"/>
            </a:srgbClr>
          </a:solidFill>
          <a:ln w="38100">
            <a:solidFill>
              <a:srgbClr val="39009E">
                <a:alpha val="40458"/>
              </a:srgbClr>
            </a:solidFill>
            <a:prstDash val="solid"/>
          </a:ln>
        </p:spPr>
        <p:txBody>
          <a:bodyPr/>
          <a:lstStyle/>
          <a:p>
            <a:endParaRPr lang="zh-CN" altLang="en-US">
              <a:solidFill>
                <a:schemeClr val="accent5">
                  <a:lumMod val="40000"/>
                  <a:lumOff val="60000"/>
                </a:schemeClr>
              </a:solidFill>
            </a:endParaRPr>
          </a:p>
        </p:txBody>
      </p:sp>
      <p:cxnSp>
        <p:nvCxnSpPr>
          <p:cNvPr id="340" name="直线箭头连接符 339">
            <a:extLst>
              <a:ext uri="{FF2B5EF4-FFF2-40B4-BE49-F238E27FC236}">
                <a16:creationId xmlns:a16="http://schemas.microsoft.com/office/drawing/2014/main" id="{418C0E42-4419-B67B-9546-A62AADF3423D}"/>
              </a:ext>
            </a:extLst>
          </p:cNvPr>
          <p:cNvCxnSpPr>
            <a:cxnSpLocks/>
          </p:cNvCxnSpPr>
          <p:nvPr/>
        </p:nvCxnSpPr>
        <p:spPr>
          <a:xfrm>
            <a:off x="10863846" y="4166373"/>
            <a:ext cx="699656" cy="0"/>
          </a:xfrm>
          <a:prstGeom prst="straightConnector1">
            <a:avLst/>
          </a:prstGeom>
          <a:ln w="38100">
            <a:solidFill>
              <a:srgbClr val="39009E"/>
            </a:solidFill>
            <a:tailEnd type="triangle"/>
          </a:ln>
        </p:spPr>
        <p:style>
          <a:lnRef idx="1">
            <a:schemeClr val="accent1"/>
          </a:lnRef>
          <a:fillRef idx="0">
            <a:schemeClr val="accent1"/>
          </a:fillRef>
          <a:effectRef idx="0">
            <a:schemeClr val="accent1"/>
          </a:effectRef>
          <a:fontRef idx="minor">
            <a:schemeClr val="tx1"/>
          </a:fontRef>
        </p:style>
      </p:cxnSp>
      <p:sp>
        <p:nvSpPr>
          <p:cNvPr id="341" name="文本框 340">
            <a:extLst>
              <a:ext uri="{FF2B5EF4-FFF2-40B4-BE49-F238E27FC236}">
                <a16:creationId xmlns:a16="http://schemas.microsoft.com/office/drawing/2014/main" id="{D9CEB111-898C-4456-1D6A-62195F709058}"/>
              </a:ext>
            </a:extLst>
          </p:cNvPr>
          <p:cNvSpPr txBox="1"/>
          <p:nvPr/>
        </p:nvSpPr>
        <p:spPr>
          <a:xfrm>
            <a:off x="11219162" y="3649791"/>
            <a:ext cx="3292334" cy="707886"/>
          </a:xfrm>
          <a:prstGeom prst="rect">
            <a:avLst/>
          </a:prstGeom>
          <a:noFill/>
        </p:spPr>
        <p:txBody>
          <a:bodyPr wrap="square" rtlCol="0">
            <a:spAutoFit/>
          </a:bodyPr>
          <a:lstStyle/>
          <a:p>
            <a:pPr algn="ctr"/>
            <a:r>
              <a:rPr kumimoji="1" lang="en-US" altLang="zh-CN" sz="2000" b="1">
                <a:latin typeface="Arial" panose="020B0604020202020204" pitchFamily="34" charset="0"/>
                <a:cs typeface="Arial" panose="020B0604020202020204" pitchFamily="34" charset="0"/>
              </a:rPr>
              <a:t>Privileged</a:t>
            </a:r>
          </a:p>
          <a:p>
            <a:pPr algn="ctr"/>
            <a:r>
              <a:rPr kumimoji="1" lang="en-US" altLang="zh-CN" sz="2000" b="1">
                <a:latin typeface="Arial" panose="020B0604020202020204" pitchFamily="34" charset="0"/>
                <a:cs typeface="Arial" panose="020B0604020202020204" pitchFamily="34" charset="0"/>
              </a:rPr>
              <a:t>Cue</a:t>
            </a:r>
            <a:endParaRPr kumimoji="1" lang="zh-CN" altLang="en-US" sz="2000" b="1">
              <a:latin typeface="Arial" panose="020B0604020202020204" pitchFamily="34" charset="0"/>
              <a:cs typeface="Arial" panose="020B0604020202020204" pitchFamily="34" charset="0"/>
            </a:endParaRPr>
          </a:p>
        </p:txBody>
      </p:sp>
      <p:cxnSp>
        <p:nvCxnSpPr>
          <p:cNvPr id="343" name="直线箭头连接符 342">
            <a:extLst>
              <a:ext uri="{FF2B5EF4-FFF2-40B4-BE49-F238E27FC236}">
                <a16:creationId xmlns:a16="http://schemas.microsoft.com/office/drawing/2014/main" id="{7CB86F8C-9DF5-8987-F2BA-5AA49F9FE33E}"/>
              </a:ext>
            </a:extLst>
          </p:cNvPr>
          <p:cNvCxnSpPr/>
          <p:nvPr/>
        </p:nvCxnSpPr>
        <p:spPr>
          <a:xfrm>
            <a:off x="11091654" y="5795404"/>
            <a:ext cx="397776" cy="0"/>
          </a:xfrm>
          <a:prstGeom prst="straightConnector1">
            <a:avLst/>
          </a:prstGeom>
          <a:ln w="38100">
            <a:solidFill>
              <a:srgbClr val="39009E"/>
            </a:solidFill>
            <a:tailEnd type="triangle"/>
          </a:ln>
        </p:spPr>
        <p:style>
          <a:lnRef idx="1">
            <a:schemeClr val="accent1"/>
          </a:lnRef>
          <a:fillRef idx="0">
            <a:schemeClr val="accent1"/>
          </a:fillRef>
          <a:effectRef idx="0">
            <a:schemeClr val="accent1"/>
          </a:effectRef>
          <a:fontRef idx="minor">
            <a:schemeClr val="tx1"/>
          </a:fontRef>
        </p:style>
      </p:cxnSp>
      <p:cxnSp>
        <p:nvCxnSpPr>
          <p:cNvPr id="354" name="肘形连接符 353">
            <a:extLst>
              <a:ext uri="{FF2B5EF4-FFF2-40B4-BE49-F238E27FC236}">
                <a16:creationId xmlns:a16="http://schemas.microsoft.com/office/drawing/2014/main" id="{67C44088-A629-5CBB-C895-4D342B60AA42}"/>
              </a:ext>
            </a:extLst>
          </p:cNvPr>
          <p:cNvCxnSpPr>
            <a:cxnSpLocks/>
          </p:cNvCxnSpPr>
          <p:nvPr/>
        </p:nvCxnSpPr>
        <p:spPr>
          <a:xfrm flipV="1">
            <a:off x="12852766" y="4817302"/>
            <a:ext cx="581161" cy="1007484"/>
          </a:xfrm>
          <a:prstGeom prst="bentConnector2">
            <a:avLst/>
          </a:prstGeom>
          <a:ln w="38100">
            <a:solidFill>
              <a:srgbClr val="39009E"/>
            </a:solidFill>
            <a:headEnd type="triangle"/>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55" name="文本框 354">
                <a:extLst>
                  <a:ext uri="{FF2B5EF4-FFF2-40B4-BE49-F238E27FC236}">
                    <a16:creationId xmlns:a16="http://schemas.microsoft.com/office/drawing/2014/main" id="{5B13AF52-1DA2-B95A-5BE5-DCB1FF2E0495}"/>
                  </a:ext>
                </a:extLst>
              </p:cNvPr>
              <p:cNvSpPr txBox="1"/>
              <p:nvPr/>
            </p:nvSpPr>
            <p:spPr>
              <a:xfrm>
                <a:off x="13393822" y="5255446"/>
                <a:ext cx="895799" cy="461665"/>
              </a:xfrm>
              <a:prstGeom prst="rect">
                <a:avLst/>
              </a:prstGeom>
              <a:noFill/>
            </p:spPr>
            <p:txBody>
              <a:bodyPr vert="horz" wrap="square" rtlCol="0">
                <a:spAutoFit/>
              </a:bodyPr>
              <a:lstStyle/>
              <a:p>
                <a:pPr algn="ctr"/>
                <a14:m>
                  <m:oMathPara xmlns:m="http://schemas.openxmlformats.org/officeDocument/2006/math">
                    <m:oMath>
                      <m:sSub>
                        <m:sSubPr>
                          <m:ctrlPr>
                            <a:rPr kumimoji="1" lang="en-US" altLang="zh-CN" sz="2400" b="0" i="1">
                              <a:latin typeface="Cambria Math" panose="02040503050406030204" pitchFamily="18" charset="0"/>
                            </a:rPr>
                          </m:ctrlPr>
                        </m:sSubPr>
                        <m:e>
                          <m:r>
                            <a:rPr kumimoji="1" lang="en-US" altLang="zh-CN" sz="2400" b="0" i="1">
                              <a:latin typeface="Cambria Math" panose="02040503050406030204" pitchFamily="18" charset="0"/>
                            </a:rPr>
                            <m:t>ℒ</m:t>
                          </m:r>
                        </m:e>
                        <m:sub>
                          <m:r>
                            <a:rPr kumimoji="1" lang="en-US" altLang="zh-CN" sz="2400" b="0" i="1">
                              <a:latin typeface="Cambria Math" panose="02040503050406030204" pitchFamily="18" charset="0"/>
                            </a:rPr>
                            <m:t>𝑐𝑢𝑒</m:t>
                          </m:r>
                        </m:sub>
                      </m:sSub>
                    </m:oMath>
                  </m:oMathPara>
                </a14:m>
                <a:endParaRPr kumimoji="1" lang="en-US" altLang="zh-CN" sz="2400">
                  <a:latin typeface="Arial" panose="020B0604020202020204" pitchFamily="34" charset="0"/>
                  <a:cs typeface="Arial" panose="020B0604020202020204" pitchFamily="34" charset="0"/>
                </a:endParaRPr>
              </a:p>
            </p:txBody>
          </p:sp>
        </mc:Choice>
        <mc:Fallback xmlns="">
          <p:sp>
            <p:nvSpPr>
              <p:cNvPr id="355" name="文本框 354">
                <a:extLst>
                  <a:ext uri="{FF2B5EF4-FFF2-40B4-BE49-F238E27FC236}">
                    <a16:creationId xmlns:a16="http://schemas.microsoft.com/office/drawing/2014/main" id="{5B13AF52-1DA2-B95A-5BE5-DCB1FF2E0495}"/>
                  </a:ext>
                </a:extLst>
              </p:cNvPr>
              <p:cNvSpPr txBox="1">
                <a:spLocks noRot="1" noChangeAspect="1" noMove="1" noResize="1" noEditPoints="1" noAdjustHandles="1" noChangeArrowheads="1" noChangeShapeType="1" noTextEdit="1"/>
              </p:cNvSpPr>
              <p:nvPr/>
            </p:nvSpPr>
            <p:spPr>
              <a:xfrm>
                <a:off x="13393822" y="5255446"/>
                <a:ext cx="895799" cy="461665"/>
              </a:xfrm>
              <a:prstGeom prst="rect">
                <a:avLst/>
              </a:prstGeom>
              <a:blipFill>
                <a:blip r:embed="rId14"/>
                <a:stretch>
                  <a:fillRect/>
                </a:stretch>
              </a:blipFill>
            </p:spPr>
            <p:txBody>
              <a:bodyPr/>
              <a:lstStyle/>
              <a:p>
                <a:r>
                  <a:rPr lang="zh-CN" altLang="en-US">
                    <a:noFill/>
                  </a:rPr>
                  <a:t> </a:t>
                </a:r>
              </a:p>
            </p:txBody>
          </p:sp>
        </mc:Fallback>
      </mc:AlternateContent>
      <p:cxnSp>
        <p:nvCxnSpPr>
          <p:cNvPr id="357" name="直线连接符 356">
            <a:extLst>
              <a:ext uri="{FF2B5EF4-FFF2-40B4-BE49-F238E27FC236}">
                <a16:creationId xmlns:a16="http://schemas.microsoft.com/office/drawing/2014/main" id="{E6B0A7F0-9B5B-B1DE-5738-80843C032448}"/>
              </a:ext>
            </a:extLst>
          </p:cNvPr>
          <p:cNvCxnSpPr>
            <a:cxnSpLocks/>
          </p:cNvCxnSpPr>
          <p:nvPr/>
        </p:nvCxnSpPr>
        <p:spPr>
          <a:xfrm>
            <a:off x="8168600" y="6433176"/>
            <a:ext cx="6080713" cy="13648"/>
          </a:xfrm>
          <a:prstGeom prst="line">
            <a:avLst/>
          </a:prstGeom>
          <a:ln w="28575">
            <a:solidFill>
              <a:srgbClr val="39009E"/>
            </a:solidFill>
            <a:prstDash val="lgDash"/>
          </a:ln>
        </p:spPr>
        <p:style>
          <a:lnRef idx="1">
            <a:schemeClr val="accent1"/>
          </a:lnRef>
          <a:fillRef idx="0">
            <a:schemeClr val="accent1"/>
          </a:fillRef>
          <a:effectRef idx="0">
            <a:schemeClr val="accent1"/>
          </a:effectRef>
          <a:fontRef idx="minor">
            <a:schemeClr val="tx1"/>
          </a:fontRef>
        </p:style>
      </p:cxnSp>
      <p:sp>
        <p:nvSpPr>
          <p:cNvPr id="362" name="文本框 361">
            <a:extLst>
              <a:ext uri="{FF2B5EF4-FFF2-40B4-BE49-F238E27FC236}">
                <a16:creationId xmlns:a16="http://schemas.microsoft.com/office/drawing/2014/main" id="{A159C175-BEA2-06D7-C3C2-1C8A326BCA32}"/>
              </a:ext>
            </a:extLst>
          </p:cNvPr>
          <p:cNvSpPr txBox="1"/>
          <p:nvPr/>
        </p:nvSpPr>
        <p:spPr>
          <a:xfrm>
            <a:off x="8822265" y="6534682"/>
            <a:ext cx="2904262" cy="461665"/>
          </a:xfrm>
          <a:prstGeom prst="rect">
            <a:avLst/>
          </a:prstGeom>
          <a:noFill/>
        </p:spPr>
        <p:txBody>
          <a:bodyPr wrap="square" rtlCol="0">
            <a:spAutoFit/>
          </a:bodyPr>
          <a:lstStyle/>
          <a:p>
            <a:r>
              <a:rPr kumimoji="1" lang="en-US" altLang="zh-CN" sz="2400" b="1">
                <a:solidFill>
                  <a:srgbClr val="39009E"/>
                </a:solidFill>
                <a:latin typeface="Arial" panose="020B0604020202020204" pitchFamily="34" charset="0"/>
                <a:cs typeface="Arial" panose="020B0604020202020204" pitchFamily="34" charset="0"/>
              </a:rPr>
              <a:t>Training</a:t>
            </a:r>
            <a:r>
              <a:rPr kumimoji="1" lang="zh-CN" altLang="en-US" sz="2400" b="1">
                <a:solidFill>
                  <a:srgbClr val="39009E"/>
                </a:solidFill>
                <a:latin typeface="Arial" panose="020B0604020202020204" pitchFamily="34" charset="0"/>
                <a:cs typeface="Arial" panose="020B0604020202020204" pitchFamily="34" charset="0"/>
              </a:rPr>
              <a:t> </a:t>
            </a:r>
            <a:r>
              <a:rPr kumimoji="1" lang="en-US" altLang="zh-CN" sz="2400" b="1">
                <a:solidFill>
                  <a:srgbClr val="39009E"/>
                </a:solidFill>
                <a:latin typeface="Arial" panose="020B0604020202020204" pitchFamily="34" charset="0"/>
                <a:cs typeface="Arial" panose="020B0604020202020204" pitchFamily="34" charset="0"/>
              </a:rPr>
              <a:t>Objective</a:t>
            </a:r>
            <a:endParaRPr kumimoji="1" lang="zh-CN" altLang="en-US" sz="2400" b="1">
              <a:solidFill>
                <a:srgbClr val="39009E"/>
              </a:solidFill>
              <a:latin typeface="Arial" panose="020B0604020202020204" pitchFamily="34" charset="0"/>
              <a:cs typeface="Arial" panose="020B0604020202020204" pitchFamily="34" charset="0"/>
            </a:endParaRPr>
          </a:p>
        </p:txBody>
      </p:sp>
      <mc:AlternateContent xmlns:mc="http://schemas.openxmlformats.org/markup-compatibility/2006" xmlns:a14="http://schemas.microsoft.com/office/drawing/2010/main">
        <mc:Choice Requires="a14">
          <p:sp>
            <p:nvSpPr>
              <p:cNvPr id="365" name="文本框 364">
                <a:extLst>
                  <a:ext uri="{FF2B5EF4-FFF2-40B4-BE49-F238E27FC236}">
                    <a16:creationId xmlns:a16="http://schemas.microsoft.com/office/drawing/2014/main" id="{C797D0A8-2646-381C-20A2-F78F5BA91406}"/>
                  </a:ext>
                </a:extLst>
              </p:cNvPr>
              <p:cNvSpPr txBox="1"/>
              <p:nvPr/>
            </p:nvSpPr>
            <p:spPr>
              <a:xfrm>
                <a:off x="4384098" y="7427680"/>
                <a:ext cx="13932680" cy="488852"/>
              </a:xfrm>
              <a:prstGeom prst="rect">
                <a:avLst/>
              </a:prstGeom>
              <a:noFill/>
            </p:spPr>
            <p:txBody>
              <a:bodyPr wrap="square" rtlCol="0">
                <a:spAutoFit/>
              </a:bodyPr>
              <a:lstStyle/>
              <a:p>
                <a:pPr/>
                <a14:m>
                  <m:oMathPara xmlns:m="http://schemas.openxmlformats.org/officeDocument/2006/math">
                    <m:oMath>
                      <m:r>
                        <a:rPr kumimoji="1" lang="en-US" altLang="zh-CN" sz="2400" i="1">
                          <a:latin typeface="Cambria Math" panose="02040503050406030204" pitchFamily="18" charset="0"/>
                        </a:rPr>
                        <m:t>ℒ</m:t>
                      </m:r>
                      <m:r>
                        <a:rPr kumimoji="1" lang="en-US" altLang="zh-CN" sz="2400" i="1">
                          <a:latin typeface="Cambria Math" panose="02040503050406030204" pitchFamily="18" charset="0"/>
                        </a:rPr>
                        <m:t>=</m:t>
                      </m:r>
                      <m:sSub>
                        <m:sSubPr>
                          <m:ctrlPr>
                            <a:rPr kumimoji="1" lang="en-US" altLang="zh-CN" sz="2400" i="1">
                              <a:latin typeface="Cambria Math" panose="02040503050406030204" pitchFamily="18" charset="0"/>
                            </a:rPr>
                          </m:ctrlPr>
                        </m:sSubPr>
                        <m:e>
                          <m:r>
                            <a:rPr kumimoji="1" lang="en-US" altLang="zh-CN" sz="2400" i="1">
                              <a:latin typeface="Cambria Math" panose="02040503050406030204" pitchFamily="18" charset="0"/>
                            </a:rPr>
                            <m:t>ℒ</m:t>
                          </m:r>
                        </m:e>
                        <m:sub>
                          <m:r>
                            <m:rPr>
                              <m:nor/>
                            </m:rPr>
                            <a:rPr kumimoji="1" lang="en-US" altLang="zh-CN" sz="2400" i="0">
                              <a:latin typeface="Cambria Math" panose="02040503050406030204" pitchFamily="18" charset="0"/>
                            </a:rPr>
                            <m:t>flow</m:t>
                          </m:r>
                        </m:sub>
                      </m:sSub>
                      <m:r>
                        <a:rPr kumimoji="1" lang="en-US" altLang="zh-CN" sz="2400" i="1">
                          <a:latin typeface="Cambria Math" panose="02040503050406030204" pitchFamily="18" charset="0"/>
                        </a:rPr>
                        <m:t>+</m:t>
                      </m:r>
                      <m:sSub>
                        <m:sSubPr>
                          <m:ctrlPr>
                            <a:rPr kumimoji="1" lang="en-US" altLang="zh-CN" sz="2400" i="1">
                              <a:latin typeface="Cambria Math" panose="02040503050406030204" pitchFamily="18" charset="0"/>
                            </a:rPr>
                          </m:ctrlPr>
                        </m:sSubPr>
                        <m:e>
                          <m:r>
                            <a:rPr kumimoji="1" lang="en-US" altLang="zh-CN" sz="2400" i="1">
                              <a:latin typeface="Cambria Math" panose="02040503050406030204" pitchFamily="18" charset="0"/>
                            </a:rPr>
                            <m:t>𝜆</m:t>
                          </m:r>
                        </m:e>
                        <m:sub>
                          <m:r>
                            <m:rPr>
                              <m:nor/>
                            </m:rPr>
                            <a:rPr kumimoji="1" lang="en-US" altLang="zh-CN" sz="2400" i="0">
                              <a:latin typeface="Cambria Math" panose="02040503050406030204" pitchFamily="18" charset="0"/>
                            </a:rPr>
                            <m:t>cue</m:t>
                          </m:r>
                        </m:sub>
                      </m:sSub>
                      <m:sSub>
                        <m:sSubPr>
                          <m:ctrlPr>
                            <a:rPr kumimoji="1" lang="en-US" altLang="zh-CN" sz="2400" i="1">
                              <a:latin typeface="Cambria Math" panose="02040503050406030204" pitchFamily="18" charset="0"/>
                            </a:rPr>
                          </m:ctrlPr>
                        </m:sSubPr>
                        <m:e>
                          <m:r>
                            <a:rPr kumimoji="1" lang="en-US" altLang="zh-CN" sz="2400" i="1">
                              <a:latin typeface="Cambria Math" panose="02040503050406030204" pitchFamily="18" charset="0"/>
                            </a:rPr>
                            <m:t>ℒ</m:t>
                          </m:r>
                        </m:e>
                        <m:sub>
                          <m:r>
                            <m:rPr>
                              <m:nor/>
                            </m:rPr>
                            <a:rPr kumimoji="1" lang="en-US" altLang="zh-CN" sz="2400" i="0">
                              <a:latin typeface="Cambria Math" panose="02040503050406030204" pitchFamily="18" charset="0"/>
                            </a:rPr>
                            <m:t>cue</m:t>
                          </m:r>
                        </m:sub>
                      </m:sSub>
                      <m:r>
                        <a:rPr kumimoji="1" lang="en-US" altLang="zh-CN" sz="2400" i="1">
                          <a:latin typeface="Cambria Math" panose="02040503050406030204" pitchFamily="18" charset="0"/>
                        </a:rPr>
                        <m:t>+</m:t>
                      </m:r>
                      <m:sSub>
                        <m:sSubPr>
                          <m:ctrlPr>
                            <a:rPr kumimoji="1" lang="en-US" altLang="zh-CN" sz="2400" i="1">
                              <a:latin typeface="Cambria Math" panose="02040503050406030204" pitchFamily="18" charset="0"/>
                            </a:rPr>
                          </m:ctrlPr>
                        </m:sSubPr>
                        <m:e>
                          <m:r>
                            <a:rPr kumimoji="1" lang="en-US" altLang="zh-CN" sz="2400" i="1">
                              <a:latin typeface="Cambria Math" panose="02040503050406030204" pitchFamily="18" charset="0"/>
                            </a:rPr>
                            <m:t>𝜆</m:t>
                          </m:r>
                        </m:e>
                        <m:sub>
                          <m:r>
                            <m:rPr>
                              <m:nor/>
                            </m:rPr>
                            <a:rPr kumimoji="1" lang="en-US" altLang="zh-CN" sz="2400" i="0">
                              <a:latin typeface="Cambria Math" panose="02040503050406030204" pitchFamily="18" charset="0"/>
                            </a:rPr>
                            <m:t>ACL</m:t>
                          </m:r>
                        </m:sub>
                      </m:sSub>
                      <m:sSub>
                        <m:sSubPr>
                          <m:ctrlPr>
                            <a:rPr kumimoji="1" lang="en-US" altLang="zh-CN" sz="2400" i="1">
                              <a:latin typeface="Cambria Math" panose="02040503050406030204" pitchFamily="18" charset="0"/>
                            </a:rPr>
                          </m:ctrlPr>
                        </m:sSubPr>
                        <m:e>
                          <m:r>
                            <a:rPr kumimoji="1" lang="en-US" altLang="zh-CN" sz="2400" i="1">
                              <a:latin typeface="Cambria Math" panose="02040503050406030204" pitchFamily="18" charset="0"/>
                            </a:rPr>
                            <m:t>ℒ</m:t>
                          </m:r>
                        </m:e>
                        <m:sub>
                          <m:r>
                            <m:rPr>
                              <m:nor/>
                            </m:rPr>
                            <a:rPr kumimoji="1" lang="en-US" altLang="zh-CN" sz="2400" i="0">
                              <a:latin typeface="Cambria Math" panose="02040503050406030204" pitchFamily="18" charset="0"/>
                            </a:rPr>
                            <m:t>ACL</m:t>
                          </m:r>
                        </m:sub>
                      </m:sSub>
                    </m:oMath>
                  </m:oMathPara>
                </a14:m>
                <a:endParaRPr kumimoji="1" lang="zh-CN" altLang="en-US" sz="2400"/>
              </a:p>
            </p:txBody>
          </p:sp>
        </mc:Choice>
        <mc:Fallback xmlns="">
          <p:sp>
            <p:nvSpPr>
              <p:cNvPr id="365" name="文本框 364">
                <a:extLst>
                  <a:ext uri="{FF2B5EF4-FFF2-40B4-BE49-F238E27FC236}">
                    <a16:creationId xmlns:a16="http://schemas.microsoft.com/office/drawing/2014/main" id="{C797D0A8-2646-381C-20A2-F78F5BA91406}"/>
                  </a:ext>
                </a:extLst>
              </p:cNvPr>
              <p:cNvSpPr txBox="1">
                <a:spLocks noRot="1" noChangeAspect="1" noMove="1" noResize="1" noEditPoints="1" noAdjustHandles="1" noChangeArrowheads="1" noChangeShapeType="1" noTextEdit="1"/>
              </p:cNvSpPr>
              <p:nvPr/>
            </p:nvSpPr>
            <p:spPr>
              <a:xfrm>
                <a:off x="4384098" y="7427680"/>
                <a:ext cx="13932680" cy="488852"/>
              </a:xfrm>
              <a:prstGeom prst="rect">
                <a:avLst/>
              </a:prstGeom>
              <a:blipFill>
                <a:blip r:embed="rId15"/>
                <a:stretch>
                  <a:fillRect b="-12500"/>
                </a:stretch>
              </a:blipFill>
            </p:spPr>
            <p:txBody>
              <a:bodyPr/>
              <a:lstStyle/>
              <a:p>
                <a:r>
                  <a:rPr lang="zh-CN" altLang="en-US">
                    <a:noFill/>
                  </a:rPr>
                  <a:t> </a:t>
                </a:r>
              </a:p>
            </p:txBody>
          </p:sp>
        </mc:Fallback>
      </mc:AlternateContent>
      <p:pic>
        <p:nvPicPr>
          <p:cNvPr id="367" name="图片 366">
            <a:extLst>
              <a:ext uri="{FF2B5EF4-FFF2-40B4-BE49-F238E27FC236}">
                <a16:creationId xmlns:a16="http://schemas.microsoft.com/office/drawing/2014/main" id="{995E4243-B6BB-C9C8-5B20-F60629898AAE}"/>
              </a:ext>
            </a:extLst>
          </p:cNvPr>
          <p:cNvPicPr>
            <a:picLocks noChangeAspect="1"/>
          </p:cNvPicPr>
          <p:nvPr/>
        </p:nvPicPr>
        <p:blipFill>
          <a:blip r:embed="rId16">
            <a:extLst>
              <a:ext uri="{28A0092B-C50C-407E-A947-70E740481C1C}">
                <a14:useLocalDpi xmlns:a14="http://schemas.microsoft.com/office/drawing/2010/main" val="0"/>
              </a:ext>
            </a:extLst>
          </a:blip>
          <a:srcRect l="18576" t="14836" r="17725" b="21011"/>
          <a:stretch>
            <a:fillRect/>
          </a:stretch>
        </p:blipFill>
        <p:spPr>
          <a:xfrm>
            <a:off x="8314086" y="6552323"/>
            <a:ext cx="497565" cy="501115"/>
          </a:xfrm>
          <a:prstGeom prst="rect">
            <a:avLst/>
          </a:prstGeom>
        </p:spPr>
      </p:pic>
      <p:cxnSp>
        <p:nvCxnSpPr>
          <p:cNvPr id="369" name="直线连接符 368">
            <a:extLst>
              <a:ext uri="{FF2B5EF4-FFF2-40B4-BE49-F238E27FC236}">
                <a16:creationId xmlns:a16="http://schemas.microsoft.com/office/drawing/2014/main" id="{DD51DC1F-569C-3DB7-E317-FECA98C6B38D}"/>
              </a:ext>
            </a:extLst>
          </p:cNvPr>
          <p:cNvCxnSpPr>
            <a:stCxn id="235" idx="1"/>
          </p:cNvCxnSpPr>
          <p:nvPr/>
        </p:nvCxnSpPr>
        <p:spPr>
          <a:xfrm flipH="1">
            <a:off x="8149252" y="6457215"/>
            <a:ext cx="7316" cy="1948187"/>
          </a:xfrm>
          <a:prstGeom prst="line">
            <a:avLst/>
          </a:prstGeom>
          <a:ln w="28575">
            <a:solidFill>
              <a:srgbClr val="39009E"/>
            </a:solidFill>
            <a:prstDash val="lgDash"/>
          </a:ln>
        </p:spPr>
        <p:style>
          <a:lnRef idx="1">
            <a:schemeClr val="accent1"/>
          </a:lnRef>
          <a:fillRef idx="0">
            <a:schemeClr val="accent1"/>
          </a:fillRef>
          <a:effectRef idx="0">
            <a:schemeClr val="accent1"/>
          </a:effectRef>
          <a:fontRef idx="minor">
            <a:schemeClr val="tx1"/>
          </a:fontRef>
        </p:style>
      </p:cxnSp>
      <p:pic>
        <p:nvPicPr>
          <p:cNvPr id="373" name="图片 372">
            <a:extLst>
              <a:ext uri="{FF2B5EF4-FFF2-40B4-BE49-F238E27FC236}">
                <a16:creationId xmlns:a16="http://schemas.microsoft.com/office/drawing/2014/main" id="{55871CA9-BE06-5F33-3450-E00BC8C9B08D}"/>
              </a:ext>
            </a:extLst>
          </p:cNvPr>
          <p:cNvPicPr>
            <a:picLocks noChangeAspect="1"/>
          </p:cNvPicPr>
          <p:nvPr/>
        </p:nvPicPr>
        <p:blipFill>
          <a:blip r:embed="rId17">
            <a:extLst>
              <a:ext uri="{28A0092B-C50C-407E-A947-70E740481C1C}">
                <a14:useLocalDpi xmlns:a14="http://schemas.microsoft.com/office/drawing/2010/main" val="0"/>
              </a:ext>
            </a:extLst>
          </a:blip>
          <a:srcRect l="2003" t="6470" b="13258"/>
          <a:stretch>
            <a:fillRect/>
          </a:stretch>
        </p:blipFill>
        <p:spPr>
          <a:xfrm>
            <a:off x="1306653" y="6747782"/>
            <a:ext cx="6775719" cy="1773577"/>
          </a:xfrm>
          <a:prstGeom prst="rect">
            <a:avLst/>
          </a:prstGeom>
        </p:spPr>
      </p:pic>
      <mc:AlternateContent xmlns:mc="http://schemas.openxmlformats.org/markup-compatibility/2006" xmlns:a14="http://schemas.microsoft.com/office/drawing/2010/main">
        <mc:Choice Requires="a14">
          <p:sp>
            <p:nvSpPr>
              <p:cNvPr id="375" name="文本框 374">
                <a:extLst>
                  <a:ext uri="{FF2B5EF4-FFF2-40B4-BE49-F238E27FC236}">
                    <a16:creationId xmlns:a16="http://schemas.microsoft.com/office/drawing/2014/main" id="{D640525A-57B2-F51B-16B3-77FB85817409}"/>
                  </a:ext>
                </a:extLst>
              </p:cNvPr>
              <p:cNvSpPr txBox="1"/>
              <p:nvPr/>
            </p:nvSpPr>
            <p:spPr>
              <a:xfrm>
                <a:off x="-647543" y="7382858"/>
                <a:ext cx="2267386" cy="415819"/>
              </a:xfrm>
              <a:prstGeom prst="rect">
                <a:avLst/>
              </a:prstGeom>
              <a:noFill/>
            </p:spPr>
            <p:txBody>
              <a:bodyPr wrap="square">
                <a:spAutoFit/>
              </a:bodyPr>
              <a:lstStyle/>
              <a:p>
                <a:pPr/>
                <a14:m>
                  <m:oMathPara xmlns:m="http://schemas.openxmlformats.org/officeDocument/2006/math">
                    <m:oMath>
                      <m:sSub>
                        <m:sSubPr>
                          <m:ctrlPr>
                            <a:rPr kumimoji="1" lang="en-US" altLang="zh-CN" sz="2000" i="1">
                              <a:latin typeface="Cambria Math" panose="02040503050406030204" pitchFamily="18" charset="0"/>
                            </a:rPr>
                          </m:ctrlPr>
                        </m:sSubPr>
                        <m:e>
                          <m:r>
                            <a:rPr kumimoji="1" lang="en-US" altLang="zh-CN" sz="2000" i="1">
                              <a:latin typeface="Cambria Math" panose="02040503050406030204" pitchFamily="18" charset="0"/>
                            </a:rPr>
                            <m:t>ℒ</m:t>
                          </m:r>
                        </m:e>
                        <m:sub>
                          <m:r>
                            <m:rPr>
                              <m:nor/>
                            </m:rPr>
                            <a:rPr kumimoji="1" lang="en-US" altLang="zh-CN" sz="2000" i="0">
                              <a:latin typeface="Cambria Math" panose="02040503050406030204" pitchFamily="18" charset="0"/>
                            </a:rPr>
                            <m:t>ACL</m:t>
                          </m:r>
                        </m:sub>
                      </m:sSub>
                    </m:oMath>
                  </m:oMathPara>
                </a14:m>
                <a:endParaRPr lang="zh-CN" altLang="en-US" sz="2400"/>
              </a:p>
            </p:txBody>
          </p:sp>
        </mc:Choice>
        <mc:Fallback xmlns="">
          <p:sp>
            <p:nvSpPr>
              <p:cNvPr id="375" name="文本框 374">
                <a:extLst>
                  <a:ext uri="{FF2B5EF4-FFF2-40B4-BE49-F238E27FC236}">
                    <a16:creationId xmlns:a16="http://schemas.microsoft.com/office/drawing/2014/main" id="{D640525A-57B2-F51B-16B3-77FB85817409}"/>
                  </a:ext>
                </a:extLst>
              </p:cNvPr>
              <p:cNvSpPr txBox="1">
                <a:spLocks noRot="1" noChangeAspect="1" noMove="1" noResize="1" noEditPoints="1" noAdjustHandles="1" noChangeArrowheads="1" noChangeShapeType="1" noTextEdit="1"/>
              </p:cNvSpPr>
              <p:nvPr/>
            </p:nvSpPr>
            <p:spPr>
              <a:xfrm>
                <a:off x="-647543" y="7382858"/>
                <a:ext cx="2267386" cy="415819"/>
              </a:xfrm>
              <a:prstGeom prst="rect">
                <a:avLst/>
              </a:prstGeom>
              <a:blipFill>
                <a:blip r:embed="rId18"/>
                <a:stretch>
                  <a:fillRect b="-12121"/>
                </a:stretch>
              </a:blipFill>
            </p:spPr>
            <p:txBody>
              <a:bodyPr/>
              <a:lstStyle/>
              <a:p>
                <a:r>
                  <a:rPr lang="zh-CN" altLang="en-US">
                    <a:noFill/>
                  </a:rPr>
                  <a:t> </a:t>
                </a:r>
              </a:p>
            </p:txBody>
          </p:sp>
        </mc:Fallback>
      </mc:AlternateContent>
      <p:sp>
        <p:nvSpPr>
          <p:cNvPr id="377" name="左大括号 376">
            <a:extLst>
              <a:ext uri="{FF2B5EF4-FFF2-40B4-BE49-F238E27FC236}">
                <a16:creationId xmlns:a16="http://schemas.microsoft.com/office/drawing/2014/main" id="{8CA99FFE-78FF-6108-DC2D-67DF76895F6E}"/>
              </a:ext>
            </a:extLst>
          </p:cNvPr>
          <p:cNvSpPr/>
          <p:nvPr/>
        </p:nvSpPr>
        <p:spPr>
          <a:xfrm>
            <a:off x="868255" y="7053438"/>
            <a:ext cx="311155" cy="1218365"/>
          </a:xfrm>
          <a:prstGeom prst="leftBrace">
            <a:avLst/>
          </a:prstGeom>
          <a:ln w="38100">
            <a:solidFill>
              <a:srgbClr val="39009E"/>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zh-CN" altLang="en-US"/>
          </a:p>
        </p:txBody>
      </p:sp>
    </p:spTree>
    <p:extLst>
      <p:ext uri="{BB962C8B-B14F-4D97-AF65-F5344CB8AC3E}">
        <p14:creationId xmlns:p14="http://schemas.microsoft.com/office/powerpoint/2010/main" val="91748535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48056" y="182880"/>
            <a:ext cx="10927080" cy="384048"/>
          </a:xfrm>
          <a:prstGeom prst="rect">
            <a:avLst/>
          </a:prstGeom>
          <a:noFill/>
          <a:ln/>
        </p:spPr>
        <p:txBody>
          <a:bodyPr wrap="square" lIns="0" tIns="0" rIns="0" bIns="0" rtlCol="0" anchor="ctr"/>
          <a:lstStyle/>
          <a:p>
            <a:pPr indent="0" marL="0">
              <a:buNone/>
            </a:pPr>
            <a:r>
              <a:rPr lang="en-US" sz="2600" b="1" dirty="0">
                <a:solidFill>
                  <a:srgbClr val="233348"/>
                </a:solidFill>
                <a:latin typeface="Liberation Sans" pitchFamily="34" charset="0"/>
                <a:ea typeface="Liberation Sans" pitchFamily="34" charset="-122"/>
                <a:cs typeface="Liberation Sans" pitchFamily="34" charset="-120"/>
              </a:rPr>
              <a:t>Action-conditioned privileged distillation</a:t>
            </a:r>
            <a:endParaRPr lang="en-US" sz="2600" dirty="0"/>
          </a:p>
        </p:txBody>
      </p:sp>
      <p:sp>
        <p:nvSpPr>
          <p:cNvPr id="3" name="Shape 1"/>
          <p:cNvSpPr/>
          <p:nvPr/>
        </p:nvSpPr>
        <p:spPr>
          <a:xfrm>
            <a:off x="11704320" y="365760"/>
            <a:ext cx="411480" cy="0"/>
          </a:xfrm>
          <a:prstGeom prst="line">
            <a:avLst/>
          </a:prstGeom>
          <a:noFill/>
          <a:ln w="19050">
            <a:solidFill>
              <a:srgbClr val="233348"/>
            </a:solidFill>
            <a:prstDash val="solid"/>
            <a:headEnd type="none"/>
            <a:tailEnd type="triangle"/>
          </a:ln>
        </p:spPr>
      </p:sp>
      <p:sp>
        <p:nvSpPr>
          <p:cNvPr id="4" name="Text 2"/>
          <p:cNvSpPr/>
          <p:nvPr/>
        </p:nvSpPr>
        <p:spPr>
          <a:xfrm>
            <a:off x="12216384" y="228600"/>
            <a:ext cx="932688" cy="265176"/>
          </a:xfrm>
          <a:prstGeom prst="rect">
            <a:avLst/>
          </a:prstGeom>
          <a:noFill/>
          <a:ln/>
        </p:spPr>
        <p:txBody>
          <a:bodyPr wrap="square" lIns="0" tIns="0" rIns="0" bIns="0" rtlCol="0" anchor="ctr"/>
          <a:lstStyle/>
          <a:p>
            <a:pPr indent="0" marL="0">
              <a:buNone/>
            </a:pPr>
            <a:r>
              <a:rPr lang="en-US" sz="1600" dirty="0">
                <a:solidFill>
                  <a:srgbClr val="233348"/>
                </a:solidFill>
                <a:latin typeface="Liberation Sans" pitchFamily="34" charset="0"/>
                <a:ea typeface="Liberation Sans" pitchFamily="34" charset="-122"/>
                <a:cs typeface="Liberation Sans" pitchFamily="34" charset="-120"/>
              </a:rPr>
              <a:t>Forward</a:t>
            </a:r>
            <a:endParaRPr lang="en-US" sz="1600" dirty="0"/>
          </a:p>
        </p:txBody>
      </p:sp>
      <p:sp>
        <p:nvSpPr>
          <p:cNvPr id="5" name="Shape 3"/>
          <p:cNvSpPr/>
          <p:nvPr/>
        </p:nvSpPr>
        <p:spPr>
          <a:xfrm>
            <a:off x="13304520" y="365760"/>
            <a:ext cx="411480" cy="0"/>
          </a:xfrm>
          <a:prstGeom prst="line">
            <a:avLst/>
          </a:prstGeom>
          <a:noFill/>
          <a:ln w="19050">
            <a:solidFill>
              <a:srgbClr val="7952A8"/>
            </a:solidFill>
            <a:prstDash val="dash"/>
            <a:headEnd type="none"/>
            <a:tailEnd type="triangle"/>
          </a:ln>
        </p:spPr>
      </p:sp>
      <p:sp>
        <p:nvSpPr>
          <p:cNvPr id="6" name="Text 4"/>
          <p:cNvSpPr/>
          <p:nvPr/>
        </p:nvSpPr>
        <p:spPr>
          <a:xfrm>
            <a:off x="13807440" y="228600"/>
            <a:ext cx="1197864" cy="265176"/>
          </a:xfrm>
          <a:prstGeom prst="rect">
            <a:avLst/>
          </a:prstGeom>
          <a:noFill/>
          <a:ln/>
        </p:spPr>
        <p:txBody>
          <a:bodyPr wrap="square" lIns="0" tIns="0" rIns="0" bIns="0" rtlCol="0" anchor="ctr"/>
          <a:lstStyle/>
          <a:p>
            <a:pPr indent="0" marL="0">
              <a:buNone/>
            </a:pPr>
            <a:r>
              <a:rPr lang="en-US" sz="1600" dirty="0">
                <a:solidFill>
                  <a:srgbClr val="233348"/>
                </a:solidFill>
                <a:latin typeface="Liberation Sans" pitchFamily="34" charset="0"/>
                <a:ea typeface="Liberation Sans" pitchFamily="34" charset="-122"/>
                <a:cs typeface="Liberation Sans" pitchFamily="34" charset="-120"/>
              </a:rPr>
              <a:t>Supervision</a:t>
            </a:r>
            <a:endParaRPr lang="en-US" sz="1600" dirty="0"/>
          </a:p>
        </p:txBody>
      </p:sp>
      <p:sp>
        <p:nvSpPr>
          <p:cNvPr id="7" name="Shape 5"/>
          <p:cNvSpPr/>
          <p:nvPr/>
        </p:nvSpPr>
        <p:spPr>
          <a:xfrm>
            <a:off x="246888" y="694944"/>
            <a:ext cx="14749272" cy="329184"/>
          </a:xfrm>
          <a:prstGeom prst="roundRect">
            <a:avLst>
              <a:gd name="adj" fmla="val 33333"/>
            </a:avLst>
          </a:prstGeom>
          <a:solidFill>
            <a:srgbClr val="F7F9FB"/>
          </a:solidFill>
          <a:ln w="12700">
            <a:solidFill>
              <a:srgbClr val="F7F9FB"/>
            </a:solidFill>
            <a:prstDash val="solid"/>
          </a:ln>
        </p:spPr>
      </p:sp>
      <p:sp>
        <p:nvSpPr>
          <p:cNvPr id="8" name="Text 6"/>
          <p:cNvSpPr/>
          <p:nvPr/>
        </p:nvSpPr>
        <p:spPr>
          <a:xfrm>
            <a:off x="429768" y="722376"/>
            <a:ext cx="14356080" cy="256032"/>
          </a:xfrm>
          <a:prstGeom prst="rect">
            <a:avLst/>
          </a:prstGeom>
          <a:noFill/>
          <a:ln/>
        </p:spPr>
        <p:txBody>
          <a:bodyPr wrap="square" lIns="0" tIns="0" rIns="0" bIns="0" rtlCol="0" anchor="ctr"/>
          <a:lstStyle/>
          <a:p>
            <a:pPr indent="0" marL="0">
              <a:buNone/>
            </a:pPr>
            <a:r>
              <a:rPr lang="en-US" sz="1700" dirty="0">
                <a:solidFill>
                  <a:srgbClr val="64748B"/>
                </a:solidFill>
                <a:latin typeface="Liberation Sans" pitchFamily="34" charset="0"/>
                <a:ea typeface="Liberation Sans" pitchFamily="34" charset="-122"/>
                <a:cs typeface="Liberation Sans" pitchFamily="34" charset="-120"/>
              </a:rPr>
              <a:t>Shared instruction, robot state, noisy action chunk and flow time</a:t>
            </a:r>
            <a:endParaRPr lang="en-US" sz="1700" dirty="0"/>
          </a:p>
        </p:txBody>
      </p:sp>
      <p:sp>
        <p:nvSpPr>
          <p:cNvPr id="9" name="Shape 7"/>
          <p:cNvSpPr/>
          <p:nvPr/>
        </p:nvSpPr>
        <p:spPr>
          <a:xfrm>
            <a:off x="246888" y="1197864"/>
            <a:ext cx="14749272" cy="2395728"/>
          </a:xfrm>
          <a:prstGeom prst="roundRect">
            <a:avLst>
              <a:gd name="adj" fmla="val 4580"/>
            </a:avLst>
          </a:prstGeom>
          <a:solidFill>
            <a:srgbClr val="F3F7FC"/>
          </a:solidFill>
          <a:ln w="11430">
            <a:solidFill>
              <a:srgbClr val="D7E3F0"/>
            </a:solidFill>
            <a:prstDash val="solid"/>
          </a:ln>
        </p:spPr>
      </p:sp>
      <p:sp>
        <p:nvSpPr>
          <p:cNvPr id="10" name="Shape 8"/>
          <p:cNvSpPr/>
          <p:nvPr/>
        </p:nvSpPr>
        <p:spPr>
          <a:xfrm>
            <a:off x="246888" y="4489704"/>
            <a:ext cx="14749272" cy="2596896"/>
          </a:xfrm>
          <a:prstGeom prst="roundRect">
            <a:avLst>
              <a:gd name="adj" fmla="val 4225"/>
            </a:avLst>
          </a:prstGeom>
          <a:solidFill>
            <a:srgbClr val="F0F8F5"/>
          </a:solidFill>
          <a:ln w="11430">
            <a:solidFill>
              <a:srgbClr val="CCE3DC"/>
            </a:solidFill>
            <a:prstDash val="solid"/>
          </a:ln>
        </p:spPr>
      </p:sp>
      <p:sp>
        <p:nvSpPr>
          <p:cNvPr id="11" name="Text 9"/>
          <p:cNvSpPr/>
          <p:nvPr/>
        </p:nvSpPr>
        <p:spPr>
          <a:xfrm>
            <a:off x="466344" y="1344168"/>
            <a:ext cx="7132320" cy="292608"/>
          </a:xfrm>
          <a:prstGeom prst="rect">
            <a:avLst/>
          </a:prstGeom>
          <a:noFill/>
          <a:ln/>
        </p:spPr>
        <p:txBody>
          <a:bodyPr wrap="square" lIns="0" tIns="0" rIns="0" bIns="0" rtlCol="0" anchor="ctr"/>
          <a:lstStyle/>
          <a:p>
            <a:pPr indent="0" marL="0">
              <a:buNone/>
            </a:pPr>
            <a:r>
              <a:rPr lang="en-US" sz="2100" b="1" dirty="0">
                <a:solidFill>
                  <a:srgbClr val="346594"/>
                </a:solidFill>
                <a:latin typeface="Liberation Sans" pitchFamily="34" charset="0"/>
                <a:ea typeface="Liberation Sans" pitchFamily="34" charset="-122"/>
                <a:cs typeface="Liberation Sans" pitchFamily="34" charset="-120"/>
              </a:rPr>
              <a:t>FROZEN MULTI-VIEW TEACHER</a:t>
            </a:r>
            <a:endParaRPr lang="en-US" sz="2100" dirty="0"/>
          </a:p>
        </p:txBody>
      </p:sp>
      <p:sp>
        <p:nvSpPr>
          <p:cNvPr id="12" name="Text 10"/>
          <p:cNvSpPr/>
          <p:nvPr/>
        </p:nvSpPr>
        <p:spPr>
          <a:xfrm>
            <a:off x="466344" y="4645152"/>
            <a:ext cx="7498080" cy="292608"/>
          </a:xfrm>
          <a:prstGeom prst="rect">
            <a:avLst/>
          </a:prstGeom>
          <a:noFill/>
          <a:ln/>
        </p:spPr>
        <p:txBody>
          <a:bodyPr wrap="square" lIns="0" tIns="0" rIns="0" bIns="0" rtlCol="0" anchor="ctr"/>
          <a:lstStyle/>
          <a:p>
            <a:pPr indent="0" marL="0">
              <a:buNone/>
            </a:pPr>
            <a:r>
              <a:rPr lang="en-US" sz="2100" b="1" dirty="0">
                <a:solidFill>
                  <a:srgbClr val="167B70"/>
                </a:solidFill>
                <a:latin typeface="Liberation Sans" pitchFamily="34" charset="0"/>
                <a:ea typeface="Liberation Sans" pitchFamily="34" charset="-122"/>
                <a:cs typeface="Liberation Sans" pitchFamily="34" charset="-120"/>
              </a:rPr>
              <a:t>TRAINABLE SINGLE-VIEW STUDENT</a:t>
            </a:r>
            <a:endParaRPr lang="en-US" sz="2100" dirty="0"/>
          </a:p>
        </p:txBody>
      </p:sp>
      <p:sp>
        <p:nvSpPr>
          <p:cNvPr id="13" name="Shape 11"/>
          <p:cNvSpPr/>
          <p:nvPr/>
        </p:nvSpPr>
        <p:spPr>
          <a:xfrm>
            <a:off x="457200" y="1901952"/>
            <a:ext cx="768096" cy="768096"/>
          </a:xfrm>
          <a:prstGeom prst="rect">
            <a:avLst/>
          </a:prstGeom>
          <a:solidFill>
            <a:srgbClr val="FFFFFF">
              <a:alpha val="0"/>
            </a:srgbClr>
          </a:solidFill>
          <a:ln w="12700">
            <a:solidFill>
              <a:srgbClr val="346594"/>
            </a:solidFill>
            <a:prstDash val="solid"/>
          </a:ln>
        </p:spPr>
      </p:sp>
      <p:pic>
        <p:nvPicPr>
          <p:cNvPr id="14" name="Image 0" descr="/home/liutong/Projects/openpi-5090/paper/Figures/ACPD_method_overview/assets/agent.png">    </p:cNvPr>
          <p:cNvPicPr>
            <a:picLocks noChangeAspect="1"/>
          </p:cNvPicPr>
          <p:nvPr/>
        </p:nvPicPr>
        <p:blipFill>
          <a:blip r:embed="rId1"/>
          <a:stretch>
            <a:fillRect/>
          </a:stretch>
        </p:blipFill>
        <p:spPr>
          <a:xfrm>
            <a:off x="475488" y="1920240"/>
            <a:ext cx="731520" cy="731520"/>
          </a:xfrm>
          <a:prstGeom prst="rect">
            <a:avLst/>
          </a:prstGeom>
        </p:spPr>
      </p:pic>
      <p:sp>
        <p:nvSpPr>
          <p:cNvPr id="15" name="Text 12"/>
          <p:cNvSpPr/>
          <p:nvPr/>
        </p:nvSpPr>
        <p:spPr>
          <a:xfrm>
            <a:off x="402336" y="2711196"/>
            <a:ext cx="877824" cy="246888"/>
          </a:xfrm>
          <a:prstGeom prst="rect">
            <a:avLst/>
          </a:prstGeom>
          <a:noFill/>
          <a:ln/>
        </p:spPr>
        <p:txBody>
          <a:bodyPr wrap="square" lIns="0" tIns="0" rIns="0" bIns="0" rtlCol="0" anchor="ctr"/>
          <a:lstStyle/>
          <a:p>
            <a:pPr algn="ctr" indent="0" marL="0">
              <a:buNone/>
            </a:pPr>
            <a:r>
              <a:rPr lang="en-US" sz="1800" dirty="0">
                <a:solidFill>
                  <a:srgbClr val="346594"/>
                </a:solidFill>
                <a:latin typeface="Liberation Sans" pitchFamily="34" charset="0"/>
                <a:ea typeface="Liberation Sans" pitchFamily="34" charset="-122"/>
                <a:cs typeface="Liberation Sans" pitchFamily="34" charset="-120"/>
              </a:rPr>
              <a:t>Agent</a:t>
            </a:r>
            <a:endParaRPr lang="en-US" sz="1800" dirty="0"/>
          </a:p>
        </p:txBody>
      </p:sp>
      <p:sp>
        <p:nvSpPr>
          <p:cNvPr id="16" name="Shape 13"/>
          <p:cNvSpPr/>
          <p:nvPr/>
        </p:nvSpPr>
        <p:spPr>
          <a:xfrm>
            <a:off x="1335024" y="1901952"/>
            <a:ext cx="768096" cy="768096"/>
          </a:xfrm>
          <a:prstGeom prst="rect">
            <a:avLst/>
          </a:prstGeom>
          <a:solidFill>
            <a:srgbClr val="FFFFFF">
              <a:alpha val="0"/>
            </a:srgbClr>
          </a:solidFill>
          <a:ln w="12700">
            <a:solidFill>
              <a:srgbClr val="C79742"/>
            </a:solidFill>
            <a:prstDash val="solid"/>
          </a:ln>
        </p:spPr>
      </p:sp>
      <p:pic>
        <p:nvPicPr>
          <p:cNvPr id="17" name="Image 1" descr="/home/liutong/Projects/openpi-5090/paper/Figures/ACPD_method_overview/assets/wrist.png">    </p:cNvPr>
          <p:cNvPicPr>
            <a:picLocks noChangeAspect="1"/>
          </p:cNvPicPr>
          <p:nvPr/>
        </p:nvPicPr>
        <p:blipFill>
          <a:blip r:embed="rId2"/>
          <a:stretch>
            <a:fillRect/>
          </a:stretch>
        </p:blipFill>
        <p:spPr>
          <a:xfrm>
            <a:off x="1353312" y="1920240"/>
            <a:ext cx="731520" cy="731520"/>
          </a:xfrm>
          <a:prstGeom prst="rect">
            <a:avLst/>
          </a:prstGeom>
        </p:spPr>
      </p:pic>
      <p:sp>
        <p:nvSpPr>
          <p:cNvPr id="18" name="Text 14"/>
          <p:cNvSpPr/>
          <p:nvPr/>
        </p:nvSpPr>
        <p:spPr>
          <a:xfrm>
            <a:off x="1280160" y="2711196"/>
            <a:ext cx="877824" cy="246888"/>
          </a:xfrm>
          <a:prstGeom prst="rect">
            <a:avLst/>
          </a:prstGeom>
          <a:noFill/>
          <a:ln/>
        </p:spPr>
        <p:txBody>
          <a:bodyPr wrap="square" lIns="0" tIns="0" rIns="0" bIns="0" rtlCol="0" anchor="ctr"/>
          <a:lstStyle/>
          <a:p>
            <a:pPr algn="ctr" indent="0" marL="0">
              <a:buNone/>
            </a:pPr>
            <a:r>
              <a:rPr lang="en-US" sz="1800" dirty="0">
                <a:solidFill>
                  <a:srgbClr val="C79742"/>
                </a:solidFill>
                <a:latin typeface="Liberation Sans" pitchFamily="34" charset="0"/>
                <a:ea typeface="Liberation Sans" pitchFamily="34" charset="-122"/>
                <a:cs typeface="Liberation Sans" pitchFamily="34" charset="-120"/>
              </a:rPr>
              <a:t>Wrist</a:t>
            </a:r>
            <a:endParaRPr lang="en-US" sz="1800" dirty="0"/>
          </a:p>
        </p:txBody>
      </p:sp>
      <p:sp>
        <p:nvSpPr>
          <p:cNvPr id="19" name="Shape 15"/>
          <p:cNvSpPr/>
          <p:nvPr/>
        </p:nvSpPr>
        <p:spPr>
          <a:xfrm>
            <a:off x="2523744" y="1938528"/>
            <a:ext cx="1481328" cy="941832"/>
          </a:xfrm>
          <a:prstGeom prst="roundRect">
            <a:avLst>
              <a:gd name="adj" fmla="val 11650"/>
            </a:avLst>
          </a:prstGeom>
          <a:solidFill>
            <a:srgbClr val="FFFFFF"/>
          </a:solidFill>
          <a:ln w="15875">
            <a:solidFill>
              <a:srgbClr val="346594"/>
            </a:solidFill>
            <a:prstDash val="solid"/>
          </a:ln>
        </p:spPr>
      </p:sp>
      <p:sp>
        <p:nvSpPr>
          <p:cNvPr id="20" name="Text 16"/>
          <p:cNvSpPr/>
          <p:nvPr/>
        </p:nvSpPr>
        <p:spPr>
          <a:xfrm>
            <a:off x="2596896" y="2048256"/>
            <a:ext cx="1335024" cy="704088"/>
          </a:xfrm>
          <a:prstGeom prst="rect">
            <a:avLst/>
          </a:prstGeom>
          <a:noFill/>
          <a:ln/>
        </p:spPr>
        <p:txBody>
          <a:bodyPr wrap="square" lIns="0" tIns="0" rIns="0" bIns="0" rtlCol="0" anchor="ctr"/>
          <a:lstStyle/>
          <a:p>
            <a:pPr algn="ctr" indent="0" marL="0">
              <a:buNone/>
            </a:pPr>
            <a:r>
              <a:rPr lang="en-US" sz="2000" b="1" dirty="0">
                <a:solidFill>
                  <a:srgbClr val="233348"/>
                </a:solidFill>
                <a:latin typeface="Liberation Sans" pitchFamily="34" charset="0"/>
                <a:ea typeface="Liberation Sans" pitchFamily="34" charset="-122"/>
                <a:cs typeface="Liberation Sans" pitchFamily="34" charset="-120"/>
              </a:rPr>
              <a:t>VLA</a:t>
            </a:r>
            <a:endParaRPr lang="en-US" sz="2000" dirty="0"/>
          </a:p>
          <a:p>
            <a:pPr algn="ctr" indent="0" marL="0">
              <a:buNone/>
            </a:pPr>
            <a:r>
              <a:rPr lang="en-US" sz="2000" b="1" dirty="0">
                <a:solidFill>
                  <a:srgbClr val="233348"/>
                </a:solidFill>
                <a:latin typeface="Liberation Sans" pitchFamily="34" charset="0"/>
                <a:ea typeface="Liberation Sans" pitchFamily="34" charset="-122"/>
                <a:cs typeface="Liberation Sans" pitchFamily="34" charset="-120"/>
              </a:rPr>
              <a:t>backbone</a:t>
            </a:r>
            <a:endParaRPr lang="en-US" sz="2000" dirty="0"/>
          </a:p>
        </p:txBody>
      </p:sp>
      <p:sp>
        <p:nvSpPr>
          <p:cNvPr id="21" name="Shape 17"/>
          <p:cNvSpPr/>
          <p:nvPr/>
        </p:nvSpPr>
        <p:spPr>
          <a:xfrm>
            <a:off x="4517136" y="1810512"/>
            <a:ext cx="2286000" cy="1499616"/>
          </a:xfrm>
          <a:prstGeom prst="roundRect">
            <a:avLst>
              <a:gd name="adj" fmla="val 7317"/>
            </a:avLst>
          </a:prstGeom>
          <a:solidFill>
            <a:srgbClr val="FFFFFF"/>
          </a:solidFill>
          <a:ln w="15875">
            <a:solidFill>
              <a:srgbClr val="346594"/>
            </a:solidFill>
            <a:prstDash val="solid"/>
          </a:ln>
        </p:spPr>
      </p:sp>
      <p:sp>
        <p:nvSpPr>
          <p:cNvPr id="22" name="Text 18"/>
          <p:cNvSpPr/>
          <p:nvPr/>
        </p:nvSpPr>
        <p:spPr>
          <a:xfrm>
            <a:off x="4626864" y="1929384"/>
            <a:ext cx="2066544" cy="594360"/>
          </a:xfrm>
          <a:prstGeom prst="rect">
            <a:avLst/>
          </a:prstGeom>
          <a:noFill/>
          <a:ln/>
        </p:spPr>
        <p:txBody>
          <a:bodyPr wrap="square" lIns="0" tIns="0" rIns="0" bIns="0" rtlCol="0" anchor="ctr"/>
          <a:lstStyle/>
          <a:p>
            <a:pPr algn="ctr" indent="0" marL="0">
              <a:buNone/>
            </a:pPr>
            <a:r>
              <a:rPr lang="en-US" sz="2200" b="1" dirty="0">
                <a:solidFill>
                  <a:srgbClr val="233348"/>
                </a:solidFill>
                <a:latin typeface="Liberation Sans" pitchFamily="34" charset="0"/>
                <a:ea typeface="Liberation Sans" pitchFamily="34" charset="-122"/>
                <a:cs typeface="Liberation Sans" pitchFamily="34" charset="-120"/>
              </a:rPr>
              <a:t>Flow-matching</a:t>
            </a:r>
            <a:endParaRPr lang="en-US" sz="2200" dirty="0"/>
          </a:p>
          <a:p>
            <a:pPr algn="ctr" indent="0" marL="0">
              <a:buNone/>
            </a:pPr>
            <a:r>
              <a:rPr lang="en-US" sz="2200" b="1" dirty="0">
                <a:solidFill>
                  <a:srgbClr val="233348"/>
                </a:solidFill>
                <a:latin typeface="Liberation Sans" pitchFamily="34" charset="0"/>
                <a:ea typeface="Liberation Sans" pitchFamily="34" charset="-122"/>
                <a:cs typeface="Liberation Sans" pitchFamily="34" charset="-120"/>
              </a:rPr>
              <a:t>action expert</a:t>
            </a:r>
            <a:endParaRPr lang="en-US" sz="2200" dirty="0"/>
          </a:p>
        </p:txBody>
      </p:sp>
      <p:sp>
        <p:nvSpPr>
          <p:cNvPr id="23" name="Shape 19"/>
          <p:cNvSpPr/>
          <p:nvPr/>
        </p:nvSpPr>
        <p:spPr>
          <a:xfrm>
            <a:off x="4681728" y="2633472"/>
            <a:ext cx="1956816" cy="283464"/>
          </a:xfrm>
          <a:prstGeom prst="rect">
            <a:avLst>
              <a:gd name="adj" fmla="val 38710"/>
            </a:avLst>
          </a:prstGeom>
          <a:solidFill>
            <a:srgbClr val="FFFFFF"/>
          </a:solidFill>
          <a:ln w="8890">
            <a:solidFill>
              <a:srgbClr val="346594"/>
            </a:solidFill>
            <a:prstDash val="solid"/>
          </a:ln>
        </p:spPr>
      </p:sp>
      <p:sp>
        <p:nvSpPr>
          <p:cNvPr id="24" name="Text 20"/>
          <p:cNvSpPr/>
          <p:nvPr/>
        </p:nvSpPr>
        <p:spPr>
          <a:xfrm>
            <a:off x="4745736" y="2647188"/>
            <a:ext cx="822960" cy="246888"/>
          </a:xfrm>
          <a:prstGeom prst="rect">
            <a:avLst/>
          </a:prstGeom>
          <a:noFill/>
          <a:ln/>
        </p:spPr>
        <p:txBody>
          <a:bodyPr wrap="square" lIns="0" tIns="0" rIns="0" bIns="0" rtlCol="0" anchor="ctr"/>
          <a:lstStyle/>
          <a:p>
            <a:pPr indent="0" marL="0">
              <a:buNone/>
            </a:pPr>
            <a:r>
              <a:rPr lang="en-US" sz="1600" b="1" dirty="0">
                <a:solidFill>
                  <a:srgbClr val="346594"/>
                </a:solidFill>
                <a:latin typeface="Liberation Sans" pitchFamily="34" charset="0"/>
                <a:ea typeface="Liberation Sans" pitchFamily="34" charset="-122"/>
                <a:cs typeface="Liberation Sans" pitchFamily="34" charset="-120"/>
              </a:rPr>
              <a:t>Layer 10</a:t>
            </a:r>
            <a:endParaRPr lang="en-US" sz="1600" dirty="0"/>
          </a:p>
        </p:txBody>
      </p:sp>
      <p:sp>
        <p:nvSpPr>
          <p:cNvPr id="25" name="Shape 21"/>
          <p:cNvSpPr/>
          <p:nvPr/>
        </p:nvSpPr>
        <p:spPr>
          <a:xfrm>
            <a:off x="5632704" y="2690165"/>
            <a:ext cx="164592" cy="164592"/>
          </a:xfrm>
          <a:prstGeom prst="rect">
            <a:avLst>
              <a:gd name="adj" fmla="val 66667"/>
            </a:avLst>
          </a:prstGeom>
          <a:solidFill>
            <a:srgbClr val="346594"/>
          </a:solidFill>
          <a:ln w="12700">
            <a:solidFill>
              <a:srgbClr val="346594"/>
            </a:solidFill>
            <a:prstDash val="solid"/>
          </a:ln>
        </p:spPr>
      </p:sp>
      <p:sp>
        <p:nvSpPr>
          <p:cNvPr id="26" name="Shape 22"/>
          <p:cNvSpPr/>
          <p:nvPr/>
        </p:nvSpPr>
        <p:spPr>
          <a:xfrm>
            <a:off x="5861304" y="2690165"/>
            <a:ext cx="164592" cy="164592"/>
          </a:xfrm>
          <a:prstGeom prst="rect">
            <a:avLst>
              <a:gd name="adj" fmla="val 66667"/>
            </a:avLst>
          </a:prstGeom>
          <a:solidFill>
            <a:srgbClr val="346594"/>
          </a:solidFill>
          <a:ln w="12700">
            <a:solidFill>
              <a:srgbClr val="346594"/>
            </a:solidFill>
            <a:prstDash val="solid"/>
          </a:ln>
        </p:spPr>
      </p:sp>
      <p:sp>
        <p:nvSpPr>
          <p:cNvPr id="27" name="Shape 23"/>
          <p:cNvSpPr/>
          <p:nvPr/>
        </p:nvSpPr>
        <p:spPr>
          <a:xfrm>
            <a:off x="6089904" y="2690165"/>
            <a:ext cx="164592" cy="164592"/>
          </a:xfrm>
          <a:prstGeom prst="rect">
            <a:avLst>
              <a:gd name="adj" fmla="val 66667"/>
            </a:avLst>
          </a:prstGeom>
          <a:solidFill>
            <a:srgbClr val="346594"/>
          </a:solidFill>
          <a:ln w="12700">
            <a:solidFill>
              <a:srgbClr val="346594"/>
            </a:solidFill>
            <a:prstDash val="solid"/>
          </a:ln>
        </p:spPr>
      </p:sp>
      <p:sp>
        <p:nvSpPr>
          <p:cNvPr id="28" name="Shape 24"/>
          <p:cNvSpPr/>
          <p:nvPr/>
        </p:nvSpPr>
        <p:spPr>
          <a:xfrm>
            <a:off x="6318504" y="2690165"/>
            <a:ext cx="164592" cy="164592"/>
          </a:xfrm>
          <a:prstGeom prst="rect">
            <a:avLst>
              <a:gd name="adj" fmla="val 66667"/>
            </a:avLst>
          </a:prstGeom>
          <a:solidFill>
            <a:srgbClr val="346594"/>
          </a:solidFill>
          <a:ln w="12700">
            <a:solidFill>
              <a:srgbClr val="346594"/>
            </a:solidFill>
            <a:prstDash val="solid"/>
          </a:ln>
        </p:spPr>
      </p:sp>
      <p:sp>
        <p:nvSpPr>
          <p:cNvPr id="29" name="Text 25"/>
          <p:cNvSpPr/>
          <p:nvPr/>
        </p:nvSpPr>
        <p:spPr>
          <a:xfrm>
            <a:off x="4672584" y="2999232"/>
            <a:ext cx="1975104" cy="228600"/>
          </a:xfrm>
          <a:prstGeom prst="rect">
            <a:avLst/>
          </a:prstGeom>
          <a:noFill/>
          <a:ln/>
        </p:spPr>
        <p:txBody>
          <a:bodyPr wrap="square" lIns="0" tIns="0" rIns="0" bIns="0" rtlCol="0" anchor="ctr"/>
          <a:lstStyle/>
          <a:p>
            <a:pPr algn="ctr" indent="0" marL="0">
              <a:buNone/>
            </a:pPr>
            <a:r>
              <a:rPr lang="en-US" sz="1700" dirty="0">
                <a:solidFill>
                  <a:srgbClr val="64748B"/>
                </a:solidFill>
                <a:latin typeface="Liberation Sans" pitchFamily="34" charset="0"/>
                <a:ea typeface="Liberation Sans" pitchFamily="34" charset="-122"/>
                <a:cs typeface="Liberation Sans" pitchFamily="34" charset="-120"/>
              </a:rPr>
              <a:t>Final action states</a:t>
            </a:r>
            <a:endParaRPr lang="en-US" sz="1700" dirty="0"/>
          </a:p>
        </p:txBody>
      </p:sp>
      <p:sp>
        <p:nvSpPr>
          <p:cNvPr id="30" name="Shape 26"/>
          <p:cNvSpPr/>
          <p:nvPr/>
        </p:nvSpPr>
        <p:spPr>
          <a:xfrm>
            <a:off x="2130552" y="2414016"/>
            <a:ext cx="329184" cy="0"/>
          </a:xfrm>
          <a:prstGeom prst="line">
            <a:avLst/>
          </a:prstGeom>
          <a:noFill/>
          <a:ln w="19050">
            <a:solidFill>
              <a:srgbClr val="346594"/>
            </a:solidFill>
            <a:prstDash val="solid"/>
            <a:headEnd type="none"/>
            <a:tailEnd type="triangle"/>
          </a:ln>
        </p:spPr>
      </p:sp>
      <p:sp>
        <p:nvSpPr>
          <p:cNvPr id="31" name="Shape 27"/>
          <p:cNvSpPr/>
          <p:nvPr/>
        </p:nvSpPr>
        <p:spPr>
          <a:xfrm>
            <a:off x="4050792" y="2414016"/>
            <a:ext cx="393192" cy="0"/>
          </a:xfrm>
          <a:prstGeom prst="line">
            <a:avLst/>
          </a:prstGeom>
          <a:noFill/>
          <a:ln w="19050">
            <a:solidFill>
              <a:srgbClr val="346594"/>
            </a:solidFill>
            <a:prstDash val="solid"/>
            <a:headEnd type="none"/>
            <a:tailEnd type="triangle"/>
          </a:ln>
        </p:spPr>
      </p:sp>
      <p:sp>
        <p:nvSpPr>
          <p:cNvPr id="32" name="Shape 28"/>
          <p:cNvSpPr/>
          <p:nvPr/>
        </p:nvSpPr>
        <p:spPr>
          <a:xfrm>
            <a:off x="6839712" y="2167128"/>
            <a:ext cx="466344" cy="0"/>
          </a:xfrm>
          <a:prstGeom prst="line">
            <a:avLst/>
          </a:prstGeom>
          <a:noFill/>
          <a:ln w="19050">
            <a:solidFill>
              <a:srgbClr val="346594"/>
            </a:solidFill>
            <a:prstDash val="solid"/>
            <a:headEnd type="none"/>
            <a:tailEnd type="triangle"/>
          </a:ln>
        </p:spPr>
      </p:sp>
      <p:sp>
        <p:nvSpPr>
          <p:cNvPr id="33" name="Text 29"/>
          <p:cNvSpPr/>
          <p:nvPr/>
        </p:nvSpPr>
        <p:spPr>
          <a:xfrm>
            <a:off x="7388352" y="1947672"/>
            <a:ext cx="640080" cy="384048"/>
          </a:xfrm>
          <a:prstGeom prst="rect">
            <a:avLst/>
          </a:prstGeom>
          <a:noFill/>
          <a:ln/>
        </p:spPr>
        <p:txBody>
          <a:bodyPr wrap="square" lIns="0" tIns="0" rIns="0" bIns="0" rtlCol="0" anchor="ctr"/>
          <a:lstStyle/>
          <a:p>
            <a:pPr algn="ctr" indent="0" marL="0">
              <a:buNone/>
            </a:pPr>
            <a:r>
              <a:rPr lang="en-US" sz="3000" i="1" dirty="0">
                <a:solidFill>
                  <a:srgbClr val="346594"/>
                </a:solidFill>
                <a:latin typeface="Liberation Serif" pitchFamily="34" charset="0"/>
                <a:ea typeface="Liberation Serif" pitchFamily="34" charset="-122"/>
                <a:cs typeface="Liberation Serif" pitchFamily="34" charset="-120"/>
              </a:rPr>
              <a:t>vᵗ</a:t>
            </a:r>
            <a:endParaRPr lang="en-US" sz="3000" dirty="0"/>
          </a:p>
        </p:txBody>
      </p:sp>
      <p:sp>
        <p:nvSpPr>
          <p:cNvPr id="34" name="Text 30"/>
          <p:cNvSpPr/>
          <p:nvPr/>
        </p:nvSpPr>
        <p:spPr>
          <a:xfrm>
            <a:off x="6940296" y="2386584"/>
            <a:ext cx="1627632" cy="256032"/>
          </a:xfrm>
          <a:prstGeom prst="rect">
            <a:avLst/>
          </a:prstGeom>
          <a:noFill/>
          <a:ln/>
        </p:spPr>
        <p:txBody>
          <a:bodyPr wrap="square" lIns="0" tIns="0" rIns="0" bIns="0" rtlCol="0" anchor="ctr"/>
          <a:lstStyle/>
          <a:p>
            <a:pPr algn="ctr" indent="0" marL="0">
              <a:buNone/>
            </a:pPr>
            <a:r>
              <a:rPr lang="en-US" sz="1600" dirty="0">
                <a:solidFill>
                  <a:srgbClr val="346594"/>
                </a:solidFill>
                <a:latin typeface="Liberation Sans" pitchFamily="34" charset="0"/>
                <a:ea typeface="Liberation Sans" pitchFamily="34" charset="-122"/>
                <a:cs typeface="Liberation Sans" pitchFamily="34" charset="-120"/>
              </a:rPr>
              <a:t>Teacher velocity</a:t>
            </a:r>
            <a:endParaRPr lang="en-US" sz="1600" dirty="0"/>
          </a:p>
        </p:txBody>
      </p:sp>
      <p:sp>
        <p:nvSpPr>
          <p:cNvPr id="35" name="Shape 31"/>
          <p:cNvSpPr/>
          <p:nvPr/>
        </p:nvSpPr>
        <p:spPr>
          <a:xfrm>
            <a:off x="8741664" y="1801368"/>
            <a:ext cx="4078224" cy="1563624"/>
          </a:xfrm>
          <a:prstGeom prst="roundRect">
            <a:avLst>
              <a:gd name="adj" fmla="val 7018"/>
            </a:avLst>
          </a:prstGeom>
          <a:solidFill>
            <a:srgbClr val="FFFFFF"/>
          </a:solidFill>
          <a:ln w="11430">
            <a:solidFill>
              <a:srgbClr val="C9D7E7"/>
            </a:solidFill>
            <a:prstDash val="solid"/>
          </a:ln>
        </p:spPr>
      </p:sp>
      <p:sp>
        <p:nvSpPr>
          <p:cNvPr id="36" name="Text 32"/>
          <p:cNvSpPr/>
          <p:nvPr/>
        </p:nvSpPr>
        <p:spPr>
          <a:xfrm>
            <a:off x="8897112" y="1920240"/>
            <a:ext cx="3767328" cy="292608"/>
          </a:xfrm>
          <a:prstGeom prst="rect">
            <a:avLst/>
          </a:prstGeom>
          <a:noFill/>
          <a:ln/>
        </p:spPr>
        <p:txBody>
          <a:bodyPr wrap="square" lIns="0" tIns="0" rIns="0" bIns="0" rtlCol="0" anchor="ctr"/>
          <a:lstStyle/>
          <a:p>
            <a:pPr indent="0" marL="0">
              <a:buNone/>
            </a:pPr>
            <a:r>
              <a:rPr lang="en-US" sz="2000" b="1" dirty="0">
                <a:solidFill>
                  <a:srgbClr val="346594"/>
                </a:solidFill>
                <a:latin typeface="Liberation Sans" pitchFamily="34" charset="0"/>
                <a:ea typeface="Liberation Sans" pitchFamily="34" charset="-122"/>
                <a:cs typeface="Liberation Sans" pitchFamily="34" charset="-120"/>
              </a:rPr>
              <a:t>Teacher-native cue extraction</a:t>
            </a:r>
            <a:endParaRPr lang="en-US" sz="2000" dirty="0"/>
          </a:p>
        </p:txBody>
      </p:sp>
      <p:sp>
        <p:nvSpPr>
          <p:cNvPr id="37" name="Shape 33"/>
          <p:cNvSpPr/>
          <p:nvPr/>
        </p:nvSpPr>
        <p:spPr>
          <a:xfrm>
            <a:off x="8942832" y="2432304"/>
            <a:ext cx="140818" cy="164592"/>
          </a:xfrm>
          <a:prstGeom prst="rect">
            <a:avLst>
              <a:gd name="adj" fmla="val 77922"/>
            </a:avLst>
          </a:prstGeom>
          <a:solidFill>
            <a:srgbClr val="6D90B2"/>
          </a:solidFill>
          <a:ln w="12700">
            <a:solidFill>
              <a:srgbClr val="6D90B2"/>
            </a:solidFill>
            <a:prstDash val="solid"/>
          </a:ln>
        </p:spPr>
      </p:sp>
      <p:sp>
        <p:nvSpPr>
          <p:cNvPr id="38" name="Shape 34"/>
          <p:cNvSpPr/>
          <p:nvPr/>
        </p:nvSpPr>
        <p:spPr>
          <a:xfrm>
            <a:off x="9106510" y="2432304"/>
            <a:ext cx="140818" cy="164592"/>
          </a:xfrm>
          <a:prstGeom prst="rect">
            <a:avLst>
              <a:gd name="adj" fmla="val 77922"/>
            </a:avLst>
          </a:prstGeom>
          <a:solidFill>
            <a:srgbClr val="A6BBD0"/>
          </a:solidFill>
          <a:ln w="12700">
            <a:solidFill>
              <a:srgbClr val="A6BBD0"/>
            </a:solidFill>
            <a:prstDash val="solid"/>
          </a:ln>
        </p:spPr>
      </p:sp>
      <p:sp>
        <p:nvSpPr>
          <p:cNvPr id="39" name="Shape 35"/>
          <p:cNvSpPr/>
          <p:nvPr/>
        </p:nvSpPr>
        <p:spPr>
          <a:xfrm>
            <a:off x="9270187" y="2432304"/>
            <a:ext cx="140818" cy="164592"/>
          </a:xfrm>
          <a:prstGeom prst="rect">
            <a:avLst>
              <a:gd name="adj" fmla="val 77922"/>
            </a:avLst>
          </a:prstGeom>
          <a:solidFill>
            <a:srgbClr val="EFE2CA"/>
          </a:solidFill>
          <a:ln w="12700">
            <a:solidFill>
              <a:srgbClr val="EFE2CA"/>
            </a:solidFill>
            <a:prstDash val="solid"/>
          </a:ln>
        </p:spPr>
      </p:sp>
      <p:sp>
        <p:nvSpPr>
          <p:cNvPr id="40" name="Shape 36"/>
          <p:cNvSpPr/>
          <p:nvPr/>
        </p:nvSpPr>
        <p:spPr>
          <a:xfrm>
            <a:off x="9433865" y="2432304"/>
            <a:ext cx="140818" cy="164592"/>
          </a:xfrm>
          <a:prstGeom prst="rect">
            <a:avLst>
              <a:gd name="adj" fmla="val 77922"/>
            </a:avLst>
          </a:prstGeom>
          <a:solidFill>
            <a:srgbClr val="E0C697"/>
          </a:solidFill>
          <a:ln w="12700">
            <a:solidFill>
              <a:srgbClr val="E0C697"/>
            </a:solidFill>
            <a:prstDash val="solid"/>
          </a:ln>
        </p:spPr>
      </p:sp>
      <p:sp>
        <p:nvSpPr>
          <p:cNvPr id="41" name="Shape 37"/>
          <p:cNvSpPr/>
          <p:nvPr/>
        </p:nvSpPr>
        <p:spPr>
          <a:xfrm>
            <a:off x="9597542" y="2432304"/>
            <a:ext cx="140818" cy="164592"/>
          </a:xfrm>
          <a:prstGeom prst="rect">
            <a:avLst>
              <a:gd name="adj" fmla="val 77922"/>
            </a:avLst>
          </a:prstGeom>
          <a:solidFill>
            <a:srgbClr val="EEF0F2"/>
          </a:solidFill>
          <a:ln w="12700">
            <a:solidFill>
              <a:srgbClr val="EEF0F2"/>
            </a:solidFill>
            <a:prstDash val="solid"/>
          </a:ln>
        </p:spPr>
      </p:sp>
      <p:sp>
        <p:nvSpPr>
          <p:cNvPr id="42" name="Shape 38"/>
          <p:cNvSpPr/>
          <p:nvPr/>
        </p:nvSpPr>
        <p:spPr>
          <a:xfrm>
            <a:off x="9761220" y="2432304"/>
            <a:ext cx="140818" cy="164592"/>
          </a:xfrm>
          <a:prstGeom prst="rect">
            <a:avLst>
              <a:gd name="adj" fmla="val 77922"/>
            </a:avLst>
          </a:prstGeom>
          <a:solidFill>
            <a:srgbClr val="E7E9ED"/>
          </a:solidFill>
          <a:ln w="12700">
            <a:solidFill>
              <a:srgbClr val="E7E9ED"/>
            </a:solidFill>
            <a:prstDash val="solid"/>
          </a:ln>
        </p:spPr>
      </p:sp>
      <p:sp>
        <p:nvSpPr>
          <p:cNvPr id="43" name="Shape 39"/>
          <p:cNvSpPr/>
          <p:nvPr/>
        </p:nvSpPr>
        <p:spPr>
          <a:xfrm>
            <a:off x="9924898" y="2432304"/>
            <a:ext cx="140818" cy="164592"/>
          </a:xfrm>
          <a:prstGeom prst="rect">
            <a:avLst>
              <a:gd name="adj" fmla="val 77922"/>
            </a:avLst>
          </a:prstGeom>
          <a:solidFill>
            <a:srgbClr val="F2F4F6"/>
          </a:solidFill>
          <a:ln w="12700">
            <a:solidFill>
              <a:srgbClr val="F2F4F6"/>
            </a:solidFill>
            <a:prstDash val="solid"/>
          </a:ln>
        </p:spPr>
      </p:sp>
      <p:sp>
        <p:nvSpPr>
          <p:cNvPr id="44" name="Shape 40"/>
          <p:cNvSpPr/>
          <p:nvPr/>
        </p:nvSpPr>
        <p:spPr>
          <a:xfrm>
            <a:off x="10088575" y="2432304"/>
            <a:ext cx="140818" cy="164592"/>
          </a:xfrm>
          <a:prstGeom prst="rect">
            <a:avLst>
              <a:gd name="adj" fmla="val 77922"/>
            </a:avLst>
          </a:prstGeom>
          <a:solidFill>
            <a:srgbClr val="EDEEF1"/>
          </a:solidFill>
          <a:ln w="12700">
            <a:solidFill>
              <a:srgbClr val="EDEEF1"/>
            </a:solidFill>
            <a:prstDash val="solid"/>
          </a:ln>
        </p:spPr>
      </p:sp>
      <p:sp>
        <p:nvSpPr>
          <p:cNvPr id="45" name="Shape 41"/>
          <p:cNvSpPr/>
          <p:nvPr/>
        </p:nvSpPr>
        <p:spPr>
          <a:xfrm>
            <a:off x="8942832" y="2624328"/>
            <a:ext cx="140818" cy="164592"/>
          </a:xfrm>
          <a:prstGeom prst="rect">
            <a:avLst>
              <a:gd name="adj" fmla="val 77922"/>
            </a:avLst>
          </a:prstGeom>
          <a:solidFill>
            <a:srgbClr val="B6C8D8"/>
          </a:solidFill>
          <a:ln w="12700">
            <a:solidFill>
              <a:srgbClr val="B6C8D8"/>
            </a:solidFill>
            <a:prstDash val="solid"/>
          </a:ln>
        </p:spPr>
      </p:sp>
      <p:sp>
        <p:nvSpPr>
          <p:cNvPr id="46" name="Shape 42"/>
          <p:cNvSpPr/>
          <p:nvPr/>
        </p:nvSpPr>
        <p:spPr>
          <a:xfrm>
            <a:off x="9106510" y="2624328"/>
            <a:ext cx="140818" cy="164592"/>
          </a:xfrm>
          <a:prstGeom prst="rect">
            <a:avLst>
              <a:gd name="adj" fmla="val 77922"/>
            </a:avLst>
          </a:prstGeom>
          <a:solidFill>
            <a:srgbClr val="81A0BD"/>
          </a:solidFill>
          <a:ln w="12700">
            <a:solidFill>
              <a:srgbClr val="81A0BD"/>
            </a:solidFill>
            <a:prstDash val="solid"/>
          </a:ln>
        </p:spPr>
      </p:sp>
      <p:sp>
        <p:nvSpPr>
          <p:cNvPr id="47" name="Shape 43"/>
          <p:cNvSpPr/>
          <p:nvPr/>
        </p:nvSpPr>
        <p:spPr>
          <a:xfrm>
            <a:off x="9270187" y="2624328"/>
            <a:ext cx="140818" cy="164592"/>
          </a:xfrm>
          <a:prstGeom prst="rect">
            <a:avLst>
              <a:gd name="adj" fmla="val 77922"/>
            </a:avLst>
          </a:prstGeom>
          <a:solidFill>
            <a:srgbClr val="D5B171"/>
          </a:solidFill>
          <a:ln w="12700">
            <a:solidFill>
              <a:srgbClr val="D5B171"/>
            </a:solidFill>
            <a:prstDash val="solid"/>
          </a:ln>
        </p:spPr>
      </p:sp>
      <p:sp>
        <p:nvSpPr>
          <p:cNvPr id="48" name="Shape 44"/>
          <p:cNvSpPr/>
          <p:nvPr/>
        </p:nvSpPr>
        <p:spPr>
          <a:xfrm>
            <a:off x="9433865" y="2624328"/>
            <a:ext cx="140818" cy="164592"/>
          </a:xfrm>
          <a:prstGeom prst="rect">
            <a:avLst>
              <a:gd name="adj" fmla="val 77922"/>
            </a:avLst>
          </a:prstGeom>
          <a:solidFill>
            <a:srgbClr val="E7D3B0"/>
          </a:solidFill>
          <a:ln w="12700">
            <a:solidFill>
              <a:srgbClr val="E7D3B0"/>
            </a:solidFill>
            <a:prstDash val="solid"/>
          </a:ln>
        </p:spPr>
      </p:sp>
      <p:sp>
        <p:nvSpPr>
          <p:cNvPr id="49" name="Shape 45"/>
          <p:cNvSpPr/>
          <p:nvPr/>
        </p:nvSpPr>
        <p:spPr>
          <a:xfrm>
            <a:off x="9597542" y="2624328"/>
            <a:ext cx="140818" cy="164592"/>
          </a:xfrm>
          <a:prstGeom prst="rect">
            <a:avLst>
              <a:gd name="adj" fmla="val 77922"/>
            </a:avLst>
          </a:prstGeom>
          <a:solidFill>
            <a:srgbClr val="E4E7EB"/>
          </a:solidFill>
          <a:ln w="12700">
            <a:solidFill>
              <a:srgbClr val="E4E7EB"/>
            </a:solidFill>
            <a:prstDash val="solid"/>
          </a:ln>
        </p:spPr>
      </p:sp>
      <p:sp>
        <p:nvSpPr>
          <p:cNvPr id="50" name="Shape 46"/>
          <p:cNvSpPr/>
          <p:nvPr/>
        </p:nvSpPr>
        <p:spPr>
          <a:xfrm>
            <a:off x="9761220" y="2624328"/>
            <a:ext cx="140818" cy="164592"/>
          </a:xfrm>
          <a:prstGeom prst="rect">
            <a:avLst>
              <a:gd name="adj" fmla="val 77922"/>
            </a:avLst>
          </a:prstGeom>
          <a:solidFill>
            <a:srgbClr val="EEF0F2"/>
          </a:solidFill>
          <a:ln w="12700">
            <a:solidFill>
              <a:srgbClr val="EEF0F2"/>
            </a:solidFill>
            <a:prstDash val="solid"/>
          </a:ln>
        </p:spPr>
      </p:sp>
      <p:sp>
        <p:nvSpPr>
          <p:cNvPr id="51" name="Shape 47"/>
          <p:cNvSpPr/>
          <p:nvPr/>
        </p:nvSpPr>
        <p:spPr>
          <a:xfrm>
            <a:off x="9924898" y="2624328"/>
            <a:ext cx="140818" cy="164592"/>
          </a:xfrm>
          <a:prstGeom prst="rect">
            <a:avLst>
              <a:gd name="adj" fmla="val 77922"/>
            </a:avLst>
          </a:prstGeom>
          <a:solidFill>
            <a:srgbClr val="EAECEF"/>
          </a:solidFill>
          <a:ln w="12700">
            <a:solidFill>
              <a:srgbClr val="EAECEF"/>
            </a:solidFill>
            <a:prstDash val="solid"/>
          </a:ln>
        </p:spPr>
      </p:sp>
      <p:sp>
        <p:nvSpPr>
          <p:cNvPr id="52" name="Shape 48"/>
          <p:cNvSpPr/>
          <p:nvPr/>
        </p:nvSpPr>
        <p:spPr>
          <a:xfrm>
            <a:off x="10088575" y="2624328"/>
            <a:ext cx="140818" cy="164592"/>
          </a:xfrm>
          <a:prstGeom prst="rect">
            <a:avLst>
              <a:gd name="adj" fmla="val 77922"/>
            </a:avLst>
          </a:prstGeom>
          <a:solidFill>
            <a:srgbClr val="F4F5F7"/>
          </a:solidFill>
          <a:ln w="12700">
            <a:solidFill>
              <a:srgbClr val="F4F5F7"/>
            </a:solidFill>
            <a:prstDash val="solid"/>
          </a:ln>
        </p:spPr>
      </p:sp>
      <p:sp>
        <p:nvSpPr>
          <p:cNvPr id="53" name="Shape 49"/>
          <p:cNvSpPr/>
          <p:nvPr/>
        </p:nvSpPr>
        <p:spPr>
          <a:xfrm>
            <a:off x="8942832" y="2816352"/>
            <a:ext cx="140818" cy="164592"/>
          </a:xfrm>
          <a:prstGeom prst="rect">
            <a:avLst>
              <a:gd name="adj" fmla="val 77922"/>
            </a:avLst>
          </a:prstGeom>
          <a:solidFill>
            <a:srgbClr val="8BA7C2"/>
          </a:solidFill>
          <a:ln w="12700">
            <a:solidFill>
              <a:srgbClr val="8BA7C2"/>
            </a:solidFill>
            <a:prstDash val="solid"/>
          </a:ln>
        </p:spPr>
      </p:sp>
      <p:sp>
        <p:nvSpPr>
          <p:cNvPr id="54" name="Shape 50"/>
          <p:cNvSpPr/>
          <p:nvPr/>
        </p:nvSpPr>
        <p:spPr>
          <a:xfrm>
            <a:off x="9106510" y="2816352"/>
            <a:ext cx="140818" cy="164592"/>
          </a:xfrm>
          <a:prstGeom prst="rect">
            <a:avLst>
              <a:gd name="adj" fmla="val 77922"/>
            </a:avLst>
          </a:prstGeom>
          <a:solidFill>
            <a:srgbClr val="D4DFE9"/>
          </a:solidFill>
          <a:ln w="12700">
            <a:solidFill>
              <a:srgbClr val="D4DFE9"/>
            </a:solidFill>
            <a:prstDash val="solid"/>
          </a:ln>
        </p:spPr>
      </p:sp>
      <p:sp>
        <p:nvSpPr>
          <p:cNvPr id="55" name="Shape 51"/>
          <p:cNvSpPr/>
          <p:nvPr/>
        </p:nvSpPr>
        <p:spPr>
          <a:xfrm>
            <a:off x="9270187" y="2816352"/>
            <a:ext cx="140818" cy="164592"/>
          </a:xfrm>
          <a:prstGeom prst="rect">
            <a:avLst>
              <a:gd name="adj" fmla="val 77922"/>
            </a:avLst>
          </a:prstGeom>
          <a:solidFill>
            <a:srgbClr val="EAD7B7"/>
          </a:solidFill>
          <a:ln w="12700">
            <a:solidFill>
              <a:srgbClr val="EAD7B7"/>
            </a:solidFill>
            <a:prstDash val="solid"/>
          </a:ln>
        </p:spPr>
      </p:sp>
      <p:sp>
        <p:nvSpPr>
          <p:cNvPr id="56" name="Shape 52"/>
          <p:cNvSpPr/>
          <p:nvPr/>
        </p:nvSpPr>
        <p:spPr>
          <a:xfrm>
            <a:off x="9433865" y="2816352"/>
            <a:ext cx="140818" cy="164592"/>
          </a:xfrm>
          <a:prstGeom prst="rect">
            <a:avLst>
              <a:gd name="adj" fmla="val 77922"/>
            </a:avLst>
          </a:prstGeom>
          <a:solidFill>
            <a:srgbClr val="D6B273"/>
          </a:solidFill>
          <a:ln w="12700">
            <a:solidFill>
              <a:srgbClr val="D6B273"/>
            </a:solidFill>
            <a:prstDash val="solid"/>
          </a:ln>
        </p:spPr>
      </p:sp>
      <p:sp>
        <p:nvSpPr>
          <p:cNvPr id="57" name="Shape 53"/>
          <p:cNvSpPr/>
          <p:nvPr/>
        </p:nvSpPr>
        <p:spPr>
          <a:xfrm>
            <a:off x="9597542" y="2816352"/>
            <a:ext cx="140818" cy="164592"/>
          </a:xfrm>
          <a:prstGeom prst="rect">
            <a:avLst>
              <a:gd name="adj" fmla="val 77922"/>
            </a:avLst>
          </a:prstGeom>
          <a:solidFill>
            <a:srgbClr val="EBEDF0"/>
          </a:solidFill>
          <a:ln w="12700">
            <a:solidFill>
              <a:srgbClr val="EBEDF0"/>
            </a:solidFill>
            <a:prstDash val="solid"/>
          </a:ln>
        </p:spPr>
      </p:sp>
      <p:sp>
        <p:nvSpPr>
          <p:cNvPr id="58" name="Shape 54"/>
          <p:cNvSpPr/>
          <p:nvPr/>
        </p:nvSpPr>
        <p:spPr>
          <a:xfrm>
            <a:off x="9761220" y="2816352"/>
            <a:ext cx="140818" cy="164592"/>
          </a:xfrm>
          <a:prstGeom prst="rect">
            <a:avLst>
              <a:gd name="adj" fmla="val 77922"/>
            </a:avLst>
          </a:prstGeom>
          <a:solidFill>
            <a:srgbClr val="F1F2F5"/>
          </a:solidFill>
          <a:ln w="12700">
            <a:solidFill>
              <a:srgbClr val="F1F2F5"/>
            </a:solidFill>
            <a:prstDash val="solid"/>
          </a:ln>
        </p:spPr>
      </p:sp>
      <p:sp>
        <p:nvSpPr>
          <p:cNvPr id="59" name="Shape 55"/>
          <p:cNvSpPr/>
          <p:nvPr/>
        </p:nvSpPr>
        <p:spPr>
          <a:xfrm>
            <a:off x="9924898" y="2816352"/>
            <a:ext cx="140818" cy="164592"/>
          </a:xfrm>
          <a:prstGeom prst="rect">
            <a:avLst>
              <a:gd name="adj" fmla="val 77922"/>
            </a:avLst>
          </a:prstGeom>
          <a:solidFill>
            <a:srgbClr val="F4F5F7"/>
          </a:solidFill>
          <a:ln w="12700">
            <a:solidFill>
              <a:srgbClr val="F4F5F7"/>
            </a:solidFill>
            <a:prstDash val="solid"/>
          </a:ln>
        </p:spPr>
      </p:sp>
      <p:sp>
        <p:nvSpPr>
          <p:cNvPr id="60" name="Shape 56"/>
          <p:cNvSpPr/>
          <p:nvPr/>
        </p:nvSpPr>
        <p:spPr>
          <a:xfrm>
            <a:off x="10088575" y="2816352"/>
            <a:ext cx="140818" cy="164592"/>
          </a:xfrm>
          <a:prstGeom prst="rect">
            <a:avLst>
              <a:gd name="adj" fmla="val 77922"/>
            </a:avLst>
          </a:prstGeom>
          <a:solidFill>
            <a:srgbClr val="E8EBEE"/>
          </a:solidFill>
          <a:ln w="12700">
            <a:solidFill>
              <a:srgbClr val="E8EBEE"/>
            </a:solidFill>
            <a:prstDash val="solid"/>
          </a:ln>
        </p:spPr>
      </p:sp>
      <p:sp>
        <p:nvSpPr>
          <p:cNvPr id="61" name="Text 57"/>
          <p:cNvSpPr/>
          <p:nvPr/>
        </p:nvSpPr>
        <p:spPr>
          <a:xfrm>
            <a:off x="8814816" y="3054096"/>
            <a:ext cx="1965960" cy="219456"/>
          </a:xfrm>
          <a:prstGeom prst="rect">
            <a:avLst/>
          </a:prstGeom>
          <a:noFill/>
          <a:ln/>
        </p:spPr>
        <p:txBody>
          <a:bodyPr wrap="square" lIns="0" tIns="0" rIns="0" bIns="0" rtlCol="0" anchor="ctr"/>
          <a:lstStyle/>
          <a:p>
            <a:pPr algn="ctr" indent="0" marL="0">
              <a:buNone/>
            </a:pPr>
            <a:r>
              <a:rPr lang="en-US" sz="1600" dirty="0">
                <a:solidFill>
                  <a:srgbClr val="64748B"/>
                </a:solidFill>
                <a:latin typeface="Liberation Sans" pitchFamily="34" charset="0"/>
                <a:ea typeface="Liberation Sans" pitchFamily="34" charset="-122"/>
                <a:cs typeface="Liberation Sans" pitchFamily="34" charset="-120"/>
              </a:rPr>
              <a:t>Per-action attention</a:t>
            </a:r>
            <a:endParaRPr lang="en-US" sz="1600" dirty="0"/>
          </a:p>
        </p:txBody>
      </p:sp>
      <p:sp>
        <p:nvSpPr>
          <p:cNvPr id="62" name="Shape 58"/>
          <p:cNvSpPr/>
          <p:nvPr/>
        </p:nvSpPr>
        <p:spPr>
          <a:xfrm>
            <a:off x="10991088" y="2295144"/>
            <a:ext cx="1673352" cy="1042416"/>
          </a:xfrm>
          <a:prstGeom prst="roundRect">
            <a:avLst>
              <a:gd name="adj" fmla="val 10526"/>
            </a:avLst>
          </a:prstGeom>
          <a:solidFill>
            <a:srgbClr val="F6F8FC"/>
          </a:solidFill>
          <a:ln w="7620">
            <a:solidFill>
              <a:srgbClr val="E4EAF3"/>
            </a:solidFill>
            <a:prstDash val="solid"/>
          </a:ln>
        </p:spPr>
      </p:sp>
      <p:sp>
        <p:nvSpPr>
          <p:cNvPr id="63" name="Shape 59"/>
          <p:cNvSpPr/>
          <p:nvPr/>
        </p:nvSpPr>
        <p:spPr>
          <a:xfrm>
            <a:off x="11082528" y="2368296"/>
            <a:ext cx="1490472" cy="384048"/>
          </a:xfrm>
          <a:prstGeom prst="roundRect">
            <a:avLst>
              <a:gd name="adj" fmla="val 28571"/>
            </a:avLst>
          </a:prstGeom>
          <a:solidFill>
            <a:srgbClr val="FFFFFF"/>
          </a:solidFill>
          <a:ln w="11430">
            <a:solidFill>
              <a:srgbClr val="346594"/>
            </a:solidFill>
            <a:prstDash val="solid"/>
          </a:ln>
        </p:spPr>
      </p:sp>
      <p:sp>
        <p:nvSpPr>
          <p:cNvPr id="64" name="Text 60"/>
          <p:cNvSpPr/>
          <p:nvPr/>
        </p:nvSpPr>
        <p:spPr>
          <a:xfrm>
            <a:off x="11164824" y="2386584"/>
            <a:ext cx="658368" cy="329184"/>
          </a:xfrm>
          <a:prstGeom prst="rect">
            <a:avLst/>
          </a:prstGeom>
          <a:noFill/>
          <a:ln/>
        </p:spPr>
        <p:txBody>
          <a:bodyPr wrap="square" lIns="0" tIns="0" rIns="0" bIns="0" rtlCol="0" anchor="ctr"/>
          <a:lstStyle/>
          <a:p>
            <a:pPr indent="0" marL="0">
              <a:buNone/>
            </a:pPr>
            <a:r>
              <a:rPr lang="en-US" sz="2200" i="1" dirty="0">
                <a:solidFill>
                  <a:srgbClr val="233348"/>
                </a:solidFill>
                <a:latin typeface="Liberation Serif" pitchFamily="34" charset="0"/>
                <a:ea typeface="Liberation Serif" pitchFamily="34" charset="-122"/>
                <a:cs typeface="Liberation Serif" pitchFamily="34" charset="-120"/>
              </a:rPr>
              <a:t>C</a:t>
            </a:r>
            <a:pPr indent="0" marL="0">
              <a:buNone/>
            </a:pPr>
            <a:r>
              <a:rPr lang="en-US" sz="1350" baseline="-40000" dirty="0">
                <a:solidFill>
                  <a:srgbClr val="233348"/>
                </a:solidFill>
                <a:latin typeface="Liberation Sans" pitchFamily="34" charset="0"/>
                <a:ea typeface="Liberation Sans" pitchFamily="34" charset="-122"/>
                <a:cs typeface="Liberation Sans" pitchFamily="34" charset="-120"/>
              </a:rPr>
              <a:t>agent</a:t>
            </a:r>
            <a:endParaRPr lang="en-US" sz="2200" dirty="0"/>
          </a:p>
        </p:txBody>
      </p:sp>
      <p:sp>
        <p:nvSpPr>
          <p:cNvPr id="65" name="Shape 61"/>
          <p:cNvSpPr/>
          <p:nvPr/>
        </p:nvSpPr>
        <p:spPr>
          <a:xfrm>
            <a:off x="11896344" y="2491740"/>
            <a:ext cx="100584" cy="137160"/>
          </a:xfrm>
          <a:prstGeom prst="rect">
            <a:avLst>
              <a:gd name="adj" fmla="val 109091"/>
            </a:avLst>
          </a:prstGeom>
          <a:solidFill>
            <a:srgbClr val="346594"/>
          </a:solidFill>
          <a:ln w="12700">
            <a:solidFill>
              <a:srgbClr val="346594"/>
            </a:solidFill>
            <a:prstDash val="solid"/>
          </a:ln>
        </p:spPr>
      </p:sp>
      <p:sp>
        <p:nvSpPr>
          <p:cNvPr id="66" name="Shape 62"/>
          <p:cNvSpPr/>
          <p:nvPr/>
        </p:nvSpPr>
        <p:spPr>
          <a:xfrm>
            <a:off x="12042648" y="2491740"/>
            <a:ext cx="100584" cy="137160"/>
          </a:xfrm>
          <a:prstGeom prst="rect">
            <a:avLst>
              <a:gd name="adj" fmla="val 109091"/>
            </a:avLst>
          </a:prstGeom>
          <a:solidFill>
            <a:srgbClr val="346594"/>
          </a:solidFill>
          <a:ln w="12700">
            <a:solidFill>
              <a:srgbClr val="346594"/>
            </a:solidFill>
            <a:prstDash val="solid"/>
          </a:ln>
        </p:spPr>
      </p:sp>
      <p:sp>
        <p:nvSpPr>
          <p:cNvPr id="67" name="Shape 63"/>
          <p:cNvSpPr/>
          <p:nvPr/>
        </p:nvSpPr>
        <p:spPr>
          <a:xfrm>
            <a:off x="12188952" y="2491740"/>
            <a:ext cx="100584" cy="137160"/>
          </a:xfrm>
          <a:prstGeom prst="rect">
            <a:avLst>
              <a:gd name="adj" fmla="val 109091"/>
            </a:avLst>
          </a:prstGeom>
          <a:solidFill>
            <a:srgbClr val="346594"/>
          </a:solidFill>
          <a:ln w="12700">
            <a:solidFill>
              <a:srgbClr val="346594"/>
            </a:solidFill>
            <a:prstDash val="solid"/>
          </a:ln>
        </p:spPr>
      </p:sp>
      <p:sp>
        <p:nvSpPr>
          <p:cNvPr id="68" name="Shape 64"/>
          <p:cNvSpPr/>
          <p:nvPr/>
        </p:nvSpPr>
        <p:spPr>
          <a:xfrm>
            <a:off x="12335256" y="2491740"/>
            <a:ext cx="100584" cy="137160"/>
          </a:xfrm>
          <a:prstGeom prst="rect">
            <a:avLst>
              <a:gd name="adj" fmla="val 109091"/>
            </a:avLst>
          </a:prstGeom>
          <a:solidFill>
            <a:srgbClr val="346594"/>
          </a:solidFill>
          <a:ln w="12700">
            <a:solidFill>
              <a:srgbClr val="346594"/>
            </a:solidFill>
            <a:prstDash val="solid"/>
          </a:ln>
        </p:spPr>
      </p:sp>
      <p:sp>
        <p:nvSpPr>
          <p:cNvPr id="69" name="Shape 65"/>
          <p:cNvSpPr/>
          <p:nvPr/>
        </p:nvSpPr>
        <p:spPr>
          <a:xfrm>
            <a:off x="11082528" y="2880360"/>
            <a:ext cx="1490472" cy="384048"/>
          </a:xfrm>
          <a:prstGeom prst="roundRect">
            <a:avLst>
              <a:gd name="adj" fmla="val 28571"/>
            </a:avLst>
          </a:prstGeom>
          <a:solidFill>
            <a:srgbClr val="FFFFFF"/>
          </a:solidFill>
          <a:ln w="11430">
            <a:solidFill>
              <a:srgbClr val="C79742"/>
            </a:solidFill>
            <a:prstDash val="solid"/>
          </a:ln>
        </p:spPr>
      </p:sp>
      <p:sp>
        <p:nvSpPr>
          <p:cNvPr id="70" name="Text 66"/>
          <p:cNvSpPr/>
          <p:nvPr/>
        </p:nvSpPr>
        <p:spPr>
          <a:xfrm>
            <a:off x="11164824" y="2898648"/>
            <a:ext cx="658368" cy="329184"/>
          </a:xfrm>
          <a:prstGeom prst="rect">
            <a:avLst/>
          </a:prstGeom>
          <a:noFill/>
          <a:ln/>
        </p:spPr>
        <p:txBody>
          <a:bodyPr wrap="square" lIns="0" tIns="0" rIns="0" bIns="0" rtlCol="0" anchor="ctr"/>
          <a:lstStyle/>
          <a:p>
            <a:pPr indent="0" marL="0">
              <a:buNone/>
            </a:pPr>
            <a:r>
              <a:rPr lang="en-US" sz="2200" i="1" dirty="0">
                <a:solidFill>
                  <a:srgbClr val="233348"/>
                </a:solidFill>
                <a:latin typeface="Liberation Serif" pitchFamily="34" charset="0"/>
                <a:ea typeface="Liberation Serif" pitchFamily="34" charset="-122"/>
                <a:cs typeface="Liberation Serif" pitchFamily="34" charset="-120"/>
              </a:rPr>
              <a:t>C</a:t>
            </a:r>
            <a:pPr indent="0" marL="0">
              <a:buNone/>
            </a:pPr>
            <a:r>
              <a:rPr lang="en-US" sz="1350" baseline="-40000" dirty="0">
                <a:solidFill>
                  <a:srgbClr val="233348"/>
                </a:solidFill>
                <a:latin typeface="Liberation Sans" pitchFamily="34" charset="0"/>
                <a:ea typeface="Liberation Sans" pitchFamily="34" charset="-122"/>
                <a:cs typeface="Liberation Sans" pitchFamily="34" charset="-120"/>
              </a:rPr>
              <a:t>wrist</a:t>
            </a:r>
            <a:endParaRPr lang="en-US" sz="2200" dirty="0"/>
          </a:p>
        </p:txBody>
      </p:sp>
      <p:sp>
        <p:nvSpPr>
          <p:cNvPr id="71" name="Shape 67"/>
          <p:cNvSpPr/>
          <p:nvPr/>
        </p:nvSpPr>
        <p:spPr>
          <a:xfrm>
            <a:off x="11896344" y="3003804"/>
            <a:ext cx="100584" cy="137160"/>
          </a:xfrm>
          <a:prstGeom prst="rect">
            <a:avLst>
              <a:gd name="adj" fmla="val 109091"/>
            </a:avLst>
          </a:prstGeom>
          <a:solidFill>
            <a:srgbClr val="C79742"/>
          </a:solidFill>
          <a:ln w="12700">
            <a:solidFill>
              <a:srgbClr val="C79742"/>
            </a:solidFill>
            <a:prstDash val="solid"/>
          </a:ln>
        </p:spPr>
      </p:sp>
      <p:sp>
        <p:nvSpPr>
          <p:cNvPr id="72" name="Shape 68"/>
          <p:cNvSpPr/>
          <p:nvPr/>
        </p:nvSpPr>
        <p:spPr>
          <a:xfrm>
            <a:off x="12042648" y="3003804"/>
            <a:ext cx="100584" cy="137160"/>
          </a:xfrm>
          <a:prstGeom prst="rect">
            <a:avLst>
              <a:gd name="adj" fmla="val 109091"/>
            </a:avLst>
          </a:prstGeom>
          <a:solidFill>
            <a:srgbClr val="C79742"/>
          </a:solidFill>
          <a:ln w="12700">
            <a:solidFill>
              <a:srgbClr val="C79742"/>
            </a:solidFill>
            <a:prstDash val="solid"/>
          </a:ln>
        </p:spPr>
      </p:sp>
      <p:sp>
        <p:nvSpPr>
          <p:cNvPr id="73" name="Shape 69"/>
          <p:cNvSpPr/>
          <p:nvPr/>
        </p:nvSpPr>
        <p:spPr>
          <a:xfrm>
            <a:off x="12188952" y="3003804"/>
            <a:ext cx="100584" cy="137160"/>
          </a:xfrm>
          <a:prstGeom prst="rect">
            <a:avLst>
              <a:gd name="adj" fmla="val 109091"/>
            </a:avLst>
          </a:prstGeom>
          <a:solidFill>
            <a:srgbClr val="C79742"/>
          </a:solidFill>
          <a:ln w="12700">
            <a:solidFill>
              <a:srgbClr val="C79742"/>
            </a:solidFill>
            <a:prstDash val="solid"/>
          </a:ln>
        </p:spPr>
      </p:sp>
      <p:sp>
        <p:nvSpPr>
          <p:cNvPr id="74" name="Shape 70"/>
          <p:cNvSpPr/>
          <p:nvPr/>
        </p:nvSpPr>
        <p:spPr>
          <a:xfrm>
            <a:off x="12335256" y="3003804"/>
            <a:ext cx="100584" cy="137160"/>
          </a:xfrm>
          <a:prstGeom prst="rect">
            <a:avLst>
              <a:gd name="adj" fmla="val 109091"/>
            </a:avLst>
          </a:prstGeom>
          <a:solidFill>
            <a:srgbClr val="C79742"/>
          </a:solidFill>
          <a:ln w="12700">
            <a:solidFill>
              <a:srgbClr val="C79742"/>
            </a:solidFill>
            <a:prstDash val="solid"/>
          </a:ln>
        </p:spPr>
      </p:sp>
      <p:sp>
        <p:nvSpPr>
          <p:cNvPr id="75" name="Shape 71"/>
          <p:cNvSpPr/>
          <p:nvPr/>
        </p:nvSpPr>
        <p:spPr>
          <a:xfrm>
            <a:off x="10332720" y="2706624"/>
            <a:ext cx="347472" cy="0"/>
          </a:xfrm>
          <a:prstGeom prst="line">
            <a:avLst/>
          </a:prstGeom>
          <a:noFill/>
          <a:ln w="19050">
            <a:solidFill>
              <a:srgbClr val="346594"/>
            </a:solidFill>
            <a:prstDash val="solid"/>
            <a:headEnd type="none"/>
            <a:tailEnd type="none"/>
          </a:ln>
        </p:spPr>
      </p:sp>
      <p:sp>
        <p:nvSpPr>
          <p:cNvPr id="76" name="Shape 72"/>
          <p:cNvSpPr/>
          <p:nvPr/>
        </p:nvSpPr>
        <p:spPr>
          <a:xfrm flipV="1">
            <a:off x="10680192" y="2560320"/>
            <a:ext cx="0" cy="146304"/>
          </a:xfrm>
          <a:prstGeom prst="line">
            <a:avLst/>
          </a:prstGeom>
          <a:noFill/>
          <a:ln w="19050">
            <a:solidFill>
              <a:srgbClr val="346594"/>
            </a:solidFill>
            <a:prstDash val="solid"/>
            <a:headEnd type="none"/>
            <a:tailEnd type="none"/>
          </a:ln>
        </p:spPr>
      </p:sp>
      <p:sp>
        <p:nvSpPr>
          <p:cNvPr id="77" name="Shape 73"/>
          <p:cNvSpPr/>
          <p:nvPr/>
        </p:nvSpPr>
        <p:spPr>
          <a:xfrm>
            <a:off x="10680192" y="2560320"/>
            <a:ext cx="329184" cy="0"/>
          </a:xfrm>
          <a:prstGeom prst="line">
            <a:avLst/>
          </a:prstGeom>
          <a:noFill/>
          <a:ln w="19050">
            <a:solidFill>
              <a:srgbClr val="346594"/>
            </a:solidFill>
            <a:prstDash val="solid"/>
            <a:headEnd type="none"/>
            <a:tailEnd type="triangle"/>
          </a:ln>
        </p:spPr>
      </p:sp>
      <p:sp>
        <p:nvSpPr>
          <p:cNvPr id="78" name="Shape 74"/>
          <p:cNvSpPr/>
          <p:nvPr/>
        </p:nvSpPr>
        <p:spPr>
          <a:xfrm>
            <a:off x="10680192" y="2706624"/>
            <a:ext cx="0" cy="365760"/>
          </a:xfrm>
          <a:prstGeom prst="line">
            <a:avLst/>
          </a:prstGeom>
          <a:noFill/>
          <a:ln w="19050">
            <a:solidFill>
              <a:srgbClr val="C79742"/>
            </a:solidFill>
            <a:prstDash val="solid"/>
            <a:headEnd type="none"/>
            <a:tailEnd type="none"/>
          </a:ln>
        </p:spPr>
      </p:sp>
      <p:sp>
        <p:nvSpPr>
          <p:cNvPr id="79" name="Shape 75"/>
          <p:cNvSpPr/>
          <p:nvPr/>
        </p:nvSpPr>
        <p:spPr>
          <a:xfrm>
            <a:off x="10680192" y="3072384"/>
            <a:ext cx="329184" cy="0"/>
          </a:xfrm>
          <a:prstGeom prst="line">
            <a:avLst/>
          </a:prstGeom>
          <a:noFill/>
          <a:ln w="19050">
            <a:solidFill>
              <a:srgbClr val="C79742"/>
            </a:solidFill>
            <a:prstDash val="solid"/>
            <a:headEnd type="none"/>
            <a:tailEnd type="triangle"/>
          </a:ln>
        </p:spPr>
      </p:sp>
      <p:sp>
        <p:nvSpPr>
          <p:cNvPr id="80" name="Shape 76"/>
          <p:cNvSpPr/>
          <p:nvPr/>
        </p:nvSpPr>
        <p:spPr>
          <a:xfrm>
            <a:off x="6812280" y="2779776"/>
            <a:ext cx="1581912" cy="0"/>
          </a:xfrm>
          <a:prstGeom prst="line">
            <a:avLst/>
          </a:prstGeom>
          <a:noFill/>
          <a:ln w="19050">
            <a:solidFill>
              <a:srgbClr val="346594"/>
            </a:solidFill>
            <a:prstDash val="solid"/>
            <a:headEnd type="none"/>
            <a:tailEnd type="none"/>
          </a:ln>
        </p:spPr>
      </p:sp>
      <p:sp>
        <p:nvSpPr>
          <p:cNvPr id="81" name="Shape 77"/>
          <p:cNvSpPr/>
          <p:nvPr/>
        </p:nvSpPr>
        <p:spPr>
          <a:xfrm flipV="1">
            <a:off x="8394192" y="2715768"/>
            <a:ext cx="0" cy="64008"/>
          </a:xfrm>
          <a:prstGeom prst="line">
            <a:avLst/>
          </a:prstGeom>
          <a:noFill/>
          <a:ln w="19050">
            <a:solidFill>
              <a:srgbClr val="346594"/>
            </a:solidFill>
            <a:prstDash val="solid"/>
            <a:headEnd type="none"/>
            <a:tailEnd type="none"/>
          </a:ln>
        </p:spPr>
      </p:sp>
      <p:sp>
        <p:nvSpPr>
          <p:cNvPr id="82" name="Shape 78"/>
          <p:cNvSpPr/>
          <p:nvPr/>
        </p:nvSpPr>
        <p:spPr>
          <a:xfrm>
            <a:off x="8394192" y="2715768"/>
            <a:ext cx="292608" cy="0"/>
          </a:xfrm>
          <a:prstGeom prst="line">
            <a:avLst/>
          </a:prstGeom>
          <a:noFill/>
          <a:ln w="19050">
            <a:solidFill>
              <a:srgbClr val="346594"/>
            </a:solidFill>
            <a:prstDash val="solid"/>
            <a:headEnd type="none"/>
            <a:tailEnd type="triangle"/>
          </a:ln>
        </p:spPr>
      </p:sp>
      <p:sp>
        <p:nvSpPr>
          <p:cNvPr id="83" name="Text 79"/>
          <p:cNvSpPr/>
          <p:nvPr/>
        </p:nvSpPr>
        <p:spPr>
          <a:xfrm>
            <a:off x="7059168" y="2926080"/>
            <a:ext cx="1554480" cy="502920"/>
          </a:xfrm>
          <a:prstGeom prst="rect">
            <a:avLst/>
          </a:prstGeom>
          <a:noFill/>
          <a:ln/>
        </p:spPr>
        <p:txBody>
          <a:bodyPr wrap="square" lIns="0" tIns="0" rIns="0" bIns="0" rtlCol="0" anchor="ctr"/>
          <a:lstStyle/>
          <a:p>
            <a:pPr algn="ctr" indent="0" marL="0">
              <a:buNone/>
            </a:pPr>
            <a:r>
              <a:rPr lang="en-US" sz="1700" dirty="0">
                <a:solidFill>
                  <a:srgbClr val="346594"/>
                </a:solidFill>
                <a:latin typeface="Liberation Sans" pitchFamily="34" charset="0"/>
                <a:ea typeface="Liberation Sans" pitchFamily="34" charset="-122"/>
                <a:cs typeface="Liberation Sans" pitchFamily="34" charset="-120"/>
              </a:rPr>
              <a:t>Attention</a:t>
            </a:r>
            <a:endParaRPr lang="en-US" sz="1700" dirty="0"/>
          </a:p>
          <a:p>
            <a:pPr algn="ctr" indent="0" marL="0">
              <a:buNone/>
            </a:pPr>
            <a:r>
              <a:rPr lang="en-US" sz="1700" dirty="0">
                <a:solidFill>
                  <a:srgbClr val="346594"/>
                </a:solidFill>
                <a:latin typeface="Liberation Sans" pitchFamily="34" charset="0"/>
                <a:ea typeface="Liberation Sans" pitchFamily="34" charset="-122"/>
                <a:cs typeface="Liberation Sans" pitchFamily="34" charset="-120"/>
              </a:rPr>
              <a:t>&amp; values</a:t>
            </a:r>
            <a:endParaRPr lang="en-US" sz="1700" dirty="0"/>
          </a:p>
        </p:txBody>
      </p:sp>
      <p:sp>
        <p:nvSpPr>
          <p:cNvPr id="84" name="Text 80"/>
          <p:cNvSpPr/>
          <p:nvPr/>
        </p:nvSpPr>
        <p:spPr>
          <a:xfrm>
            <a:off x="8897112" y="3410712"/>
            <a:ext cx="3767328" cy="173736"/>
          </a:xfrm>
          <a:prstGeom prst="rect">
            <a:avLst/>
          </a:prstGeom>
          <a:noFill/>
          <a:ln/>
        </p:spPr>
        <p:txBody>
          <a:bodyPr wrap="square" lIns="0" tIns="0" rIns="0" bIns="0" rtlCol="0" anchor="ctr"/>
          <a:lstStyle/>
          <a:p>
            <a:pPr algn="ctr" indent="0" marL="0">
              <a:buNone/>
            </a:pPr>
            <a:r>
              <a:rPr lang="en-US" sz="1550" dirty="0">
                <a:solidFill>
                  <a:srgbClr val="346594"/>
                </a:solidFill>
                <a:latin typeface="Liberation Sans" pitchFamily="34" charset="0"/>
                <a:ea typeface="Liberation Sans" pitchFamily="34" charset="-122"/>
                <a:cs typeface="Liberation Sans" pitchFamily="34" charset="-120"/>
              </a:rPr>
              <a:t>View-wise values → projection × scale</a:t>
            </a:r>
            <a:endParaRPr lang="en-US" sz="1550" dirty="0"/>
          </a:p>
        </p:txBody>
      </p:sp>
      <p:sp>
        <p:nvSpPr>
          <p:cNvPr id="85" name="Shape 81"/>
          <p:cNvSpPr/>
          <p:nvPr/>
        </p:nvSpPr>
        <p:spPr>
          <a:xfrm flipV="1">
            <a:off x="7708392" y="1709928"/>
            <a:ext cx="0" cy="219456"/>
          </a:xfrm>
          <a:prstGeom prst="line">
            <a:avLst/>
          </a:prstGeom>
          <a:noFill/>
          <a:ln w="19050">
            <a:solidFill>
              <a:srgbClr val="346594"/>
            </a:solidFill>
            <a:prstDash val="dash"/>
            <a:headEnd type="none"/>
            <a:tailEnd type="none"/>
          </a:ln>
        </p:spPr>
      </p:sp>
      <p:sp>
        <p:nvSpPr>
          <p:cNvPr id="86" name="Shape 82"/>
          <p:cNvSpPr/>
          <p:nvPr/>
        </p:nvSpPr>
        <p:spPr>
          <a:xfrm>
            <a:off x="7708392" y="1709928"/>
            <a:ext cx="6025896" cy="0"/>
          </a:xfrm>
          <a:prstGeom prst="line">
            <a:avLst/>
          </a:prstGeom>
          <a:noFill/>
          <a:ln w="19050">
            <a:solidFill>
              <a:srgbClr val="346594"/>
            </a:solidFill>
            <a:prstDash val="dash"/>
            <a:headEnd type="none"/>
            <a:tailEnd type="none"/>
          </a:ln>
        </p:spPr>
      </p:sp>
      <p:sp>
        <p:nvSpPr>
          <p:cNvPr id="87" name="Shape 83"/>
          <p:cNvSpPr/>
          <p:nvPr/>
        </p:nvSpPr>
        <p:spPr>
          <a:xfrm>
            <a:off x="13734288" y="1709928"/>
            <a:ext cx="0" cy="2020824"/>
          </a:xfrm>
          <a:prstGeom prst="line">
            <a:avLst/>
          </a:prstGeom>
          <a:noFill/>
          <a:ln w="19050">
            <a:solidFill>
              <a:srgbClr val="346594"/>
            </a:solidFill>
            <a:prstDash val="dash"/>
            <a:headEnd type="none"/>
            <a:tailEnd type="triangle"/>
          </a:ln>
        </p:spPr>
      </p:sp>
      <p:sp>
        <p:nvSpPr>
          <p:cNvPr id="88" name="Shape 84"/>
          <p:cNvSpPr/>
          <p:nvPr/>
        </p:nvSpPr>
        <p:spPr>
          <a:xfrm>
            <a:off x="8659368" y="3831336"/>
            <a:ext cx="2962656" cy="466344"/>
          </a:xfrm>
          <a:prstGeom prst="roundRect">
            <a:avLst>
              <a:gd name="adj" fmla="val 23529"/>
            </a:avLst>
          </a:prstGeom>
          <a:solidFill>
            <a:srgbClr val="F6F1FB"/>
          </a:solidFill>
          <a:ln w="11430">
            <a:solidFill>
              <a:srgbClr val="D8CAE8"/>
            </a:solidFill>
            <a:prstDash val="solid"/>
          </a:ln>
        </p:spPr>
      </p:sp>
      <p:sp>
        <p:nvSpPr>
          <p:cNvPr id="89" name="Text 85"/>
          <p:cNvSpPr/>
          <p:nvPr/>
        </p:nvSpPr>
        <p:spPr>
          <a:xfrm>
            <a:off x="8778240" y="3895344"/>
            <a:ext cx="2724912" cy="310896"/>
          </a:xfrm>
          <a:prstGeom prst="rect">
            <a:avLst/>
          </a:prstGeom>
          <a:noFill/>
          <a:ln/>
        </p:spPr>
        <p:txBody>
          <a:bodyPr wrap="square" lIns="0" tIns="0" rIns="0" bIns="0" rtlCol="0" anchor="ctr"/>
          <a:lstStyle/>
          <a:p>
            <a:pPr algn="ctr" indent="0" marL="0">
              <a:buNone/>
            </a:pPr>
            <a:r>
              <a:rPr lang="en-US" sz="2000" b="1" dirty="0">
                <a:solidFill>
                  <a:srgbClr val="7952A8"/>
                </a:solidFill>
                <a:latin typeface="Liberation Sans" pitchFamily="34" charset="0"/>
                <a:ea typeface="Liberation Sans" pitchFamily="34" charset="-122"/>
                <a:cs typeface="Liberation Sans" pitchFamily="34" charset="-120"/>
              </a:rPr>
              <a:t>PCD · cue regression</a:t>
            </a:r>
            <a:endParaRPr lang="en-US" sz="2000" dirty="0"/>
          </a:p>
        </p:txBody>
      </p:sp>
      <p:sp>
        <p:nvSpPr>
          <p:cNvPr id="90" name="Shape 86"/>
          <p:cNvSpPr/>
          <p:nvPr/>
        </p:nvSpPr>
        <p:spPr>
          <a:xfrm>
            <a:off x="12701016" y="2816352"/>
            <a:ext cx="237744" cy="0"/>
          </a:xfrm>
          <a:prstGeom prst="line">
            <a:avLst/>
          </a:prstGeom>
          <a:noFill/>
          <a:ln w="19050">
            <a:solidFill>
              <a:srgbClr val="7952A8"/>
            </a:solidFill>
            <a:prstDash val="dash"/>
            <a:headEnd type="none"/>
            <a:tailEnd type="none"/>
          </a:ln>
        </p:spPr>
      </p:sp>
      <p:sp>
        <p:nvSpPr>
          <p:cNvPr id="91" name="Shape 87"/>
          <p:cNvSpPr/>
          <p:nvPr/>
        </p:nvSpPr>
        <p:spPr>
          <a:xfrm>
            <a:off x="12938760" y="2816352"/>
            <a:ext cx="0" cy="1243584"/>
          </a:xfrm>
          <a:prstGeom prst="line">
            <a:avLst/>
          </a:prstGeom>
          <a:noFill/>
          <a:ln w="19050">
            <a:solidFill>
              <a:srgbClr val="7952A8"/>
            </a:solidFill>
            <a:prstDash val="dash"/>
            <a:headEnd type="none"/>
            <a:tailEnd type="none"/>
          </a:ln>
        </p:spPr>
      </p:sp>
      <p:sp>
        <p:nvSpPr>
          <p:cNvPr id="92" name="Shape 88"/>
          <p:cNvSpPr/>
          <p:nvPr/>
        </p:nvSpPr>
        <p:spPr>
          <a:xfrm flipH="1">
            <a:off x="11676888" y="4059936"/>
            <a:ext cx="1261872" cy="0"/>
          </a:xfrm>
          <a:prstGeom prst="line">
            <a:avLst/>
          </a:prstGeom>
          <a:noFill/>
          <a:ln w="19050">
            <a:solidFill>
              <a:srgbClr val="7952A8"/>
            </a:solidFill>
            <a:prstDash val="dash"/>
            <a:headEnd type="none"/>
            <a:tailEnd type="triangle"/>
          </a:ln>
        </p:spPr>
      </p:sp>
      <p:sp>
        <p:nvSpPr>
          <p:cNvPr id="93" name="Shape 89"/>
          <p:cNvSpPr/>
          <p:nvPr/>
        </p:nvSpPr>
        <p:spPr>
          <a:xfrm>
            <a:off x="10524744" y="5431536"/>
            <a:ext cx="54864" cy="0"/>
          </a:xfrm>
          <a:prstGeom prst="line">
            <a:avLst/>
          </a:prstGeom>
          <a:noFill/>
          <a:ln w="19050">
            <a:solidFill>
              <a:srgbClr val="7952A8"/>
            </a:solidFill>
            <a:prstDash val="dash"/>
            <a:headEnd type="none"/>
            <a:tailEnd type="none"/>
          </a:ln>
        </p:spPr>
      </p:sp>
      <p:sp>
        <p:nvSpPr>
          <p:cNvPr id="94" name="Shape 90"/>
          <p:cNvSpPr/>
          <p:nvPr/>
        </p:nvSpPr>
        <p:spPr>
          <a:xfrm flipV="1">
            <a:off x="10579608" y="4352544"/>
            <a:ext cx="0" cy="1078992"/>
          </a:xfrm>
          <a:prstGeom prst="line">
            <a:avLst/>
          </a:prstGeom>
          <a:noFill/>
          <a:ln w="19050">
            <a:solidFill>
              <a:srgbClr val="7952A8"/>
            </a:solidFill>
            <a:prstDash val="dash"/>
            <a:headEnd type="none"/>
            <a:tailEnd type="triangle"/>
          </a:ln>
        </p:spPr>
      </p:sp>
      <p:sp>
        <p:nvSpPr>
          <p:cNvPr id="95" name="Shape 91"/>
          <p:cNvSpPr/>
          <p:nvPr/>
        </p:nvSpPr>
        <p:spPr>
          <a:xfrm>
            <a:off x="694944" y="5440680"/>
            <a:ext cx="1024128" cy="1024128"/>
          </a:xfrm>
          <a:prstGeom prst="rect">
            <a:avLst/>
          </a:prstGeom>
          <a:solidFill>
            <a:srgbClr val="FFFFFF">
              <a:alpha val="0"/>
            </a:srgbClr>
          </a:solidFill>
          <a:ln w="12700">
            <a:solidFill>
              <a:srgbClr val="167B70"/>
            </a:solidFill>
            <a:prstDash val="solid"/>
          </a:ln>
        </p:spPr>
      </p:sp>
      <p:pic>
        <p:nvPicPr>
          <p:cNvPr id="96" name="Image 2" descr="/home/liutong/Projects/openpi-5090/paper/Figures/ACPD_method_overview/assets/back.png">    </p:cNvPr>
          <p:cNvPicPr>
            <a:picLocks noChangeAspect="1"/>
          </p:cNvPicPr>
          <p:nvPr/>
        </p:nvPicPr>
        <p:blipFill>
          <a:blip r:embed="rId3"/>
          <a:stretch>
            <a:fillRect/>
          </a:stretch>
        </p:blipFill>
        <p:spPr>
          <a:xfrm>
            <a:off x="713232" y="5458968"/>
            <a:ext cx="987552" cy="987552"/>
          </a:xfrm>
          <a:prstGeom prst="rect">
            <a:avLst/>
          </a:prstGeom>
        </p:spPr>
      </p:pic>
      <p:sp>
        <p:nvSpPr>
          <p:cNvPr id="97" name="Text 92"/>
          <p:cNvSpPr/>
          <p:nvPr/>
        </p:nvSpPr>
        <p:spPr>
          <a:xfrm>
            <a:off x="640080" y="6505956"/>
            <a:ext cx="1133856" cy="246888"/>
          </a:xfrm>
          <a:prstGeom prst="rect">
            <a:avLst/>
          </a:prstGeom>
          <a:noFill/>
          <a:ln/>
        </p:spPr>
        <p:txBody>
          <a:bodyPr wrap="square" lIns="0" tIns="0" rIns="0" bIns="0" rtlCol="0" anchor="ctr"/>
          <a:lstStyle/>
          <a:p>
            <a:pPr algn="ctr" indent="0" marL="0">
              <a:buNone/>
            </a:pPr>
            <a:r>
              <a:rPr lang="en-US" sz="1800" dirty="0">
                <a:solidFill>
                  <a:srgbClr val="167B70"/>
                </a:solidFill>
                <a:latin typeface="Liberation Sans" pitchFamily="34" charset="0"/>
                <a:ea typeface="Liberation Sans" pitchFamily="34" charset="-122"/>
                <a:cs typeface="Liberation Sans" pitchFamily="34" charset="-120"/>
              </a:rPr>
              <a:t>Weak view</a:t>
            </a:r>
            <a:endParaRPr lang="en-US" sz="1800" dirty="0"/>
          </a:p>
        </p:txBody>
      </p:sp>
      <p:sp>
        <p:nvSpPr>
          <p:cNvPr id="98" name="Shape 93"/>
          <p:cNvSpPr/>
          <p:nvPr/>
        </p:nvSpPr>
        <p:spPr>
          <a:xfrm>
            <a:off x="2523744" y="5458968"/>
            <a:ext cx="1481328" cy="941832"/>
          </a:xfrm>
          <a:prstGeom prst="roundRect">
            <a:avLst>
              <a:gd name="adj" fmla="val 11650"/>
            </a:avLst>
          </a:prstGeom>
          <a:solidFill>
            <a:srgbClr val="FFFFFF"/>
          </a:solidFill>
          <a:ln w="15875">
            <a:solidFill>
              <a:srgbClr val="167B70"/>
            </a:solidFill>
            <a:prstDash val="solid"/>
          </a:ln>
        </p:spPr>
      </p:sp>
      <p:sp>
        <p:nvSpPr>
          <p:cNvPr id="99" name="Text 94"/>
          <p:cNvSpPr/>
          <p:nvPr/>
        </p:nvSpPr>
        <p:spPr>
          <a:xfrm>
            <a:off x="2596896" y="5568696"/>
            <a:ext cx="1335024" cy="704088"/>
          </a:xfrm>
          <a:prstGeom prst="rect">
            <a:avLst/>
          </a:prstGeom>
          <a:noFill/>
          <a:ln/>
        </p:spPr>
        <p:txBody>
          <a:bodyPr wrap="square" lIns="0" tIns="0" rIns="0" bIns="0" rtlCol="0" anchor="ctr"/>
          <a:lstStyle/>
          <a:p>
            <a:pPr algn="ctr" indent="0" marL="0">
              <a:buNone/>
            </a:pPr>
            <a:r>
              <a:rPr lang="en-US" sz="2000" b="1" dirty="0">
                <a:solidFill>
                  <a:srgbClr val="233348"/>
                </a:solidFill>
                <a:latin typeface="Liberation Sans" pitchFamily="34" charset="0"/>
                <a:ea typeface="Liberation Sans" pitchFamily="34" charset="-122"/>
                <a:cs typeface="Liberation Sans" pitchFamily="34" charset="-120"/>
              </a:rPr>
              <a:t>VLA</a:t>
            </a:r>
            <a:endParaRPr lang="en-US" sz="2000" dirty="0"/>
          </a:p>
          <a:p>
            <a:pPr algn="ctr" indent="0" marL="0">
              <a:buNone/>
            </a:pPr>
            <a:r>
              <a:rPr lang="en-US" sz="2000" b="1" dirty="0">
                <a:solidFill>
                  <a:srgbClr val="233348"/>
                </a:solidFill>
                <a:latin typeface="Liberation Sans" pitchFamily="34" charset="0"/>
                <a:ea typeface="Liberation Sans" pitchFamily="34" charset="-122"/>
                <a:cs typeface="Liberation Sans" pitchFamily="34" charset="-120"/>
              </a:rPr>
              <a:t>backbone</a:t>
            </a:r>
            <a:endParaRPr lang="en-US" sz="2000" dirty="0"/>
          </a:p>
        </p:txBody>
      </p:sp>
      <p:sp>
        <p:nvSpPr>
          <p:cNvPr id="100" name="Shape 95"/>
          <p:cNvSpPr/>
          <p:nvPr/>
        </p:nvSpPr>
        <p:spPr>
          <a:xfrm>
            <a:off x="4517136" y="5093208"/>
            <a:ext cx="2286000" cy="1499616"/>
          </a:xfrm>
          <a:prstGeom prst="roundRect">
            <a:avLst>
              <a:gd name="adj" fmla="val 7317"/>
            </a:avLst>
          </a:prstGeom>
          <a:solidFill>
            <a:srgbClr val="FFFFFF"/>
          </a:solidFill>
          <a:ln w="15875">
            <a:solidFill>
              <a:srgbClr val="167B70"/>
            </a:solidFill>
            <a:prstDash val="solid"/>
          </a:ln>
        </p:spPr>
      </p:sp>
      <p:sp>
        <p:nvSpPr>
          <p:cNvPr id="101" name="Text 96"/>
          <p:cNvSpPr/>
          <p:nvPr/>
        </p:nvSpPr>
        <p:spPr>
          <a:xfrm>
            <a:off x="4626864" y="5212080"/>
            <a:ext cx="2066544" cy="594360"/>
          </a:xfrm>
          <a:prstGeom prst="rect">
            <a:avLst/>
          </a:prstGeom>
          <a:noFill/>
          <a:ln/>
        </p:spPr>
        <p:txBody>
          <a:bodyPr wrap="square" lIns="0" tIns="0" rIns="0" bIns="0" rtlCol="0" anchor="ctr"/>
          <a:lstStyle/>
          <a:p>
            <a:pPr algn="ctr" indent="0" marL="0">
              <a:buNone/>
            </a:pPr>
            <a:r>
              <a:rPr lang="en-US" sz="2200" b="1" dirty="0">
                <a:solidFill>
                  <a:srgbClr val="233348"/>
                </a:solidFill>
                <a:latin typeface="Liberation Sans" pitchFamily="34" charset="0"/>
                <a:ea typeface="Liberation Sans" pitchFamily="34" charset="-122"/>
                <a:cs typeface="Liberation Sans" pitchFamily="34" charset="-120"/>
              </a:rPr>
              <a:t>Flow-matching</a:t>
            </a:r>
            <a:endParaRPr lang="en-US" sz="2200" dirty="0"/>
          </a:p>
          <a:p>
            <a:pPr algn="ctr" indent="0" marL="0">
              <a:buNone/>
            </a:pPr>
            <a:r>
              <a:rPr lang="en-US" sz="2200" b="1" dirty="0">
                <a:solidFill>
                  <a:srgbClr val="233348"/>
                </a:solidFill>
                <a:latin typeface="Liberation Sans" pitchFamily="34" charset="0"/>
                <a:ea typeface="Liberation Sans" pitchFamily="34" charset="-122"/>
                <a:cs typeface="Liberation Sans" pitchFamily="34" charset="-120"/>
              </a:rPr>
              <a:t>action expert</a:t>
            </a:r>
            <a:endParaRPr lang="en-US" sz="2200" dirty="0"/>
          </a:p>
        </p:txBody>
      </p:sp>
      <p:sp>
        <p:nvSpPr>
          <p:cNvPr id="102" name="Shape 97"/>
          <p:cNvSpPr/>
          <p:nvPr/>
        </p:nvSpPr>
        <p:spPr>
          <a:xfrm>
            <a:off x="4681728" y="5916168"/>
            <a:ext cx="1956816" cy="283464"/>
          </a:xfrm>
          <a:prstGeom prst="rect">
            <a:avLst>
              <a:gd name="adj" fmla="val 38710"/>
            </a:avLst>
          </a:prstGeom>
          <a:solidFill>
            <a:srgbClr val="FFFFFF"/>
          </a:solidFill>
          <a:ln w="8890">
            <a:solidFill>
              <a:srgbClr val="167B70"/>
            </a:solidFill>
            <a:prstDash val="solid"/>
          </a:ln>
        </p:spPr>
      </p:sp>
      <p:sp>
        <p:nvSpPr>
          <p:cNvPr id="103" name="Text 98"/>
          <p:cNvSpPr/>
          <p:nvPr/>
        </p:nvSpPr>
        <p:spPr>
          <a:xfrm>
            <a:off x="4745736" y="5929884"/>
            <a:ext cx="822960" cy="246888"/>
          </a:xfrm>
          <a:prstGeom prst="rect">
            <a:avLst/>
          </a:prstGeom>
          <a:noFill/>
          <a:ln/>
        </p:spPr>
        <p:txBody>
          <a:bodyPr wrap="square" lIns="0" tIns="0" rIns="0" bIns="0" rtlCol="0" anchor="ctr"/>
          <a:lstStyle/>
          <a:p>
            <a:pPr indent="0" marL="0">
              <a:buNone/>
            </a:pPr>
            <a:r>
              <a:rPr lang="en-US" sz="1600" b="1" dirty="0">
                <a:solidFill>
                  <a:srgbClr val="167B70"/>
                </a:solidFill>
                <a:latin typeface="Liberation Sans" pitchFamily="34" charset="0"/>
                <a:ea typeface="Liberation Sans" pitchFamily="34" charset="-122"/>
                <a:cs typeface="Liberation Sans" pitchFamily="34" charset="-120"/>
              </a:rPr>
              <a:t>Layer 10</a:t>
            </a:r>
            <a:endParaRPr lang="en-US" sz="1600" dirty="0"/>
          </a:p>
        </p:txBody>
      </p:sp>
      <p:sp>
        <p:nvSpPr>
          <p:cNvPr id="104" name="Shape 99"/>
          <p:cNvSpPr/>
          <p:nvPr/>
        </p:nvSpPr>
        <p:spPr>
          <a:xfrm>
            <a:off x="5632704" y="5972861"/>
            <a:ext cx="164592" cy="164592"/>
          </a:xfrm>
          <a:prstGeom prst="rect">
            <a:avLst>
              <a:gd name="adj" fmla="val 66667"/>
            </a:avLst>
          </a:prstGeom>
          <a:solidFill>
            <a:srgbClr val="167B70"/>
          </a:solidFill>
          <a:ln w="12700">
            <a:solidFill>
              <a:srgbClr val="167B70"/>
            </a:solidFill>
            <a:prstDash val="solid"/>
          </a:ln>
        </p:spPr>
      </p:sp>
      <p:sp>
        <p:nvSpPr>
          <p:cNvPr id="105" name="Shape 100"/>
          <p:cNvSpPr/>
          <p:nvPr/>
        </p:nvSpPr>
        <p:spPr>
          <a:xfrm>
            <a:off x="5861304" y="5972861"/>
            <a:ext cx="164592" cy="164592"/>
          </a:xfrm>
          <a:prstGeom prst="rect">
            <a:avLst>
              <a:gd name="adj" fmla="val 66667"/>
            </a:avLst>
          </a:prstGeom>
          <a:solidFill>
            <a:srgbClr val="167B70"/>
          </a:solidFill>
          <a:ln w="12700">
            <a:solidFill>
              <a:srgbClr val="167B70"/>
            </a:solidFill>
            <a:prstDash val="solid"/>
          </a:ln>
        </p:spPr>
      </p:sp>
      <p:sp>
        <p:nvSpPr>
          <p:cNvPr id="106" name="Shape 101"/>
          <p:cNvSpPr/>
          <p:nvPr/>
        </p:nvSpPr>
        <p:spPr>
          <a:xfrm>
            <a:off x="6089904" y="5972861"/>
            <a:ext cx="164592" cy="164592"/>
          </a:xfrm>
          <a:prstGeom prst="rect">
            <a:avLst>
              <a:gd name="adj" fmla="val 66667"/>
            </a:avLst>
          </a:prstGeom>
          <a:solidFill>
            <a:srgbClr val="167B70"/>
          </a:solidFill>
          <a:ln w="12700">
            <a:solidFill>
              <a:srgbClr val="167B70"/>
            </a:solidFill>
            <a:prstDash val="solid"/>
          </a:ln>
        </p:spPr>
      </p:sp>
      <p:sp>
        <p:nvSpPr>
          <p:cNvPr id="107" name="Shape 102"/>
          <p:cNvSpPr/>
          <p:nvPr/>
        </p:nvSpPr>
        <p:spPr>
          <a:xfrm>
            <a:off x="6318504" y="5972861"/>
            <a:ext cx="164592" cy="164592"/>
          </a:xfrm>
          <a:prstGeom prst="rect">
            <a:avLst>
              <a:gd name="adj" fmla="val 66667"/>
            </a:avLst>
          </a:prstGeom>
          <a:solidFill>
            <a:srgbClr val="167B70"/>
          </a:solidFill>
          <a:ln w="12700">
            <a:solidFill>
              <a:srgbClr val="167B70"/>
            </a:solidFill>
            <a:prstDash val="solid"/>
          </a:ln>
        </p:spPr>
      </p:sp>
      <p:sp>
        <p:nvSpPr>
          <p:cNvPr id="108" name="Text 103"/>
          <p:cNvSpPr/>
          <p:nvPr/>
        </p:nvSpPr>
        <p:spPr>
          <a:xfrm>
            <a:off x="4672584" y="6281928"/>
            <a:ext cx="1975104" cy="228600"/>
          </a:xfrm>
          <a:prstGeom prst="rect">
            <a:avLst/>
          </a:prstGeom>
          <a:noFill/>
          <a:ln/>
        </p:spPr>
        <p:txBody>
          <a:bodyPr wrap="square" lIns="0" tIns="0" rIns="0" bIns="0" rtlCol="0" anchor="ctr"/>
          <a:lstStyle/>
          <a:p>
            <a:pPr algn="ctr" indent="0" marL="0">
              <a:buNone/>
            </a:pPr>
            <a:r>
              <a:rPr lang="en-US" sz="1700" dirty="0">
                <a:solidFill>
                  <a:srgbClr val="64748B"/>
                </a:solidFill>
                <a:latin typeface="Liberation Sans" pitchFamily="34" charset="0"/>
                <a:ea typeface="Liberation Sans" pitchFamily="34" charset="-122"/>
                <a:cs typeface="Liberation Sans" pitchFamily="34" charset="-120"/>
              </a:rPr>
              <a:t>Final action states</a:t>
            </a:r>
            <a:endParaRPr lang="en-US" sz="1700" dirty="0"/>
          </a:p>
        </p:txBody>
      </p:sp>
      <p:sp>
        <p:nvSpPr>
          <p:cNvPr id="109" name="Shape 104"/>
          <p:cNvSpPr/>
          <p:nvPr/>
        </p:nvSpPr>
        <p:spPr>
          <a:xfrm>
            <a:off x="1773936" y="5934456"/>
            <a:ext cx="685800" cy="0"/>
          </a:xfrm>
          <a:prstGeom prst="line">
            <a:avLst/>
          </a:prstGeom>
          <a:noFill/>
          <a:ln w="19050">
            <a:solidFill>
              <a:srgbClr val="167B70"/>
            </a:solidFill>
            <a:prstDash val="solid"/>
            <a:headEnd type="none"/>
            <a:tailEnd type="triangle"/>
          </a:ln>
        </p:spPr>
      </p:sp>
      <p:sp>
        <p:nvSpPr>
          <p:cNvPr id="110" name="Shape 105"/>
          <p:cNvSpPr/>
          <p:nvPr/>
        </p:nvSpPr>
        <p:spPr>
          <a:xfrm>
            <a:off x="4050792" y="5934456"/>
            <a:ext cx="393192" cy="0"/>
          </a:xfrm>
          <a:prstGeom prst="line">
            <a:avLst/>
          </a:prstGeom>
          <a:noFill/>
          <a:ln w="19050">
            <a:solidFill>
              <a:srgbClr val="167B70"/>
            </a:solidFill>
            <a:prstDash val="solid"/>
            <a:headEnd type="none"/>
            <a:tailEnd type="triangle"/>
          </a:ln>
        </p:spPr>
      </p:sp>
      <p:sp>
        <p:nvSpPr>
          <p:cNvPr id="111" name="Shape 106"/>
          <p:cNvSpPr/>
          <p:nvPr/>
        </p:nvSpPr>
        <p:spPr>
          <a:xfrm>
            <a:off x="7251192" y="5468112"/>
            <a:ext cx="1371600" cy="914400"/>
          </a:xfrm>
          <a:prstGeom prst="roundRect">
            <a:avLst>
              <a:gd name="adj" fmla="val 12000"/>
            </a:avLst>
          </a:prstGeom>
          <a:solidFill>
            <a:srgbClr val="FFFFFF"/>
          </a:solidFill>
          <a:ln w="15240">
            <a:solidFill>
              <a:srgbClr val="7952A8"/>
            </a:solidFill>
            <a:prstDash val="solid"/>
          </a:ln>
        </p:spPr>
      </p:sp>
      <p:sp>
        <p:nvSpPr>
          <p:cNvPr id="112" name="Text 107"/>
          <p:cNvSpPr/>
          <p:nvPr/>
        </p:nvSpPr>
        <p:spPr>
          <a:xfrm>
            <a:off x="7306056" y="5568696"/>
            <a:ext cx="1261872" cy="512064"/>
          </a:xfrm>
          <a:prstGeom prst="rect">
            <a:avLst/>
          </a:prstGeom>
          <a:noFill/>
          <a:ln/>
        </p:spPr>
        <p:txBody>
          <a:bodyPr wrap="square" lIns="0" tIns="0" rIns="0" bIns="0" rtlCol="0" anchor="ctr"/>
          <a:lstStyle/>
          <a:p>
            <a:pPr algn="ctr" indent="0" marL="0">
              <a:buNone/>
            </a:pPr>
            <a:r>
              <a:rPr lang="en-US" sz="1800" b="1" dirty="0">
                <a:solidFill>
                  <a:srgbClr val="7952A8"/>
                </a:solidFill>
                <a:latin typeface="Liberation Sans" pitchFamily="34" charset="0"/>
                <a:ea typeface="Liberation Sans" pitchFamily="34" charset="-122"/>
                <a:cs typeface="Liberation Sans" pitchFamily="34" charset="-120"/>
              </a:rPr>
              <a:t>Cue</a:t>
            </a:r>
            <a:endParaRPr lang="en-US" sz="1800" dirty="0"/>
          </a:p>
          <a:p>
            <a:pPr algn="ctr" indent="0" marL="0">
              <a:buNone/>
            </a:pPr>
            <a:r>
              <a:rPr lang="en-US" sz="1800" b="1" dirty="0">
                <a:solidFill>
                  <a:srgbClr val="7952A8"/>
                </a:solidFill>
                <a:latin typeface="Liberation Sans" pitchFamily="34" charset="0"/>
                <a:ea typeface="Liberation Sans" pitchFamily="34" charset="-122"/>
                <a:cs typeface="Liberation Sans" pitchFamily="34" charset="-120"/>
              </a:rPr>
              <a:t>predictors</a:t>
            </a:r>
            <a:endParaRPr lang="en-US" sz="1800" dirty="0"/>
          </a:p>
        </p:txBody>
      </p:sp>
      <p:sp>
        <p:nvSpPr>
          <p:cNvPr id="113" name="Text 108"/>
          <p:cNvSpPr/>
          <p:nvPr/>
        </p:nvSpPr>
        <p:spPr>
          <a:xfrm>
            <a:off x="7306056" y="6126480"/>
            <a:ext cx="1261872" cy="182880"/>
          </a:xfrm>
          <a:prstGeom prst="rect">
            <a:avLst/>
          </a:prstGeom>
          <a:noFill/>
          <a:ln/>
        </p:spPr>
        <p:txBody>
          <a:bodyPr wrap="square" lIns="0" tIns="0" rIns="0" bIns="0" rtlCol="0" anchor="ctr"/>
          <a:lstStyle/>
          <a:p>
            <a:pPr algn="ctr" indent="0" marL="0">
              <a:buNone/>
            </a:pPr>
            <a:r>
              <a:rPr lang="en-US" sz="1550" dirty="0">
                <a:solidFill>
                  <a:srgbClr val="64748B"/>
                </a:solidFill>
                <a:latin typeface="Liberation Sans" pitchFamily="34" charset="0"/>
                <a:ea typeface="Liberation Sans" pitchFamily="34" charset="-122"/>
                <a:cs typeface="Liberation Sans" pitchFamily="34" charset="-120"/>
              </a:rPr>
              <a:t>LN + affine</a:t>
            </a:r>
            <a:endParaRPr lang="en-US" sz="1550" dirty="0"/>
          </a:p>
        </p:txBody>
      </p:sp>
      <p:sp>
        <p:nvSpPr>
          <p:cNvPr id="114" name="Shape 109"/>
          <p:cNvSpPr/>
          <p:nvPr/>
        </p:nvSpPr>
        <p:spPr>
          <a:xfrm>
            <a:off x="6839712" y="5934456"/>
            <a:ext cx="347472" cy="0"/>
          </a:xfrm>
          <a:prstGeom prst="line">
            <a:avLst/>
          </a:prstGeom>
          <a:noFill/>
          <a:ln w="19050">
            <a:solidFill>
              <a:srgbClr val="7952A8"/>
            </a:solidFill>
            <a:prstDash val="solid"/>
            <a:headEnd type="none"/>
            <a:tailEnd type="triangle"/>
          </a:ln>
        </p:spPr>
      </p:sp>
      <p:sp>
        <p:nvSpPr>
          <p:cNvPr id="115" name="Shape 110"/>
          <p:cNvSpPr/>
          <p:nvPr/>
        </p:nvSpPr>
        <p:spPr>
          <a:xfrm>
            <a:off x="8851392" y="5376672"/>
            <a:ext cx="1673352" cy="1060704"/>
          </a:xfrm>
          <a:prstGeom prst="roundRect">
            <a:avLst>
              <a:gd name="adj" fmla="val 10345"/>
            </a:avLst>
          </a:prstGeom>
          <a:solidFill>
            <a:srgbClr val="F6F1FB"/>
          </a:solidFill>
          <a:ln w="7620">
            <a:solidFill>
              <a:srgbClr val="E6DAF0"/>
            </a:solidFill>
            <a:prstDash val="solid"/>
          </a:ln>
        </p:spPr>
      </p:sp>
      <p:sp>
        <p:nvSpPr>
          <p:cNvPr id="116" name="Shape 111"/>
          <p:cNvSpPr/>
          <p:nvPr/>
        </p:nvSpPr>
        <p:spPr>
          <a:xfrm>
            <a:off x="8942832" y="5440680"/>
            <a:ext cx="1490472" cy="384048"/>
          </a:xfrm>
          <a:prstGeom prst="roundRect">
            <a:avLst>
              <a:gd name="adj" fmla="val 28571"/>
            </a:avLst>
          </a:prstGeom>
          <a:solidFill>
            <a:srgbClr val="FFFFFF"/>
          </a:solidFill>
          <a:ln w="11430">
            <a:solidFill>
              <a:srgbClr val="7952A8"/>
            </a:solidFill>
            <a:prstDash val="solid"/>
          </a:ln>
        </p:spPr>
      </p:sp>
      <p:sp>
        <p:nvSpPr>
          <p:cNvPr id="117" name="Text 112"/>
          <p:cNvSpPr/>
          <p:nvPr/>
        </p:nvSpPr>
        <p:spPr>
          <a:xfrm>
            <a:off x="9025128" y="5458968"/>
            <a:ext cx="658368" cy="329184"/>
          </a:xfrm>
          <a:prstGeom prst="rect">
            <a:avLst/>
          </a:prstGeom>
          <a:noFill/>
          <a:ln/>
        </p:spPr>
        <p:txBody>
          <a:bodyPr wrap="square" lIns="0" tIns="0" rIns="0" bIns="0" rtlCol="0" anchor="ctr"/>
          <a:lstStyle/>
          <a:p>
            <a:pPr indent="0" marL="0">
              <a:buNone/>
            </a:pPr>
            <a:r>
              <a:rPr lang="en-US" sz="2200" i="1" dirty="0">
                <a:solidFill>
                  <a:srgbClr val="233348"/>
                </a:solidFill>
                <a:latin typeface="Liberation Serif" pitchFamily="34" charset="0"/>
                <a:ea typeface="Liberation Serif" pitchFamily="34" charset="-122"/>
                <a:cs typeface="Liberation Serif" pitchFamily="34" charset="-120"/>
              </a:rPr>
              <a:t>Ĉ</a:t>
            </a:r>
            <a:pPr indent="0" marL="0">
              <a:buNone/>
            </a:pPr>
            <a:r>
              <a:rPr lang="en-US" sz="1350" baseline="-40000" dirty="0">
                <a:solidFill>
                  <a:srgbClr val="233348"/>
                </a:solidFill>
                <a:latin typeface="Liberation Sans" pitchFamily="34" charset="0"/>
                <a:ea typeface="Liberation Sans" pitchFamily="34" charset="-122"/>
                <a:cs typeface="Liberation Sans" pitchFamily="34" charset="-120"/>
              </a:rPr>
              <a:t>agent</a:t>
            </a:r>
            <a:endParaRPr lang="en-US" sz="2200" dirty="0"/>
          </a:p>
        </p:txBody>
      </p:sp>
      <p:sp>
        <p:nvSpPr>
          <p:cNvPr id="118" name="Shape 113"/>
          <p:cNvSpPr/>
          <p:nvPr/>
        </p:nvSpPr>
        <p:spPr>
          <a:xfrm>
            <a:off x="9756648" y="5564124"/>
            <a:ext cx="100584" cy="137160"/>
          </a:xfrm>
          <a:prstGeom prst="rect">
            <a:avLst>
              <a:gd name="adj" fmla="val 109091"/>
            </a:avLst>
          </a:prstGeom>
          <a:solidFill>
            <a:srgbClr val="7952A8"/>
          </a:solidFill>
          <a:ln w="12700">
            <a:solidFill>
              <a:srgbClr val="7952A8"/>
            </a:solidFill>
            <a:prstDash val="solid"/>
          </a:ln>
        </p:spPr>
      </p:sp>
      <p:sp>
        <p:nvSpPr>
          <p:cNvPr id="119" name="Shape 114"/>
          <p:cNvSpPr/>
          <p:nvPr/>
        </p:nvSpPr>
        <p:spPr>
          <a:xfrm>
            <a:off x="9902952" y="5564124"/>
            <a:ext cx="100584" cy="137160"/>
          </a:xfrm>
          <a:prstGeom prst="rect">
            <a:avLst>
              <a:gd name="adj" fmla="val 109091"/>
            </a:avLst>
          </a:prstGeom>
          <a:solidFill>
            <a:srgbClr val="7952A8"/>
          </a:solidFill>
          <a:ln w="12700">
            <a:solidFill>
              <a:srgbClr val="7952A8"/>
            </a:solidFill>
            <a:prstDash val="solid"/>
          </a:ln>
        </p:spPr>
      </p:sp>
      <p:sp>
        <p:nvSpPr>
          <p:cNvPr id="120" name="Shape 115"/>
          <p:cNvSpPr/>
          <p:nvPr/>
        </p:nvSpPr>
        <p:spPr>
          <a:xfrm>
            <a:off x="10049256" y="5564124"/>
            <a:ext cx="100584" cy="137160"/>
          </a:xfrm>
          <a:prstGeom prst="rect">
            <a:avLst>
              <a:gd name="adj" fmla="val 109091"/>
            </a:avLst>
          </a:prstGeom>
          <a:solidFill>
            <a:srgbClr val="7952A8"/>
          </a:solidFill>
          <a:ln w="12700">
            <a:solidFill>
              <a:srgbClr val="7952A8"/>
            </a:solidFill>
            <a:prstDash val="solid"/>
          </a:ln>
        </p:spPr>
      </p:sp>
      <p:sp>
        <p:nvSpPr>
          <p:cNvPr id="121" name="Shape 116"/>
          <p:cNvSpPr/>
          <p:nvPr/>
        </p:nvSpPr>
        <p:spPr>
          <a:xfrm>
            <a:off x="10195560" y="5564124"/>
            <a:ext cx="100584" cy="137160"/>
          </a:xfrm>
          <a:prstGeom prst="rect">
            <a:avLst>
              <a:gd name="adj" fmla="val 109091"/>
            </a:avLst>
          </a:prstGeom>
          <a:solidFill>
            <a:srgbClr val="7952A8"/>
          </a:solidFill>
          <a:ln w="12700">
            <a:solidFill>
              <a:srgbClr val="7952A8"/>
            </a:solidFill>
            <a:prstDash val="solid"/>
          </a:ln>
        </p:spPr>
      </p:sp>
      <p:sp>
        <p:nvSpPr>
          <p:cNvPr id="122" name="Shape 117"/>
          <p:cNvSpPr/>
          <p:nvPr/>
        </p:nvSpPr>
        <p:spPr>
          <a:xfrm>
            <a:off x="8942832" y="5989320"/>
            <a:ext cx="1490472" cy="384048"/>
          </a:xfrm>
          <a:prstGeom prst="roundRect">
            <a:avLst>
              <a:gd name="adj" fmla="val 28571"/>
            </a:avLst>
          </a:prstGeom>
          <a:solidFill>
            <a:srgbClr val="FFFFFF"/>
          </a:solidFill>
          <a:ln w="11430">
            <a:solidFill>
              <a:srgbClr val="7952A8"/>
            </a:solidFill>
            <a:prstDash val="solid"/>
          </a:ln>
        </p:spPr>
      </p:sp>
      <p:sp>
        <p:nvSpPr>
          <p:cNvPr id="123" name="Text 118"/>
          <p:cNvSpPr/>
          <p:nvPr/>
        </p:nvSpPr>
        <p:spPr>
          <a:xfrm>
            <a:off x="9025128" y="6007608"/>
            <a:ext cx="658368" cy="329184"/>
          </a:xfrm>
          <a:prstGeom prst="rect">
            <a:avLst/>
          </a:prstGeom>
          <a:noFill/>
          <a:ln/>
        </p:spPr>
        <p:txBody>
          <a:bodyPr wrap="square" lIns="0" tIns="0" rIns="0" bIns="0" rtlCol="0" anchor="ctr"/>
          <a:lstStyle/>
          <a:p>
            <a:pPr indent="0" marL="0">
              <a:buNone/>
            </a:pPr>
            <a:r>
              <a:rPr lang="en-US" sz="2200" i="1" dirty="0">
                <a:solidFill>
                  <a:srgbClr val="233348"/>
                </a:solidFill>
                <a:latin typeface="Liberation Serif" pitchFamily="34" charset="0"/>
                <a:ea typeface="Liberation Serif" pitchFamily="34" charset="-122"/>
                <a:cs typeface="Liberation Serif" pitchFamily="34" charset="-120"/>
              </a:rPr>
              <a:t>Ĉ</a:t>
            </a:r>
            <a:pPr indent="0" marL="0">
              <a:buNone/>
            </a:pPr>
            <a:r>
              <a:rPr lang="en-US" sz="1350" baseline="-40000" dirty="0">
                <a:solidFill>
                  <a:srgbClr val="233348"/>
                </a:solidFill>
                <a:latin typeface="Liberation Sans" pitchFamily="34" charset="0"/>
                <a:ea typeface="Liberation Sans" pitchFamily="34" charset="-122"/>
                <a:cs typeface="Liberation Sans" pitchFamily="34" charset="-120"/>
              </a:rPr>
              <a:t>wrist</a:t>
            </a:r>
            <a:endParaRPr lang="en-US" sz="2200" dirty="0"/>
          </a:p>
        </p:txBody>
      </p:sp>
      <p:sp>
        <p:nvSpPr>
          <p:cNvPr id="124" name="Shape 119"/>
          <p:cNvSpPr/>
          <p:nvPr/>
        </p:nvSpPr>
        <p:spPr>
          <a:xfrm>
            <a:off x="9756648" y="6112764"/>
            <a:ext cx="100584" cy="137160"/>
          </a:xfrm>
          <a:prstGeom prst="rect">
            <a:avLst>
              <a:gd name="adj" fmla="val 109091"/>
            </a:avLst>
          </a:prstGeom>
          <a:solidFill>
            <a:srgbClr val="7952A8"/>
          </a:solidFill>
          <a:ln w="12700">
            <a:solidFill>
              <a:srgbClr val="7952A8"/>
            </a:solidFill>
            <a:prstDash val="solid"/>
          </a:ln>
        </p:spPr>
      </p:sp>
      <p:sp>
        <p:nvSpPr>
          <p:cNvPr id="125" name="Shape 120"/>
          <p:cNvSpPr/>
          <p:nvPr/>
        </p:nvSpPr>
        <p:spPr>
          <a:xfrm>
            <a:off x="9902952" y="6112764"/>
            <a:ext cx="100584" cy="137160"/>
          </a:xfrm>
          <a:prstGeom prst="rect">
            <a:avLst>
              <a:gd name="adj" fmla="val 109091"/>
            </a:avLst>
          </a:prstGeom>
          <a:solidFill>
            <a:srgbClr val="7952A8"/>
          </a:solidFill>
          <a:ln w="12700">
            <a:solidFill>
              <a:srgbClr val="7952A8"/>
            </a:solidFill>
            <a:prstDash val="solid"/>
          </a:ln>
        </p:spPr>
      </p:sp>
      <p:sp>
        <p:nvSpPr>
          <p:cNvPr id="126" name="Shape 121"/>
          <p:cNvSpPr/>
          <p:nvPr/>
        </p:nvSpPr>
        <p:spPr>
          <a:xfrm>
            <a:off x="10049256" y="6112764"/>
            <a:ext cx="100584" cy="137160"/>
          </a:xfrm>
          <a:prstGeom prst="rect">
            <a:avLst>
              <a:gd name="adj" fmla="val 109091"/>
            </a:avLst>
          </a:prstGeom>
          <a:solidFill>
            <a:srgbClr val="7952A8"/>
          </a:solidFill>
          <a:ln w="12700">
            <a:solidFill>
              <a:srgbClr val="7952A8"/>
            </a:solidFill>
            <a:prstDash val="solid"/>
          </a:ln>
        </p:spPr>
      </p:sp>
      <p:sp>
        <p:nvSpPr>
          <p:cNvPr id="127" name="Shape 122"/>
          <p:cNvSpPr/>
          <p:nvPr/>
        </p:nvSpPr>
        <p:spPr>
          <a:xfrm>
            <a:off x="10195560" y="6112764"/>
            <a:ext cx="100584" cy="137160"/>
          </a:xfrm>
          <a:prstGeom prst="rect">
            <a:avLst>
              <a:gd name="adj" fmla="val 109091"/>
            </a:avLst>
          </a:prstGeom>
          <a:solidFill>
            <a:srgbClr val="7952A8"/>
          </a:solidFill>
          <a:ln w="12700">
            <a:solidFill>
              <a:srgbClr val="7952A8"/>
            </a:solidFill>
            <a:prstDash val="solid"/>
          </a:ln>
        </p:spPr>
      </p:sp>
      <p:sp>
        <p:nvSpPr>
          <p:cNvPr id="128" name="Shape 123"/>
          <p:cNvSpPr/>
          <p:nvPr/>
        </p:nvSpPr>
        <p:spPr>
          <a:xfrm>
            <a:off x="8631936" y="5925312"/>
            <a:ext cx="118872" cy="0"/>
          </a:xfrm>
          <a:prstGeom prst="line">
            <a:avLst/>
          </a:prstGeom>
          <a:noFill/>
          <a:ln w="19050">
            <a:solidFill>
              <a:srgbClr val="7952A8"/>
            </a:solidFill>
            <a:prstDash val="solid"/>
            <a:headEnd type="none"/>
            <a:tailEnd type="none"/>
          </a:ln>
        </p:spPr>
      </p:sp>
      <p:sp>
        <p:nvSpPr>
          <p:cNvPr id="129" name="Shape 124"/>
          <p:cNvSpPr/>
          <p:nvPr/>
        </p:nvSpPr>
        <p:spPr>
          <a:xfrm flipV="1">
            <a:off x="8750808" y="5632704"/>
            <a:ext cx="0" cy="292608"/>
          </a:xfrm>
          <a:prstGeom prst="line">
            <a:avLst/>
          </a:prstGeom>
          <a:noFill/>
          <a:ln w="19050">
            <a:solidFill>
              <a:srgbClr val="7952A8"/>
            </a:solidFill>
            <a:prstDash val="solid"/>
            <a:headEnd type="none"/>
            <a:tailEnd type="none"/>
          </a:ln>
        </p:spPr>
      </p:sp>
      <p:sp>
        <p:nvSpPr>
          <p:cNvPr id="130" name="Shape 125"/>
          <p:cNvSpPr/>
          <p:nvPr/>
        </p:nvSpPr>
        <p:spPr>
          <a:xfrm>
            <a:off x="8750808" y="5632704"/>
            <a:ext cx="146304" cy="0"/>
          </a:xfrm>
          <a:prstGeom prst="line">
            <a:avLst/>
          </a:prstGeom>
          <a:noFill/>
          <a:ln w="19050">
            <a:solidFill>
              <a:srgbClr val="7952A8"/>
            </a:solidFill>
            <a:prstDash val="solid"/>
            <a:headEnd type="none"/>
            <a:tailEnd type="triangle"/>
          </a:ln>
        </p:spPr>
      </p:sp>
      <p:sp>
        <p:nvSpPr>
          <p:cNvPr id="131" name="Shape 126"/>
          <p:cNvSpPr/>
          <p:nvPr/>
        </p:nvSpPr>
        <p:spPr>
          <a:xfrm>
            <a:off x="8750808" y="5925312"/>
            <a:ext cx="0" cy="256032"/>
          </a:xfrm>
          <a:prstGeom prst="line">
            <a:avLst/>
          </a:prstGeom>
          <a:noFill/>
          <a:ln w="19050">
            <a:solidFill>
              <a:srgbClr val="7952A8"/>
            </a:solidFill>
            <a:prstDash val="solid"/>
            <a:headEnd type="none"/>
            <a:tailEnd type="none"/>
          </a:ln>
        </p:spPr>
      </p:sp>
      <p:sp>
        <p:nvSpPr>
          <p:cNvPr id="132" name="Shape 127"/>
          <p:cNvSpPr/>
          <p:nvPr/>
        </p:nvSpPr>
        <p:spPr>
          <a:xfrm>
            <a:off x="8750808" y="6181344"/>
            <a:ext cx="146304" cy="0"/>
          </a:xfrm>
          <a:prstGeom prst="line">
            <a:avLst/>
          </a:prstGeom>
          <a:noFill/>
          <a:ln w="19050">
            <a:solidFill>
              <a:srgbClr val="7952A8"/>
            </a:solidFill>
            <a:prstDash val="solid"/>
            <a:headEnd type="none"/>
            <a:tailEnd type="triangle"/>
          </a:ln>
        </p:spPr>
      </p:sp>
      <p:sp>
        <p:nvSpPr>
          <p:cNvPr id="133" name="Text 128"/>
          <p:cNvSpPr/>
          <p:nvPr/>
        </p:nvSpPr>
        <p:spPr>
          <a:xfrm>
            <a:off x="8878824" y="5093208"/>
            <a:ext cx="1645920" cy="256032"/>
          </a:xfrm>
          <a:prstGeom prst="rect">
            <a:avLst/>
          </a:prstGeom>
          <a:noFill/>
          <a:ln/>
        </p:spPr>
        <p:txBody>
          <a:bodyPr wrap="square" lIns="0" tIns="0" rIns="0" bIns="0" rtlCol="0" anchor="ctr"/>
          <a:lstStyle/>
          <a:p>
            <a:pPr algn="ctr" indent="0" marL="0">
              <a:buNone/>
            </a:pPr>
            <a:r>
              <a:rPr lang="en-US" sz="1800" dirty="0">
                <a:solidFill>
                  <a:srgbClr val="7952A8"/>
                </a:solidFill>
                <a:latin typeface="Liberation Sans" pitchFamily="34" charset="0"/>
                <a:ea typeface="Liberation Sans" pitchFamily="34" charset="-122"/>
                <a:cs typeface="Liberation Sans" pitchFamily="34" charset="-120"/>
              </a:rPr>
              <a:t>Predicted cues</a:t>
            </a:r>
            <a:endParaRPr lang="en-US" sz="1800" dirty="0"/>
          </a:p>
        </p:txBody>
      </p:sp>
      <p:sp>
        <p:nvSpPr>
          <p:cNvPr id="134" name="Text 129"/>
          <p:cNvSpPr/>
          <p:nvPr/>
        </p:nvSpPr>
        <p:spPr>
          <a:xfrm>
            <a:off x="10725912" y="5020056"/>
            <a:ext cx="2423160" cy="283464"/>
          </a:xfrm>
          <a:prstGeom prst="rect">
            <a:avLst/>
          </a:prstGeom>
          <a:noFill/>
          <a:ln/>
        </p:spPr>
        <p:txBody>
          <a:bodyPr wrap="square" lIns="0" tIns="0" rIns="0" bIns="0" rtlCol="0" anchor="ctr"/>
          <a:lstStyle/>
          <a:p>
            <a:pPr algn="ctr" indent="0" marL="0">
              <a:buNone/>
            </a:pPr>
            <a:r>
              <a:rPr lang="en-US" sz="2100" b="1" dirty="0">
                <a:solidFill>
                  <a:srgbClr val="167B70"/>
                </a:solidFill>
                <a:latin typeface="Liberation Sans" pitchFamily="34" charset="0"/>
                <a:ea typeface="Liberation Sans" pitchFamily="34" charset="-122"/>
                <a:cs typeface="Liberation Sans" pitchFamily="34" charset="-120"/>
              </a:rPr>
              <a:t>Gated cue fusion</a:t>
            </a:r>
            <a:endParaRPr lang="en-US" sz="2100" dirty="0"/>
          </a:p>
        </p:txBody>
      </p:sp>
      <p:sp>
        <p:nvSpPr>
          <p:cNvPr id="135" name="Shape 130"/>
          <p:cNvSpPr/>
          <p:nvPr/>
        </p:nvSpPr>
        <p:spPr>
          <a:xfrm>
            <a:off x="10479024" y="5632704"/>
            <a:ext cx="182880" cy="0"/>
          </a:xfrm>
          <a:prstGeom prst="line">
            <a:avLst/>
          </a:prstGeom>
          <a:noFill/>
          <a:ln w="19050">
            <a:solidFill>
              <a:srgbClr val="7952A8"/>
            </a:solidFill>
            <a:prstDash val="solid"/>
            <a:headEnd type="none"/>
            <a:tailEnd type="none"/>
          </a:ln>
        </p:spPr>
      </p:sp>
      <p:sp>
        <p:nvSpPr>
          <p:cNvPr id="136" name="Shape 131"/>
          <p:cNvSpPr/>
          <p:nvPr/>
        </p:nvSpPr>
        <p:spPr>
          <a:xfrm>
            <a:off x="10661904" y="5632704"/>
            <a:ext cx="0" cy="292608"/>
          </a:xfrm>
          <a:prstGeom prst="line">
            <a:avLst/>
          </a:prstGeom>
          <a:noFill/>
          <a:ln w="19050">
            <a:solidFill>
              <a:srgbClr val="7952A8"/>
            </a:solidFill>
            <a:prstDash val="solid"/>
            <a:headEnd type="none"/>
            <a:tailEnd type="none"/>
          </a:ln>
        </p:spPr>
      </p:sp>
      <p:sp>
        <p:nvSpPr>
          <p:cNvPr id="137" name="Shape 132"/>
          <p:cNvSpPr/>
          <p:nvPr/>
        </p:nvSpPr>
        <p:spPr>
          <a:xfrm>
            <a:off x="10479024" y="6181344"/>
            <a:ext cx="182880" cy="0"/>
          </a:xfrm>
          <a:prstGeom prst="line">
            <a:avLst/>
          </a:prstGeom>
          <a:noFill/>
          <a:ln w="19050">
            <a:solidFill>
              <a:srgbClr val="7952A8"/>
            </a:solidFill>
            <a:prstDash val="solid"/>
            <a:headEnd type="none"/>
            <a:tailEnd type="none"/>
          </a:ln>
        </p:spPr>
      </p:sp>
      <p:sp>
        <p:nvSpPr>
          <p:cNvPr id="138" name="Shape 133"/>
          <p:cNvSpPr/>
          <p:nvPr/>
        </p:nvSpPr>
        <p:spPr>
          <a:xfrm flipV="1">
            <a:off x="10661904" y="5925312"/>
            <a:ext cx="0" cy="256032"/>
          </a:xfrm>
          <a:prstGeom prst="line">
            <a:avLst/>
          </a:prstGeom>
          <a:noFill/>
          <a:ln w="19050">
            <a:solidFill>
              <a:srgbClr val="7952A8"/>
            </a:solidFill>
            <a:prstDash val="solid"/>
            <a:headEnd type="none"/>
            <a:tailEnd type="none"/>
          </a:ln>
        </p:spPr>
      </p:sp>
      <p:sp>
        <p:nvSpPr>
          <p:cNvPr id="139" name="Shape 134"/>
          <p:cNvSpPr/>
          <p:nvPr/>
        </p:nvSpPr>
        <p:spPr>
          <a:xfrm>
            <a:off x="10543032" y="5806440"/>
            <a:ext cx="237744" cy="237744"/>
          </a:xfrm>
          <a:prstGeom prst="ellipse">
            <a:avLst/>
          </a:prstGeom>
          <a:solidFill>
            <a:srgbClr val="FFFFFF"/>
          </a:solidFill>
          <a:ln w="19050">
            <a:solidFill>
              <a:srgbClr val="7952A8"/>
            </a:solidFill>
            <a:prstDash val="solid"/>
          </a:ln>
        </p:spPr>
      </p:sp>
      <p:sp>
        <p:nvSpPr>
          <p:cNvPr id="140" name="Text 135"/>
          <p:cNvSpPr/>
          <p:nvPr/>
        </p:nvSpPr>
        <p:spPr>
          <a:xfrm>
            <a:off x="10570464" y="5833872"/>
            <a:ext cx="182880" cy="182880"/>
          </a:xfrm>
          <a:prstGeom prst="rect">
            <a:avLst/>
          </a:prstGeom>
          <a:noFill/>
          <a:ln/>
        </p:spPr>
        <p:txBody>
          <a:bodyPr wrap="square" lIns="0" tIns="0" rIns="0" bIns="0" rtlCol="0" anchor="ctr"/>
          <a:lstStyle/>
          <a:p>
            <a:pPr algn="ctr" indent="0" marL="0">
              <a:buNone/>
            </a:pPr>
            <a:r>
              <a:rPr lang="en-US" sz="1600" dirty="0">
                <a:solidFill>
                  <a:srgbClr val="7952A8"/>
                </a:solidFill>
                <a:latin typeface="Liberation Sans" pitchFamily="34" charset="0"/>
                <a:ea typeface="Liberation Sans" pitchFamily="34" charset="-122"/>
                <a:cs typeface="Liberation Sans" pitchFamily="34" charset="-120"/>
              </a:rPr>
              <a:t>+</a:t>
            </a:r>
            <a:endParaRPr lang="en-US" sz="1600" dirty="0"/>
          </a:p>
        </p:txBody>
      </p:sp>
      <p:sp>
        <p:nvSpPr>
          <p:cNvPr id="141" name="Shape 136"/>
          <p:cNvSpPr/>
          <p:nvPr/>
        </p:nvSpPr>
        <p:spPr>
          <a:xfrm>
            <a:off x="10661904" y="5925312"/>
            <a:ext cx="246888" cy="0"/>
          </a:xfrm>
          <a:prstGeom prst="line">
            <a:avLst/>
          </a:prstGeom>
          <a:noFill/>
          <a:ln w="19050">
            <a:solidFill>
              <a:srgbClr val="7952A8"/>
            </a:solidFill>
            <a:prstDash val="solid"/>
            <a:headEnd type="none"/>
            <a:tailEnd type="triangle"/>
          </a:ln>
        </p:spPr>
      </p:sp>
      <p:sp>
        <p:nvSpPr>
          <p:cNvPr id="142" name="Shape 137"/>
          <p:cNvSpPr/>
          <p:nvPr/>
        </p:nvSpPr>
        <p:spPr>
          <a:xfrm>
            <a:off x="10963656" y="5724144"/>
            <a:ext cx="402336" cy="402336"/>
          </a:xfrm>
          <a:prstGeom prst="rect">
            <a:avLst>
              <a:gd name="adj" fmla="val 27273"/>
            </a:avLst>
          </a:prstGeom>
          <a:solidFill>
            <a:srgbClr val="FFFFFF"/>
          </a:solidFill>
          <a:ln w="11430">
            <a:solidFill>
              <a:srgbClr val="9A7EBA"/>
            </a:solidFill>
            <a:prstDash val="solid"/>
          </a:ln>
        </p:spPr>
      </p:sp>
      <p:sp>
        <p:nvSpPr>
          <p:cNvPr id="143" name="Text 138"/>
          <p:cNvSpPr/>
          <p:nvPr/>
        </p:nvSpPr>
        <p:spPr>
          <a:xfrm>
            <a:off x="10972800" y="5751576"/>
            <a:ext cx="384048" cy="310896"/>
          </a:xfrm>
          <a:prstGeom prst="rect">
            <a:avLst/>
          </a:prstGeom>
          <a:noFill/>
          <a:ln/>
        </p:spPr>
        <p:txBody>
          <a:bodyPr wrap="square" lIns="0" tIns="0" rIns="0" bIns="0" rtlCol="0" anchor="ctr"/>
          <a:lstStyle/>
          <a:p>
            <a:pPr algn="ctr" indent="0" marL="0">
              <a:buNone/>
            </a:pPr>
            <a:r>
              <a:rPr lang="en-US" sz="2000" i="1" dirty="0">
                <a:solidFill>
                  <a:srgbClr val="7952A8"/>
                </a:solidFill>
                <a:latin typeface="Liberation Serif" pitchFamily="34" charset="0"/>
                <a:ea typeface="Liberation Serif" pitchFamily="34" charset="-122"/>
                <a:cs typeface="Liberation Serif" pitchFamily="34" charset="-120"/>
              </a:rPr>
              <a:t>sg</a:t>
            </a:r>
            <a:endParaRPr lang="en-US" sz="2000" dirty="0"/>
          </a:p>
        </p:txBody>
      </p:sp>
      <p:sp>
        <p:nvSpPr>
          <p:cNvPr id="144" name="Shape 139"/>
          <p:cNvSpPr/>
          <p:nvPr/>
        </p:nvSpPr>
        <p:spPr>
          <a:xfrm>
            <a:off x="11402568" y="5925312"/>
            <a:ext cx="173736" cy="0"/>
          </a:xfrm>
          <a:prstGeom prst="line">
            <a:avLst/>
          </a:prstGeom>
          <a:noFill/>
          <a:ln w="19050">
            <a:solidFill>
              <a:srgbClr val="7952A8"/>
            </a:solidFill>
            <a:prstDash val="solid"/>
            <a:headEnd type="none"/>
            <a:tailEnd type="triangle"/>
          </a:ln>
        </p:spPr>
      </p:sp>
      <p:sp>
        <p:nvSpPr>
          <p:cNvPr id="145" name="Shape 140"/>
          <p:cNvSpPr/>
          <p:nvPr/>
        </p:nvSpPr>
        <p:spPr>
          <a:xfrm>
            <a:off x="11640312" y="5614416"/>
            <a:ext cx="932688" cy="621792"/>
          </a:xfrm>
          <a:prstGeom prst="roundRect">
            <a:avLst>
              <a:gd name="adj" fmla="val 17647"/>
            </a:avLst>
          </a:prstGeom>
          <a:solidFill>
            <a:srgbClr val="FFFFFF"/>
          </a:solidFill>
          <a:ln w="15240">
            <a:solidFill>
              <a:srgbClr val="167B70"/>
            </a:solidFill>
            <a:prstDash val="solid"/>
          </a:ln>
        </p:spPr>
      </p:sp>
      <p:sp>
        <p:nvSpPr>
          <p:cNvPr id="146" name="Text 141"/>
          <p:cNvSpPr/>
          <p:nvPr/>
        </p:nvSpPr>
        <p:spPr>
          <a:xfrm>
            <a:off x="11686032" y="5751576"/>
            <a:ext cx="841248" cy="310896"/>
          </a:xfrm>
          <a:prstGeom prst="rect">
            <a:avLst/>
          </a:prstGeom>
          <a:noFill/>
          <a:ln/>
        </p:spPr>
        <p:txBody>
          <a:bodyPr wrap="square" lIns="0" tIns="0" rIns="0" bIns="0" rtlCol="0" anchor="ctr"/>
          <a:lstStyle/>
          <a:p>
            <a:pPr algn="ctr" indent="0" marL="0">
              <a:buNone/>
            </a:pPr>
            <a:r>
              <a:rPr lang="en-US" sz="2300" dirty="0">
                <a:solidFill>
                  <a:srgbClr val="167B70"/>
                </a:solidFill>
                <a:latin typeface="Liberation Serif" pitchFamily="34" charset="0"/>
                <a:ea typeface="Liberation Serif" pitchFamily="34" charset="-122"/>
                <a:cs typeface="Liberation Serif" pitchFamily="34" charset="-120"/>
              </a:rPr>
              <a:t>tanh γ</a:t>
            </a:r>
            <a:endParaRPr lang="en-US" sz="2300" dirty="0"/>
          </a:p>
        </p:txBody>
      </p:sp>
      <p:sp>
        <p:nvSpPr>
          <p:cNvPr id="147" name="Text 142"/>
          <p:cNvSpPr/>
          <p:nvPr/>
        </p:nvSpPr>
        <p:spPr>
          <a:xfrm>
            <a:off x="11558016" y="6309360"/>
            <a:ext cx="1097280" cy="210312"/>
          </a:xfrm>
          <a:prstGeom prst="rect">
            <a:avLst/>
          </a:prstGeom>
          <a:noFill/>
          <a:ln/>
        </p:spPr>
        <p:txBody>
          <a:bodyPr wrap="square" lIns="0" tIns="0" rIns="0" bIns="0" rtlCol="0" anchor="ctr"/>
          <a:lstStyle/>
          <a:p>
            <a:pPr algn="ctr" indent="0" marL="0">
              <a:buNone/>
            </a:pPr>
            <a:r>
              <a:rPr lang="en-US" sz="1550" dirty="0">
                <a:solidFill>
                  <a:srgbClr val="167B70"/>
                </a:solidFill>
                <a:latin typeface="Liberation Sans" pitchFamily="34" charset="0"/>
                <a:ea typeface="Liberation Sans" pitchFamily="34" charset="-122"/>
                <a:cs typeface="Liberation Sans" pitchFamily="34" charset="-120"/>
              </a:rPr>
              <a:t>learned gate</a:t>
            </a:r>
            <a:endParaRPr lang="en-US" sz="1550" dirty="0"/>
          </a:p>
        </p:txBody>
      </p:sp>
      <p:sp>
        <p:nvSpPr>
          <p:cNvPr id="148" name="Shape 143"/>
          <p:cNvSpPr/>
          <p:nvPr/>
        </p:nvSpPr>
        <p:spPr>
          <a:xfrm>
            <a:off x="12627864" y="5925312"/>
            <a:ext cx="374904" cy="0"/>
          </a:xfrm>
          <a:prstGeom prst="line">
            <a:avLst/>
          </a:prstGeom>
          <a:noFill/>
          <a:ln w="19050">
            <a:solidFill>
              <a:srgbClr val="167B70"/>
            </a:solidFill>
            <a:prstDash val="solid"/>
            <a:headEnd type="none"/>
            <a:tailEnd type="none"/>
          </a:ln>
        </p:spPr>
      </p:sp>
      <p:sp>
        <p:nvSpPr>
          <p:cNvPr id="149" name="Shape 144"/>
          <p:cNvSpPr/>
          <p:nvPr/>
        </p:nvSpPr>
        <p:spPr>
          <a:xfrm>
            <a:off x="13002768" y="5925312"/>
            <a:ext cx="0" cy="393192"/>
          </a:xfrm>
          <a:prstGeom prst="line">
            <a:avLst/>
          </a:prstGeom>
          <a:noFill/>
          <a:ln w="19050">
            <a:solidFill>
              <a:srgbClr val="167B70"/>
            </a:solidFill>
            <a:prstDash val="solid"/>
            <a:headEnd type="none"/>
            <a:tailEnd type="triangle"/>
          </a:ln>
        </p:spPr>
      </p:sp>
      <p:sp>
        <p:nvSpPr>
          <p:cNvPr id="150" name="Shape 145"/>
          <p:cNvSpPr/>
          <p:nvPr/>
        </p:nvSpPr>
        <p:spPr>
          <a:xfrm>
            <a:off x="6839712" y="6537960"/>
            <a:ext cx="5961888" cy="0"/>
          </a:xfrm>
          <a:prstGeom prst="line">
            <a:avLst/>
          </a:prstGeom>
          <a:noFill/>
          <a:ln w="22860">
            <a:solidFill>
              <a:srgbClr val="167B70"/>
            </a:solidFill>
            <a:prstDash val="solid"/>
            <a:headEnd type="none"/>
            <a:tailEnd type="triangle"/>
          </a:ln>
        </p:spPr>
      </p:sp>
      <p:sp>
        <p:nvSpPr>
          <p:cNvPr id="151" name="Text 146"/>
          <p:cNvSpPr/>
          <p:nvPr/>
        </p:nvSpPr>
        <p:spPr>
          <a:xfrm>
            <a:off x="7434072" y="6684264"/>
            <a:ext cx="3968496" cy="237744"/>
          </a:xfrm>
          <a:prstGeom prst="rect">
            <a:avLst/>
          </a:prstGeom>
          <a:noFill/>
          <a:ln/>
        </p:spPr>
        <p:txBody>
          <a:bodyPr wrap="square" lIns="0" tIns="0" rIns="0" bIns="0" rtlCol="0" anchor="ctr"/>
          <a:lstStyle/>
          <a:p>
            <a:pPr algn="ctr" indent="0" marL="0">
              <a:buNone/>
            </a:pPr>
            <a:r>
              <a:rPr lang="en-US" sz="1800" dirty="0">
                <a:solidFill>
                  <a:srgbClr val="167B70"/>
                </a:solidFill>
                <a:latin typeface="Liberation Sans" pitchFamily="34" charset="0"/>
                <a:ea typeface="Liberation Sans" pitchFamily="34" charset="-122"/>
                <a:cs typeface="Liberation Sans" pitchFamily="34" charset="-120"/>
              </a:rPr>
              <a:t>Final action representations</a:t>
            </a:r>
            <a:endParaRPr lang="en-US" sz="1800" dirty="0"/>
          </a:p>
        </p:txBody>
      </p:sp>
      <p:sp>
        <p:nvSpPr>
          <p:cNvPr id="152" name="Shape 147"/>
          <p:cNvSpPr/>
          <p:nvPr/>
        </p:nvSpPr>
        <p:spPr>
          <a:xfrm>
            <a:off x="12810744" y="6345936"/>
            <a:ext cx="384048" cy="384048"/>
          </a:xfrm>
          <a:prstGeom prst="ellipse">
            <a:avLst/>
          </a:prstGeom>
          <a:solidFill>
            <a:srgbClr val="FFFFFF"/>
          </a:solidFill>
          <a:ln w="19050">
            <a:solidFill>
              <a:srgbClr val="167B70"/>
            </a:solidFill>
            <a:prstDash val="solid"/>
          </a:ln>
        </p:spPr>
      </p:sp>
      <p:sp>
        <p:nvSpPr>
          <p:cNvPr id="153" name="Text 148"/>
          <p:cNvSpPr/>
          <p:nvPr/>
        </p:nvSpPr>
        <p:spPr>
          <a:xfrm>
            <a:off x="12838176" y="6373368"/>
            <a:ext cx="329184" cy="329184"/>
          </a:xfrm>
          <a:prstGeom prst="rect">
            <a:avLst/>
          </a:prstGeom>
          <a:noFill/>
          <a:ln/>
        </p:spPr>
        <p:txBody>
          <a:bodyPr wrap="square" lIns="0" tIns="0" rIns="0" bIns="0" rtlCol="0" anchor="ctr"/>
          <a:lstStyle/>
          <a:p>
            <a:pPr algn="ctr" indent="0" marL="0">
              <a:buNone/>
            </a:pPr>
            <a:r>
              <a:rPr lang="en-US" sz="2400" dirty="0">
                <a:solidFill>
                  <a:srgbClr val="167B70"/>
                </a:solidFill>
                <a:latin typeface="Liberation Sans" pitchFamily="34" charset="0"/>
                <a:ea typeface="Liberation Sans" pitchFamily="34" charset="-122"/>
                <a:cs typeface="Liberation Sans" pitchFamily="34" charset="-120"/>
              </a:rPr>
              <a:t>+</a:t>
            </a:r>
            <a:endParaRPr lang="en-US" sz="2400" dirty="0"/>
          </a:p>
        </p:txBody>
      </p:sp>
      <p:sp>
        <p:nvSpPr>
          <p:cNvPr id="154" name="Shape 149"/>
          <p:cNvSpPr/>
          <p:nvPr/>
        </p:nvSpPr>
        <p:spPr>
          <a:xfrm>
            <a:off x="13240512" y="6537960"/>
            <a:ext cx="146304" cy="0"/>
          </a:xfrm>
          <a:prstGeom prst="line">
            <a:avLst/>
          </a:prstGeom>
          <a:noFill/>
          <a:ln w="19050">
            <a:solidFill>
              <a:srgbClr val="167B70"/>
            </a:solidFill>
            <a:prstDash val="solid"/>
            <a:headEnd type="none"/>
            <a:tailEnd type="triangle"/>
          </a:ln>
        </p:spPr>
      </p:sp>
      <p:sp>
        <p:nvSpPr>
          <p:cNvPr id="155" name="Shape 150"/>
          <p:cNvSpPr/>
          <p:nvPr/>
        </p:nvSpPr>
        <p:spPr>
          <a:xfrm>
            <a:off x="13414248" y="6153912"/>
            <a:ext cx="914400" cy="768096"/>
          </a:xfrm>
          <a:prstGeom prst="roundRect">
            <a:avLst>
              <a:gd name="adj" fmla="val 14286"/>
            </a:avLst>
          </a:prstGeom>
          <a:solidFill>
            <a:srgbClr val="FFFFFF"/>
          </a:solidFill>
          <a:ln w="15240">
            <a:solidFill>
              <a:srgbClr val="167B70"/>
            </a:solidFill>
            <a:prstDash val="solid"/>
          </a:ln>
        </p:spPr>
      </p:sp>
      <p:sp>
        <p:nvSpPr>
          <p:cNvPr id="156" name="Text 151"/>
          <p:cNvSpPr/>
          <p:nvPr/>
        </p:nvSpPr>
        <p:spPr>
          <a:xfrm>
            <a:off x="13450824" y="6281928"/>
            <a:ext cx="841248" cy="502920"/>
          </a:xfrm>
          <a:prstGeom prst="rect">
            <a:avLst/>
          </a:prstGeom>
          <a:noFill/>
          <a:ln/>
        </p:spPr>
        <p:txBody>
          <a:bodyPr wrap="square" lIns="0" tIns="0" rIns="0" bIns="0" rtlCol="0" anchor="ctr"/>
          <a:lstStyle/>
          <a:p>
            <a:pPr algn="ctr" indent="0" marL="0">
              <a:buNone/>
            </a:pPr>
            <a:r>
              <a:rPr lang="en-US" sz="1750" b="1" dirty="0">
                <a:solidFill>
                  <a:srgbClr val="233348"/>
                </a:solidFill>
                <a:latin typeface="Liberation Sans" pitchFamily="34" charset="0"/>
                <a:ea typeface="Liberation Sans" pitchFamily="34" charset="-122"/>
                <a:cs typeface="Liberation Sans" pitchFamily="34" charset="-120"/>
              </a:rPr>
              <a:t>Action</a:t>
            </a:r>
            <a:endParaRPr lang="en-US" sz="1750" dirty="0"/>
          </a:p>
          <a:p>
            <a:pPr algn="ctr" indent="0" marL="0">
              <a:buNone/>
            </a:pPr>
            <a:r>
              <a:rPr lang="en-US" sz="1750" b="1" dirty="0">
                <a:solidFill>
                  <a:srgbClr val="233348"/>
                </a:solidFill>
                <a:latin typeface="Liberation Sans" pitchFamily="34" charset="0"/>
                <a:ea typeface="Liberation Sans" pitchFamily="34" charset="-122"/>
                <a:cs typeface="Liberation Sans" pitchFamily="34" charset="-120"/>
              </a:rPr>
              <a:t>output</a:t>
            </a:r>
            <a:endParaRPr lang="en-US" sz="1750" dirty="0"/>
          </a:p>
        </p:txBody>
      </p:sp>
      <p:sp>
        <p:nvSpPr>
          <p:cNvPr id="157" name="Shape 152"/>
          <p:cNvSpPr/>
          <p:nvPr/>
        </p:nvSpPr>
        <p:spPr>
          <a:xfrm>
            <a:off x="14374368" y="6537960"/>
            <a:ext cx="128016" cy="0"/>
          </a:xfrm>
          <a:prstGeom prst="line">
            <a:avLst/>
          </a:prstGeom>
          <a:noFill/>
          <a:ln w="19050">
            <a:solidFill>
              <a:srgbClr val="167B70"/>
            </a:solidFill>
            <a:prstDash val="solid"/>
            <a:headEnd type="none"/>
            <a:tailEnd type="triangle"/>
          </a:ln>
        </p:spPr>
      </p:sp>
      <p:sp>
        <p:nvSpPr>
          <p:cNvPr id="158" name="Text 153"/>
          <p:cNvSpPr/>
          <p:nvPr/>
        </p:nvSpPr>
        <p:spPr>
          <a:xfrm>
            <a:off x="14529816" y="6318504"/>
            <a:ext cx="320040" cy="384048"/>
          </a:xfrm>
          <a:prstGeom prst="rect">
            <a:avLst/>
          </a:prstGeom>
          <a:noFill/>
          <a:ln/>
        </p:spPr>
        <p:txBody>
          <a:bodyPr wrap="square" lIns="0" tIns="0" rIns="0" bIns="0" rtlCol="0" anchor="ctr"/>
          <a:lstStyle/>
          <a:p>
            <a:pPr algn="ctr" indent="0" marL="0">
              <a:buNone/>
            </a:pPr>
            <a:r>
              <a:rPr lang="en-US" sz="2900" i="1" dirty="0">
                <a:solidFill>
                  <a:srgbClr val="167B70"/>
                </a:solidFill>
                <a:latin typeface="Liberation Serif" pitchFamily="34" charset="0"/>
                <a:ea typeface="Liberation Serif" pitchFamily="34" charset="-122"/>
                <a:cs typeface="Liberation Serif" pitchFamily="34" charset="-120"/>
              </a:rPr>
              <a:t>vˢ</a:t>
            </a:r>
            <a:endParaRPr lang="en-US" sz="2900" dirty="0"/>
          </a:p>
        </p:txBody>
      </p:sp>
      <p:sp>
        <p:nvSpPr>
          <p:cNvPr id="159" name="Shape 154"/>
          <p:cNvSpPr/>
          <p:nvPr/>
        </p:nvSpPr>
        <p:spPr>
          <a:xfrm>
            <a:off x="13158216" y="3794760"/>
            <a:ext cx="1773936" cy="566928"/>
          </a:xfrm>
          <a:prstGeom prst="roundRect">
            <a:avLst>
              <a:gd name="adj" fmla="val 19355"/>
            </a:avLst>
          </a:prstGeom>
          <a:solidFill>
            <a:srgbClr val="FFF7E7"/>
          </a:solidFill>
          <a:ln w="11430">
            <a:solidFill>
              <a:srgbClr val="E6D4AF"/>
            </a:solidFill>
            <a:prstDash val="solid"/>
          </a:ln>
        </p:spPr>
      </p:sp>
      <p:sp>
        <p:nvSpPr>
          <p:cNvPr id="160" name="Text 155"/>
          <p:cNvSpPr/>
          <p:nvPr/>
        </p:nvSpPr>
        <p:spPr>
          <a:xfrm>
            <a:off x="13240512" y="3858768"/>
            <a:ext cx="1609344" cy="438912"/>
          </a:xfrm>
          <a:prstGeom prst="rect">
            <a:avLst/>
          </a:prstGeom>
          <a:noFill/>
          <a:ln/>
        </p:spPr>
        <p:txBody>
          <a:bodyPr wrap="square" lIns="0" tIns="0" rIns="0" bIns="0" rtlCol="0" anchor="ctr"/>
          <a:lstStyle/>
          <a:p>
            <a:pPr algn="ctr" indent="0" marL="0">
              <a:buNone/>
            </a:pPr>
            <a:r>
              <a:rPr lang="en-US" sz="1800" b="1" dirty="0">
                <a:solidFill>
                  <a:srgbClr val="A46C19"/>
                </a:solidFill>
                <a:latin typeface="Liberation Sans" pitchFamily="34" charset="0"/>
                <a:ea typeface="Liberation Sans" pitchFamily="34" charset="-122"/>
                <a:cs typeface="Liberation Sans" pitchFamily="34" charset="-120"/>
              </a:rPr>
              <a:t>ACL · Pearson</a:t>
            </a:r>
            <a:endParaRPr lang="en-US" sz="1800" dirty="0"/>
          </a:p>
          <a:p>
            <a:pPr algn="ctr" indent="0" marL="0">
              <a:buNone/>
            </a:pPr>
            <a:r>
              <a:rPr lang="en-US" sz="1800" b="1" dirty="0">
                <a:solidFill>
                  <a:srgbClr val="A46C19"/>
                </a:solidFill>
                <a:latin typeface="Liberation Sans" pitchFamily="34" charset="0"/>
                <a:ea typeface="Liberation Sans" pitchFamily="34" charset="-122"/>
                <a:cs typeface="Liberation Sans" pitchFamily="34" charset="-120"/>
              </a:rPr>
              <a:t>correlation</a:t>
            </a:r>
            <a:endParaRPr lang="en-US" sz="1800" dirty="0"/>
          </a:p>
        </p:txBody>
      </p:sp>
      <p:sp>
        <p:nvSpPr>
          <p:cNvPr id="161" name="Shape 156"/>
          <p:cNvSpPr/>
          <p:nvPr/>
        </p:nvSpPr>
        <p:spPr>
          <a:xfrm>
            <a:off x="14648688" y="6272784"/>
            <a:ext cx="192024" cy="0"/>
          </a:xfrm>
          <a:prstGeom prst="line">
            <a:avLst/>
          </a:prstGeom>
          <a:noFill/>
          <a:ln w="19050">
            <a:solidFill>
              <a:srgbClr val="167B70"/>
            </a:solidFill>
            <a:prstDash val="dash"/>
            <a:headEnd type="none"/>
            <a:tailEnd type="none"/>
          </a:ln>
        </p:spPr>
      </p:sp>
      <p:sp>
        <p:nvSpPr>
          <p:cNvPr id="162" name="Shape 157"/>
          <p:cNvSpPr/>
          <p:nvPr/>
        </p:nvSpPr>
        <p:spPr>
          <a:xfrm flipV="1">
            <a:off x="14840712" y="4425696"/>
            <a:ext cx="0" cy="1847088"/>
          </a:xfrm>
          <a:prstGeom prst="line">
            <a:avLst/>
          </a:prstGeom>
          <a:noFill/>
          <a:ln w="19050">
            <a:solidFill>
              <a:srgbClr val="167B70"/>
            </a:solidFill>
            <a:prstDash val="dash"/>
            <a:headEnd type="none"/>
            <a:tailEnd type="triangle"/>
          </a:ln>
        </p:spPr>
      </p:sp>
      <p:sp>
        <p:nvSpPr>
          <p:cNvPr id="163" name="Shape 158"/>
          <p:cNvSpPr/>
          <p:nvPr/>
        </p:nvSpPr>
        <p:spPr>
          <a:xfrm>
            <a:off x="246888" y="7333488"/>
            <a:ext cx="14749272" cy="978408"/>
          </a:xfrm>
          <a:prstGeom prst="roundRect">
            <a:avLst>
              <a:gd name="adj" fmla="val 11215"/>
            </a:avLst>
          </a:prstGeom>
          <a:solidFill>
            <a:srgbClr val="F7F9FB"/>
          </a:solidFill>
          <a:ln w="11430">
            <a:solidFill>
              <a:srgbClr val="E2E8EE"/>
            </a:solidFill>
            <a:prstDash val="solid"/>
          </a:ln>
        </p:spPr>
      </p:sp>
      <p:sp>
        <p:nvSpPr>
          <p:cNvPr id="164" name="Text 159"/>
          <p:cNvSpPr/>
          <p:nvPr/>
        </p:nvSpPr>
        <p:spPr>
          <a:xfrm>
            <a:off x="475488" y="7498080"/>
            <a:ext cx="2743200" cy="310896"/>
          </a:xfrm>
          <a:prstGeom prst="rect">
            <a:avLst/>
          </a:prstGeom>
          <a:noFill/>
          <a:ln/>
        </p:spPr>
        <p:txBody>
          <a:bodyPr wrap="square" lIns="0" tIns="0" rIns="0" bIns="0" rtlCol="0" anchor="ctr"/>
          <a:lstStyle/>
          <a:p>
            <a:pPr indent="0" marL="0">
              <a:buNone/>
            </a:pPr>
            <a:r>
              <a:rPr lang="en-US" sz="2100" b="1" dirty="0">
                <a:solidFill>
                  <a:srgbClr val="233348"/>
                </a:solidFill>
                <a:latin typeface="Liberation Sans" pitchFamily="34" charset="0"/>
                <a:ea typeface="Liberation Sans" pitchFamily="34" charset="-122"/>
                <a:cs typeface="Liberation Sans" pitchFamily="34" charset="-120"/>
              </a:rPr>
              <a:t>Training objective</a:t>
            </a:r>
            <a:endParaRPr lang="en-US" sz="2100" dirty="0"/>
          </a:p>
        </p:txBody>
      </p:sp>
      <p:sp>
        <p:nvSpPr>
          <p:cNvPr id="165" name="Text 160"/>
          <p:cNvSpPr/>
          <p:nvPr/>
        </p:nvSpPr>
        <p:spPr>
          <a:xfrm>
            <a:off x="475488" y="7891272"/>
            <a:ext cx="2926080" cy="219456"/>
          </a:xfrm>
          <a:prstGeom prst="rect">
            <a:avLst/>
          </a:prstGeom>
          <a:noFill/>
          <a:ln/>
        </p:spPr>
        <p:txBody>
          <a:bodyPr wrap="square" lIns="0" tIns="0" rIns="0" bIns="0" rtlCol="0" anchor="ctr"/>
          <a:lstStyle/>
          <a:p>
            <a:pPr indent="0" marL="0">
              <a:buNone/>
            </a:pPr>
            <a:r>
              <a:rPr lang="en-US" sz="1650" dirty="0">
                <a:solidFill>
                  <a:srgbClr val="64748B"/>
                </a:solidFill>
                <a:latin typeface="Liberation Sans" pitchFamily="34" charset="0"/>
                <a:ea typeface="Liberation Sans" pitchFamily="34" charset="-122"/>
                <a:cs typeface="Liberation Sans" pitchFamily="34" charset="-120"/>
              </a:rPr>
              <a:t>Ground-truth flow supervision</a:t>
            </a:r>
            <a:endParaRPr lang="en-US" sz="1650" dirty="0"/>
          </a:p>
        </p:txBody>
      </p:sp>
      <p:sp>
        <p:nvSpPr>
          <p:cNvPr id="166" name="Text 161"/>
          <p:cNvSpPr/>
          <p:nvPr/>
        </p:nvSpPr>
        <p:spPr>
          <a:xfrm>
            <a:off x="3657600" y="7479792"/>
            <a:ext cx="6720840" cy="512064"/>
          </a:xfrm>
          <a:prstGeom prst="rect">
            <a:avLst/>
          </a:prstGeom>
          <a:noFill/>
          <a:ln/>
        </p:spPr>
        <p:txBody>
          <a:bodyPr wrap="square" lIns="0" tIns="0" rIns="0" bIns="0" rtlCol="0" anchor="ctr"/>
          <a:lstStyle/>
          <a:p>
            <a:pPr indent="0" marL="0">
              <a:buNone/>
            </a:pPr>
            <a:r>
              <a:rPr lang="en-US" sz="2900" i="1" dirty="0">
                <a:solidFill>
                  <a:srgbClr val="233348"/>
                </a:solidFill>
                <a:latin typeface="Liberation Serif" pitchFamily="34" charset="0"/>
                <a:ea typeface="Liberation Serif" pitchFamily="34" charset="-122"/>
                <a:cs typeface="Liberation Serif" pitchFamily="34" charset="-120"/>
              </a:rPr>
              <a:t>L = L</a:t>
            </a:r>
            <a:pPr indent="0" marL="0">
              <a:buNone/>
            </a:pPr>
            <a:r>
              <a:rPr lang="en-US" sz="1800" baseline="-40000" dirty="0">
                <a:solidFill>
                  <a:srgbClr val="233348"/>
                </a:solidFill>
                <a:latin typeface="Liberation Serif" pitchFamily="34" charset="0"/>
                <a:ea typeface="Liberation Serif" pitchFamily="34" charset="-122"/>
                <a:cs typeface="Liberation Serif" pitchFamily="34" charset="-120"/>
              </a:rPr>
              <a:t>flow</a:t>
            </a:r>
            <a:pPr indent="0" marL="0">
              <a:buNone/>
            </a:pPr>
            <a:r>
              <a:rPr lang="en-US" sz="2900" i="1" dirty="0">
                <a:solidFill>
                  <a:srgbClr val="7952A8"/>
                </a:solidFill>
                <a:latin typeface="Liberation Serif" pitchFamily="34" charset="0"/>
                <a:ea typeface="Liberation Serif" pitchFamily="34" charset="-122"/>
                <a:cs typeface="Liberation Serif" pitchFamily="34" charset="-120"/>
              </a:rPr>
              <a:t> + λ</a:t>
            </a:r>
            <a:pPr indent="0" marL="0">
              <a:buNone/>
            </a:pPr>
            <a:r>
              <a:rPr lang="en-US" sz="1800" baseline="-40000" dirty="0">
                <a:solidFill>
                  <a:srgbClr val="7952A8"/>
                </a:solidFill>
                <a:latin typeface="Liberation Serif" pitchFamily="34" charset="0"/>
                <a:ea typeface="Liberation Serif" pitchFamily="34" charset="-122"/>
                <a:cs typeface="Liberation Serif" pitchFamily="34" charset="-120"/>
              </a:rPr>
              <a:t>cue</a:t>
            </a:r>
            <a:pPr indent="0" marL="0">
              <a:buNone/>
            </a:pPr>
            <a:r>
              <a:rPr lang="en-US" sz="2900" i="1" dirty="0">
                <a:solidFill>
                  <a:srgbClr val="7952A8"/>
                </a:solidFill>
                <a:latin typeface="Liberation Serif" pitchFamily="34" charset="0"/>
                <a:ea typeface="Liberation Serif" pitchFamily="34" charset="-122"/>
                <a:cs typeface="Liberation Serif" pitchFamily="34" charset="-120"/>
              </a:rPr>
              <a:t>L</a:t>
            </a:r>
            <a:pPr indent="0" marL="0">
              <a:buNone/>
            </a:pPr>
            <a:r>
              <a:rPr lang="en-US" sz="1800" baseline="-40000" dirty="0">
                <a:solidFill>
                  <a:srgbClr val="7952A8"/>
                </a:solidFill>
                <a:latin typeface="Liberation Serif" pitchFamily="34" charset="0"/>
                <a:ea typeface="Liberation Serif" pitchFamily="34" charset="-122"/>
                <a:cs typeface="Liberation Serif" pitchFamily="34" charset="-120"/>
              </a:rPr>
              <a:t>cue</a:t>
            </a:r>
            <a:pPr indent="0" marL="0">
              <a:buNone/>
            </a:pPr>
            <a:r>
              <a:rPr lang="en-US" sz="2900" i="1" dirty="0">
                <a:solidFill>
                  <a:srgbClr val="A46C19"/>
                </a:solidFill>
                <a:latin typeface="Liberation Serif" pitchFamily="34" charset="0"/>
                <a:ea typeface="Liberation Serif" pitchFamily="34" charset="-122"/>
                <a:cs typeface="Liberation Serif" pitchFamily="34" charset="-120"/>
              </a:rPr>
              <a:t> + λ</a:t>
            </a:r>
            <a:pPr indent="0" marL="0">
              <a:buNone/>
            </a:pPr>
            <a:r>
              <a:rPr lang="en-US" sz="1800" baseline="-40000" dirty="0">
                <a:solidFill>
                  <a:srgbClr val="A46C19"/>
                </a:solidFill>
                <a:latin typeface="Liberation Serif" pitchFamily="34" charset="0"/>
                <a:ea typeface="Liberation Serif" pitchFamily="34" charset="-122"/>
                <a:cs typeface="Liberation Serif" pitchFamily="34" charset="-120"/>
              </a:rPr>
              <a:t>ACL</a:t>
            </a:r>
            <a:pPr indent="0" marL="0">
              <a:buNone/>
            </a:pPr>
            <a:r>
              <a:rPr lang="en-US" sz="2900" i="1" dirty="0">
                <a:solidFill>
                  <a:srgbClr val="A46C19"/>
                </a:solidFill>
                <a:latin typeface="Liberation Serif" pitchFamily="34" charset="0"/>
                <a:ea typeface="Liberation Serif" pitchFamily="34" charset="-122"/>
                <a:cs typeface="Liberation Serif" pitchFamily="34" charset="-120"/>
              </a:rPr>
              <a:t>L</a:t>
            </a:r>
            <a:pPr indent="0" marL="0">
              <a:buNone/>
            </a:pPr>
            <a:r>
              <a:rPr lang="en-US" sz="1800" baseline="-40000" dirty="0">
                <a:solidFill>
                  <a:srgbClr val="A46C19"/>
                </a:solidFill>
                <a:latin typeface="Liberation Serif" pitchFamily="34" charset="0"/>
                <a:ea typeface="Liberation Serif" pitchFamily="34" charset="-122"/>
                <a:cs typeface="Liberation Serif" pitchFamily="34" charset="-120"/>
              </a:rPr>
              <a:t>ACL</a:t>
            </a:r>
            <a:endParaRPr lang="en-US" sz="2900" dirty="0"/>
          </a:p>
        </p:txBody>
      </p:sp>
      <p:sp>
        <p:nvSpPr>
          <p:cNvPr id="167" name="Text 162"/>
          <p:cNvSpPr/>
          <p:nvPr/>
        </p:nvSpPr>
        <p:spPr>
          <a:xfrm>
            <a:off x="3666744" y="8019288"/>
            <a:ext cx="6858000" cy="182880"/>
          </a:xfrm>
          <a:prstGeom prst="rect">
            <a:avLst/>
          </a:prstGeom>
          <a:noFill/>
          <a:ln/>
        </p:spPr>
        <p:txBody>
          <a:bodyPr wrap="square" lIns="0" tIns="0" rIns="0" bIns="0" rtlCol="0" anchor="ctr"/>
          <a:lstStyle/>
          <a:p>
            <a:pPr indent="0" marL="0">
              <a:buNone/>
            </a:pPr>
            <a:r>
              <a:rPr lang="en-US" sz="1620" dirty="0">
                <a:solidFill>
                  <a:srgbClr val="64748B"/>
                </a:solidFill>
                <a:latin typeface="Liberation Sans" pitchFamily="34" charset="0"/>
                <a:ea typeface="Liberation Sans" pitchFamily="34" charset="-122"/>
                <a:cs typeface="Liberation Sans" pitchFamily="34" charset="-120"/>
              </a:rPr>
              <a:t>sg blocks action-loss gradients through predicted cues.</a:t>
            </a:r>
            <a:endParaRPr lang="en-US" sz="1620" dirty="0"/>
          </a:p>
        </p:txBody>
      </p:sp>
      <p:sp>
        <p:nvSpPr>
          <p:cNvPr id="168" name="Shape 163"/>
          <p:cNvSpPr/>
          <p:nvPr/>
        </p:nvSpPr>
        <p:spPr>
          <a:xfrm>
            <a:off x="11000232" y="7479792"/>
            <a:ext cx="3767328" cy="667512"/>
          </a:xfrm>
          <a:prstGeom prst="roundRect">
            <a:avLst>
              <a:gd name="adj" fmla="val 16438"/>
            </a:avLst>
          </a:prstGeom>
          <a:solidFill>
            <a:srgbClr val="EAF4F0"/>
          </a:solidFill>
          <a:ln w="8890">
            <a:solidFill>
              <a:srgbClr val="D1E5DD"/>
            </a:solidFill>
            <a:prstDash val="solid"/>
          </a:ln>
        </p:spPr>
      </p:sp>
      <p:sp>
        <p:nvSpPr>
          <p:cNvPr id="169" name="Text 164"/>
          <p:cNvSpPr/>
          <p:nvPr/>
        </p:nvSpPr>
        <p:spPr>
          <a:xfrm>
            <a:off x="11173968" y="7562088"/>
            <a:ext cx="3419856" cy="256032"/>
          </a:xfrm>
          <a:prstGeom prst="rect">
            <a:avLst/>
          </a:prstGeom>
          <a:noFill/>
          <a:ln/>
        </p:spPr>
        <p:txBody>
          <a:bodyPr wrap="square" lIns="0" tIns="0" rIns="0" bIns="0" rtlCol="0" anchor="ctr"/>
          <a:lstStyle/>
          <a:p>
            <a:pPr algn="ctr" indent="0" marL="0">
              <a:buNone/>
            </a:pPr>
            <a:r>
              <a:rPr lang="en-US" sz="2000" b="1" dirty="0">
                <a:solidFill>
                  <a:srgbClr val="167B70"/>
                </a:solidFill>
                <a:latin typeface="Liberation Sans" pitchFamily="34" charset="0"/>
                <a:ea typeface="Liberation Sans" pitchFamily="34" charset="-122"/>
                <a:cs typeface="Liberation Sans" pitchFamily="34" charset="-120"/>
              </a:rPr>
              <a:t>Deployment: student only</a:t>
            </a:r>
            <a:endParaRPr lang="en-US" sz="2000" dirty="0"/>
          </a:p>
        </p:txBody>
      </p:sp>
      <p:sp>
        <p:nvSpPr>
          <p:cNvPr id="170" name="Text 165"/>
          <p:cNvSpPr/>
          <p:nvPr/>
        </p:nvSpPr>
        <p:spPr>
          <a:xfrm>
            <a:off x="11155680" y="7872984"/>
            <a:ext cx="3456432" cy="201168"/>
          </a:xfrm>
          <a:prstGeom prst="rect">
            <a:avLst/>
          </a:prstGeom>
          <a:noFill/>
          <a:ln/>
        </p:spPr>
        <p:txBody>
          <a:bodyPr wrap="square" lIns="0" tIns="0" rIns="0" bIns="0" rtlCol="0" anchor="ctr"/>
          <a:lstStyle/>
          <a:p>
            <a:pPr algn="ctr" indent="0" marL="0">
              <a:buNone/>
            </a:pPr>
            <a:r>
              <a:rPr lang="en-US" sz="1650" dirty="0">
                <a:solidFill>
                  <a:srgbClr val="167B70"/>
                </a:solidFill>
                <a:latin typeface="Liberation Sans" pitchFamily="34" charset="0"/>
                <a:ea typeface="Liberation Sans" pitchFamily="34" charset="-122"/>
                <a:cs typeface="Liberation Sans" pitchFamily="34" charset="-120"/>
              </a:rPr>
              <a:t>Cue prediction and gate retained</a:t>
            </a:r>
            <a:endParaRPr lang="en-US" sz="1650" dirty="0"/>
          </a:p>
        </p:txBody>
      </p:sp>
    </p:spTree>
  </p:cSld>
  <p:clrMapOvr>
    <a:masterClrMapping/>
  </p:clrMapOvr>
</p:sld>
</file>

<file path=ppt/theme/acpdV3_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Liberation Sans"/>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Liberation San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ns1="http://schemas.openxmlformats.org/officeDocument/2006/docPropsVTypes">
  <TotalTime>349</TotalTime>
  <Words>259</Words>
  <Application>Microsoft Macintosh PowerPoint</Application>
  <DocSecurity>0</DocSecurity>
  <PresentationFormat>自定义</PresentationFormat>
  <Paragraphs>91</Paragraphs>
  <Slides>3</Slides>
  <Notes>2</Notes>
  <HiddenSlides>0</HiddenSlides>
  <MMClips>0</MMClips>
  <ScaleCrop>false</ScaleCrop>
  <HeadingPairs>
    <ns1:vector size="6" baseType="variant">
      <ns1:variant>
        <ns1:lpstr>已用的字体</ns1:lpstr>
      </ns1:variant>
      <ns1:variant>
        <ns1:i4>3</ns1:i4>
      </ns1:variant>
      <ns1:variant>
        <ns1:lpstr>主题</ns1:lpstr>
      </ns1:variant>
      <ns1:variant>
        <ns1:i4>1</ns1:i4>
      </ns1:variant>
      <ns1:variant>
        <ns1:lpstr>幻灯片标题</ns1:lpstr>
      </ns1:variant>
      <ns1:variant>
        <ns1:i4>2</ns1:i4>
      </ns1:variant>
    </ns1:vector>
  </HeadingPairs>
  <TitlesOfParts>
    <ns1:vector size="6" baseType="lpstr">
      <ns1:lpstr>Arial</ns1:lpstr>
      <ns1:lpstr>Calibri</ns1:lpstr>
      <ns1:lpstr>Cambria Math</ns1:lpstr>
      <ns1:lpstr>ChatGPT</ns1:lpstr>
      <ns1:lpstr>PowerPoint 演示文稿</ns1:lpstr>
      <ns1:lpstr>PowerPoint 演示文稿</ns1:lpstr>
    </ns1: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Tong Liu</cp:lastModifiedBy>
  <cp:revision>1</cp:revision>
  <dcterms:created xsi:type="dcterms:W3CDTF">2026-07-28T20:17:16Z</dcterms:created>
  <dcterms:modified xsi:type="dcterms:W3CDTF">2026-07-29T04:45:32Z</dcterms:modified>
</cp:coreProperties>
</file>