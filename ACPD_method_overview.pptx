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Default Extension="jpeg" ContentType="image/jpeg"/>
  <Default Extension="jpg" ContentType="image/jp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notesMasters/acpdV3_notesMaster1.xml" ContentType="application/vnd.openxmlformats-officedocument.presentationml.notesMaster+xml"/>
  <Override PartName="/ppt/slideMasters/acpdV3_slideMaster1.xml" ContentType="application/vnd.openxmlformats-officedocument.presentationml.slideMaster+xml"/>
  <Override PartName="/ppt/slides/slide3.xml" ContentType="application/vnd.openxmlformats-officedocument.presentationml.slide+xml"/>
  <Override PartName="/ppt/theme/acpdV3_theme1.xml" ContentType="application/vnd.openxmlformats-officedocument.theme+xml"/>
  <Override PartName="/ppt/slideLayouts/acpdV3_slideLayout1.xml" ContentType="application/vnd.openxmlformats-officedocument.presentationml.slideLayout+xml"/>
  <Override PartName="/ppt/notesSlides/acpdV3_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>
  <p:sldMasterIdLst>
    <p:sldMasterId id="2147483648" r:id="rId1"/>
    <p:sldMasterId id="2147483649" r:id="rId12"/>
  </p:sldMasterIdLst>
  <p:notesMasterIdLst>
    <p:notesMasterId r:id="rId4"/>
  </p:notesMasterIdLst>
  <p:sldIdLst>
    <p:sldId id="256" r:id="rId2"/>
    <p:sldId id="257" r:id="rId3"/>
    <p:sldId id="258" r:id="rId11"/>
  </p:sldIdLst>
  <p:sldSz cx="15240000" cy="8572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009E"/>
    <a:srgbClr val="1856F7"/>
    <a:srgbClr val="FE5512"/>
    <a:srgbClr val="3F05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C6DF1A-2E35-5443-ABD5-39F8125A6A83}" v="124" dt="2026-07-29T03:29:03.0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90"/>
    <p:restoredTop sz="94658"/>
  </p:normalViewPr>
  <p:slideViewPr>
    <p:cSldViewPr snapToGrid="0">
      <p:cViewPr varScale="1">
        <p:scale>
          <a:sx n="92" d="100"/>
          <a:sy n="92" d="100"/>
        </p:scale>
        <p:origin x="160" y="192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0" Type="http://schemas.microsoft.com/office/2015/10/relationships/revisionInfo" Target="revisionInfo.xml" /><Relationship Id="rId4" Type="http://schemas.openxmlformats.org/officeDocument/2006/relationships/notesMaster" Target="notesMasters/notesMaster1.xml" /><Relationship Id="rId9" Type="http://schemas.microsoft.com/office/2016/11/relationships/changesInfo" Target="changesInfos/changesInfo1.xml" /><Relationship Id="rId11" Type="http://schemas.openxmlformats.org/officeDocument/2006/relationships/slide" Target="slides/slide3.xml" /><Relationship Id="rId12" Type="http://schemas.openxmlformats.org/officeDocument/2006/relationships/slideMaster" Target="slideMasters/acpdV3_slideMaster1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ng Liu" userId="5083135e9e94dac5" providerId="LiveId" clId="{8691FECC-A1B2-5B80-8A54-2FE7DE98EF2B}"/>
    <pc:docChg chg="undo redo custSel addSld delSld modSld">
      <pc:chgData name="Tong Liu" userId="5083135e9e94dac5" providerId="LiveId" clId="{8691FECC-A1B2-5B80-8A54-2FE7DE98EF2B}" dt="2026-07-29T04:45:29.464" v="4131" actId="14100"/>
      <pc:docMkLst>
        <pc:docMk/>
      </pc:docMkLst>
      <pc:sldChg chg="delSp modSp mod">
        <pc:chgData name="Tong Liu" userId="5083135e9e94dac5" providerId="LiveId" clId="{8691FECC-A1B2-5B80-8A54-2FE7DE98EF2B}" dt="2026-07-28T22:21:28.587" v="122" actId="1076"/>
        <pc:sldMkLst>
          <pc:docMk/>
          <pc:sldMk cId="309577985" sldId="256"/>
        </pc:sldMkLst>
        <pc:spChg chg="mod">
          <ac:chgData name="Tong Liu" userId="5083135e9e94dac5" providerId="LiveId" clId="{8691FECC-A1B2-5B80-8A54-2FE7DE98EF2B}" dt="2026-07-28T21:45:38.864" v="23" actId="20577"/>
          <ac:spMkLst>
            <pc:docMk/>
            <pc:sldMk cId="309577985" sldId="256"/>
            <ac:spMk id="73" creationId="{3A103FB9-06C6-47D3-BED6-9DFAD409A4B7}"/>
          </ac:spMkLst>
        </pc:spChg>
        <pc:spChg chg="del mod">
          <ac:chgData name="Tong Liu" userId="5083135e9e94dac5" providerId="LiveId" clId="{8691FECC-A1B2-5B80-8A54-2FE7DE98EF2B}" dt="2026-07-28T21:46:08.469" v="48" actId="478"/>
          <ac:spMkLst>
            <pc:docMk/>
            <pc:sldMk cId="309577985" sldId="256"/>
            <ac:spMk id="75" creationId="{E973D783-3536-4304-8901-5474FEA364D9}"/>
          </ac:spMkLst>
        </pc:spChg>
        <pc:spChg chg="mod">
          <ac:chgData name="Tong Liu" userId="5083135e9e94dac5" providerId="LiveId" clId="{8691FECC-A1B2-5B80-8A54-2FE7DE98EF2B}" dt="2026-07-28T21:45:37.177" v="21" actId="20577"/>
          <ac:spMkLst>
            <pc:docMk/>
            <pc:sldMk cId="309577985" sldId="256"/>
            <ac:spMk id="76" creationId="{937DC710-83CA-4CCC-8665-19B65CC5CF53}"/>
          </ac:spMkLst>
        </pc:spChg>
        <pc:spChg chg="del">
          <ac:chgData name="Tong Liu" userId="5083135e9e94dac5" providerId="LiveId" clId="{8691FECC-A1B2-5B80-8A54-2FE7DE98EF2B}" dt="2026-07-28T21:46:05.099" v="47" actId="478"/>
          <ac:spMkLst>
            <pc:docMk/>
            <pc:sldMk cId="309577985" sldId="256"/>
            <ac:spMk id="78" creationId="{158D50ED-0E2E-4411-949B-C22F089680FF}"/>
          </ac:spMkLst>
        </pc:spChg>
        <pc:spChg chg="mod">
          <ac:chgData name="Tong Liu" userId="5083135e9e94dac5" providerId="LiveId" clId="{8691FECC-A1B2-5B80-8A54-2FE7DE98EF2B}" dt="2026-07-28T21:47:47.841" v="76" actId="14100"/>
          <ac:spMkLst>
            <pc:docMk/>
            <pc:sldMk cId="309577985" sldId="256"/>
            <ac:spMk id="84" creationId="{516A128B-E397-4518-B1AF-B74F3AFC9096}"/>
          </ac:spMkLst>
        </pc:spChg>
        <pc:spChg chg="mod">
          <ac:chgData name="Tong Liu" userId="5083135e9e94dac5" providerId="LiveId" clId="{8691FECC-A1B2-5B80-8A54-2FE7DE98EF2B}" dt="2026-07-28T21:47:41.706" v="75" actId="14100"/>
          <ac:spMkLst>
            <pc:docMk/>
            <pc:sldMk cId="309577985" sldId="256"/>
            <ac:spMk id="86" creationId="{50446C2E-2A1A-49D1-8960-2891EBFC4CC1}"/>
          </ac:spMkLst>
        </pc:spChg>
        <pc:spChg chg="mod">
          <ac:chgData name="Tong Liu" userId="5083135e9e94dac5" providerId="LiveId" clId="{8691FECC-A1B2-5B80-8A54-2FE7DE98EF2B}" dt="2026-07-28T21:48:10.778" v="78" actId="1076"/>
          <ac:spMkLst>
            <pc:docMk/>
            <pc:sldMk cId="309577985" sldId="256"/>
            <ac:spMk id="91" creationId="{D7988236-8046-4F1B-BCD9-14F352813EF1}"/>
          </ac:spMkLst>
        </pc:spChg>
        <pc:spChg chg="mod">
          <ac:chgData name="Tong Liu" userId="5083135e9e94dac5" providerId="LiveId" clId="{8691FECC-A1B2-5B80-8A54-2FE7DE98EF2B}" dt="2026-07-28T21:48:17.059" v="80" actId="1076"/>
          <ac:spMkLst>
            <pc:docMk/>
            <pc:sldMk cId="309577985" sldId="256"/>
            <ac:spMk id="93" creationId="{2C5F00BF-EA6F-4AA3-8618-D27AFC9A7765}"/>
          </ac:spMkLst>
        </pc:spChg>
        <pc:spChg chg="mod">
          <ac:chgData name="Tong Liu" userId="5083135e9e94dac5" providerId="LiveId" clId="{8691FECC-A1B2-5B80-8A54-2FE7DE98EF2B}" dt="2026-07-28T21:52:00.518" v="119" actId="20577"/>
          <ac:spMkLst>
            <pc:docMk/>
            <pc:sldMk cId="309577985" sldId="256"/>
            <ac:spMk id="96" creationId="{39403AC5-B7F4-47B1-9474-A95437CAC1BF}"/>
          </ac:spMkLst>
        </pc:spChg>
        <pc:spChg chg="mod">
          <ac:chgData name="Tong Liu" userId="5083135e9e94dac5" providerId="LiveId" clId="{8691FECC-A1B2-5B80-8A54-2FE7DE98EF2B}" dt="2026-07-28T21:49:35.533" v="95" actId="14100"/>
          <ac:spMkLst>
            <pc:docMk/>
            <pc:sldMk cId="309577985" sldId="256"/>
            <ac:spMk id="101" creationId="{5A81492E-D10E-427D-870E-A88D3133CA3D}"/>
          </ac:spMkLst>
        </pc:spChg>
        <pc:spChg chg="mod">
          <ac:chgData name="Tong Liu" userId="5083135e9e94dac5" providerId="LiveId" clId="{8691FECC-A1B2-5B80-8A54-2FE7DE98EF2B}" dt="2026-07-28T21:50:00.432" v="101" actId="14100"/>
          <ac:spMkLst>
            <pc:docMk/>
            <pc:sldMk cId="309577985" sldId="256"/>
            <ac:spMk id="102" creationId="{6013A457-112C-44E5-956E-7D4601F1B272}"/>
          </ac:spMkLst>
        </pc:spChg>
        <pc:spChg chg="mod">
          <ac:chgData name="Tong Liu" userId="5083135e9e94dac5" providerId="LiveId" clId="{8691FECC-A1B2-5B80-8A54-2FE7DE98EF2B}" dt="2026-07-28T21:49:15.048" v="83" actId="20577"/>
          <ac:spMkLst>
            <pc:docMk/>
            <pc:sldMk cId="309577985" sldId="256"/>
            <ac:spMk id="103" creationId="{5F23F668-B718-4044-8FC6-CE3FBBCB1618}"/>
          </ac:spMkLst>
        </pc:spChg>
        <pc:spChg chg="mod">
          <ac:chgData name="Tong Liu" userId="5083135e9e94dac5" providerId="LiveId" clId="{8691FECC-A1B2-5B80-8A54-2FE7DE98EF2B}" dt="2026-07-28T21:49:27.266" v="94" actId="1035"/>
          <ac:spMkLst>
            <pc:docMk/>
            <pc:sldMk cId="309577985" sldId="256"/>
            <ac:spMk id="105" creationId="{9C949B31-F66E-482D-9D8B-6AE3E770AC49}"/>
          </ac:spMkLst>
        </pc:spChg>
        <pc:spChg chg="mod">
          <ac:chgData name="Tong Liu" userId="5083135e9e94dac5" providerId="LiveId" clId="{8691FECC-A1B2-5B80-8A54-2FE7DE98EF2B}" dt="2026-07-28T21:49:27.266" v="94" actId="1035"/>
          <ac:spMkLst>
            <pc:docMk/>
            <pc:sldMk cId="309577985" sldId="256"/>
            <ac:spMk id="106" creationId="{98828705-AB15-426A-83FD-A0E7448CC239}"/>
          </ac:spMkLst>
        </pc:spChg>
        <pc:spChg chg="mod">
          <ac:chgData name="Tong Liu" userId="5083135e9e94dac5" providerId="LiveId" clId="{8691FECC-A1B2-5B80-8A54-2FE7DE98EF2B}" dt="2026-07-28T21:49:27.266" v="94" actId="1035"/>
          <ac:spMkLst>
            <pc:docMk/>
            <pc:sldMk cId="309577985" sldId="256"/>
            <ac:spMk id="107" creationId="{08A3E747-F329-4F68-B4B0-97ACAFA31D42}"/>
          </ac:spMkLst>
        </pc:spChg>
        <pc:spChg chg="mod">
          <ac:chgData name="Tong Liu" userId="5083135e9e94dac5" providerId="LiveId" clId="{8691FECC-A1B2-5B80-8A54-2FE7DE98EF2B}" dt="2026-07-28T21:49:27.266" v="94" actId="1035"/>
          <ac:spMkLst>
            <pc:docMk/>
            <pc:sldMk cId="309577985" sldId="256"/>
            <ac:spMk id="108" creationId="{642F2C87-F5E5-4B88-829F-D95FAC89C5A3}"/>
          </ac:spMkLst>
        </pc:spChg>
        <pc:spChg chg="mod">
          <ac:chgData name="Tong Liu" userId="5083135e9e94dac5" providerId="LiveId" clId="{8691FECC-A1B2-5B80-8A54-2FE7DE98EF2B}" dt="2026-07-28T21:49:40.479" v="96" actId="14100"/>
          <ac:spMkLst>
            <pc:docMk/>
            <pc:sldMk cId="309577985" sldId="256"/>
            <ac:spMk id="111" creationId="{5952B144-B07D-43C6-922F-38A2EBCBFF25}"/>
          </ac:spMkLst>
        </pc:spChg>
        <pc:spChg chg="mod">
          <ac:chgData name="Tong Liu" userId="5083135e9e94dac5" providerId="LiveId" clId="{8691FECC-A1B2-5B80-8A54-2FE7DE98EF2B}" dt="2026-07-28T21:48:55.368" v="81" actId="20577"/>
          <ac:spMkLst>
            <pc:docMk/>
            <pc:sldMk cId="309577985" sldId="256"/>
            <ac:spMk id="113" creationId="{5C6DDBD2-CCF1-433B-BA4A-1BAAB1BE9829}"/>
          </ac:spMkLst>
        </pc:spChg>
        <pc:spChg chg="mod">
          <ac:chgData name="Tong Liu" userId="5083135e9e94dac5" providerId="LiveId" clId="{8691FECC-A1B2-5B80-8A54-2FE7DE98EF2B}" dt="2026-07-28T21:49:27.266" v="94" actId="1035"/>
          <ac:spMkLst>
            <pc:docMk/>
            <pc:sldMk cId="309577985" sldId="256"/>
            <ac:spMk id="114" creationId="{E0221DAE-EE8E-44C7-A46E-F7437572F60D}"/>
          </ac:spMkLst>
        </pc:spChg>
        <pc:spChg chg="mod">
          <ac:chgData name="Tong Liu" userId="5083135e9e94dac5" providerId="LiveId" clId="{8691FECC-A1B2-5B80-8A54-2FE7DE98EF2B}" dt="2026-07-28T21:49:27.266" v="94" actId="1035"/>
          <ac:spMkLst>
            <pc:docMk/>
            <pc:sldMk cId="309577985" sldId="256"/>
            <ac:spMk id="115" creationId="{27B11571-391D-4FAE-B17E-31CC40A3CB30}"/>
          </ac:spMkLst>
        </pc:spChg>
        <pc:spChg chg="mod">
          <ac:chgData name="Tong Liu" userId="5083135e9e94dac5" providerId="LiveId" clId="{8691FECC-A1B2-5B80-8A54-2FE7DE98EF2B}" dt="2026-07-28T21:49:27.266" v="94" actId="1035"/>
          <ac:spMkLst>
            <pc:docMk/>
            <pc:sldMk cId="309577985" sldId="256"/>
            <ac:spMk id="116" creationId="{055B3C14-A717-4C94-825B-0CA45669D58F}"/>
          </ac:spMkLst>
        </pc:spChg>
        <pc:spChg chg="mod">
          <ac:chgData name="Tong Liu" userId="5083135e9e94dac5" providerId="LiveId" clId="{8691FECC-A1B2-5B80-8A54-2FE7DE98EF2B}" dt="2026-07-28T21:49:27.266" v="94" actId="1035"/>
          <ac:spMkLst>
            <pc:docMk/>
            <pc:sldMk cId="309577985" sldId="256"/>
            <ac:spMk id="117" creationId="{CE1FF4F8-10C0-4BBC-B10F-C4ADB25D9CFE}"/>
          </ac:spMkLst>
        </pc:spChg>
        <pc:spChg chg="mod">
          <ac:chgData name="Tong Liu" userId="5083135e9e94dac5" providerId="LiveId" clId="{8691FECC-A1B2-5B80-8A54-2FE7DE98EF2B}" dt="2026-07-28T21:49:27.266" v="94" actId="1035"/>
          <ac:spMkLst>
            <pc:docMk/>
            <pc:sldMk cId="309577985" sldId="256"/>
            <ac:spMk id="118" creationId="{C0A1E49F-2D88-4AF4-9448-9CC4840795E5}"/>
          </ac:spMkLst>
        </pc:spChg>
        <pc:spChg chg="mod">
          <ac:chgData name="Tong Liu" userId="5083135e9e94dac5" providerId="LiveId" clId="{8691FECC-A1B2-5B80-8A54-2FE7DE98EF2B}" dt="2026-07-28T21:49:44.424" v="97" actId="14100"/>
          <ac:spMkLst>
            <pc:docMk/>
            <pc:sldMk cId="309577985" sldId="256"/>
            <ac:spMk id="119" creationId="{9D401CE9-546D-453E-BCEF-E60F0631E7F6}"/>
          </ac:spMkLst>
        </pc:spChg>
        <pc:spChg chg="del">
          <ac:chgData name="Tong Liu" userId="5083135e9e94dac5" providerId="LiveId" clId="{8691FECC-A1B2-5B80-8A54-2FE7DE98EF2B}" dt="2026-07-28T21:49:00.463" v="82" actId="478"/>
          <ac:spMkLst>
            <pc:docMk/>
            <pc:sldMk cId="309577985" sldId="256"/>
            <ac:spMk id="121" creationId="{A214DDCE-93AA-49CB-BBED-E053BDD002F8}"/>
          </ac:spMkLst>
        </pc:spChg>
        <pc:spChg chg="mod">
          <ac:chgData name="Tong Liu" userId="5083135e9e94dac5" providerId="LiveId" clId="{8691FECC-A1B2-5B80-8A54-2FE7DE98EF2B}" dt="2026-07-28T21:49:27.266" v="94" actId="1035"/>
          <ac:spMkLst>
            <pc:docMk/>
            <pc:sldMk cId="309577985" sldId="256"/>
            <ac:spMk id="122" creationId="{41C5B948-1A97-4418-974D-7775C10141A6}"/>
          </ac:spMkLst>
        </pc:spChg>
        <pc:spChg chg="mod">
          <ac:chgData name="Tong Liu" userId="5083135e9e94dac5" providerId="LiveId" clId="{8691FECC-A1B2-5B80-8A54-2FE7DE98EF2B}" dt="2026-07-28T22:21:28.587" v="122" actId="1076"/>
          <ac:spMkLst>
            <pc:docMk/>
            <pc:sldMk cId="309577985" sldId="256"/>
            <ac:spMk id="252" creationId="{1263F54F-DFEB-4852-8013-86B424D48B7D}"/>
          </ac:spMkLst>
        </pc:spChg>
        <pc:picChg chg="mod">
          <ac:chgData name="Tong Liu" userId="5083135e9e94dac5" providerId="LiveId" clId="{8691FECC-A1B2-5B80-8A54-2FE7DE98EF2B}" dt="2026-07-28T21:45:53.429" v="46" actId="1037"/>
          <ac:picMkLst>
            <pc:docMk/>
            <pc:sldMk cId="309577985" sldId="256"/>
            <ac:picMk id="325" creationId="{00000000-0000-0000-0000-000000000000}"/>
          </ac:picMkLst>
        </pc:picChg>
        <pc:picChg chg="mod">
          <ac:chgData name="Tong Liu" userId="5083135e9e94dac5" providerId="LiveId" clId="{8691FECC-A1B2-5B80-8A54-2FE7DE98EF2B}" dt="2026-07-28T21:46:14.476" v="71" actId="1038"/>
          <ac:picMkLst>
            <pc:docMk/>
            <pc:sldMk cId="309577985" sldId="256"/>
            <ac:picMk id="328" creationId="{00000000-0000-0000-0000-000000000000}"/>
          </ac:picMkLst>
        </pc:picChg>
        <pc:picChg chg="mod">
          <ac:chgData name="Tong Liu" userId="5083135e9e94dac5" providerId="LiveId" clId="{8691FECC-A1B2-5B80-8A54-2FE7DE98EF2B}" dt="2026-07-28T21:51:44.110" v="103" actId="1076"/>
          <ac:picMkLst>
            <pc:docMk/>
            <pc:sldMk cId="309577985" sldId="256"/>
            <ac:picMk id="340" creationId="{00000000-0000-0000-0000-000000000000}"/>
          </ac:picMkLst>
        </pc:picChg>
      </pc:sldChg>
      <pc:sldChg chg="addSp delSp modSp new mod">
        <pc:chgData name="Tong Liu" userId="5083135e9e94dac5" providerId="LiveId" clId="{8691FECC-A1B2-5B80-8A54-2FE7DE98EF2B}" dt="2026-07-29T04:45:29.464" v="4131" actId="14100"/>
        <pc:sldMkLst>
          <pc:docMk/>
          <pc:sldMk cId="917485351" sldId="257"/>
        </pc:sldMkLst>
        <pc:spChg chg="add del mod">
          <ac:chgData name="Tong Liu" userId="5083135e9e94dac5" providerId="LiveId" clId="{8691FECC-A1B2-5B80-8A54-2FE7DE98EF2B}" dt="2026-07-29T00:14:50.766" v="657" actId="478"/>
          <ac:spMkLst>
            <pc:docMk/>
            <pc:sldMk cId="917485351" sldId="257"/>
            <ac:spMk id="2" creationId="{E90340AB-88BC-CFC4-C7DD-FFF4D0AD6B19}"/>
          </ac:spMkLst>
        </pc:spChg>
        <pc:spChg chg="add mod">
          <ac:chgData name="Tong Liu" userId="5083135e9e94dac5" providerId="LiveId" clId="{8691FECC-A1B2-5B80-8A54-2FE7DE98EF2B}" dt="2026-07-29T03:19:38.684" v="4023" actId="1582"/>
          <ac:spMkLst>
            <pc:docMk/>
            <pc:sldMk cId="917485351" sldId="257"/>
            <ac:spMk id="3" creationId="{A8CADBA2-56EB-E2CD-13FC-8A2377C2EED9}"/>
          </ac:spMkLst>
        </pc:spChg>
        <pc:spChg chg="add del mod">
          <ac:chgData name="Tong Liu" userId="5083135e9e94dac5" providerId="LiveId" clId="{8691FECC-A1B2-5B80-8A54-2FE7DE98EF2B}" dt="2026-07-29T00:13:52.837" v="653" actId="478"/>
          <ac:spMkLst>
            <pc:docMk/>
            <pc:sldMk cId="917485351" sldId="257"/>
            <ac:spMk id="4" creationId="{7BB91510-E0EE-CDA9-159D-DD33FFF3D4C8}"/>
          </ac:spMkLst>
        </pc:spChg>
        <pc:spChg chg="add mod">
          <ac:chgData name="Tong Liu" userId="5083135e9e94dac5" providerId="LiveId" clId="{8691FECC-A1B2-5B80-8A54-2FE7DE98EF2B}" dt="2026-07-28T22:25:57.531" v="186" actId="1035"/>
          <ac:spMkLst>
            <pc:docMk/>
            <pc:sldMk cId="917485351" sldId="257"/>
            <ac:spMk id="7" creationId="{9A77B474-867E-B336-2A84-AD0CF7B91B71}"/>
          </ac:spMkLst>
        </pc:spChg>
        <pc:spChg chg="add del mod">
          <ac:chgData name="Tong Liu" userId="5083135e9e94dac5" providerId="LiveId" clId="{8691FECC-A1B2-5B80-8A54-2FE7DE98EF2B}" dt="2026-07-29T00:14:50.766" v="657" actId="478"/>
          <ac:spMkLst>
            <pc:docMk/>
            <pc:sldMk cId="917485351" sldId="257"/>
            <ac:spMk id="9" creationId="{2A3C12B4-84EF-5E7E-388E-598CEE1F275B}"/>
          </ac:spMkLst>
        </pc:spChg>
        <pc:spChg chg="add del mod">
          <ac:chgData name="Tong Liu" userId="5083135e9e94dac5" providerId="LiveId" clId="{8691FECC-A1B2-5B80-8A54-2FE7DE98EF2B}" dt="2026-07-29T00:16:35.146" v="669" actId="478"/>
          <ac:spMkLst>
            <pc:docMk/>
            <pc:sldMk cId="917485351" sldId="257"/>
            <ac:spMk id="11" creationId="{C6B4A1C6-424A-FE9A-82DB-02BFC2A0847C}"/>
          </ac:spMkLst>
        </pc:spChg>
        <pc:spChg chg="add del mod">
          <ac:chgData name="Tong Liu" userId="5083135e9e94dac5" providerId="LiveId" clId="{8691FECC-A1B2-5B80-8A54-2FE7DE98EF2B}" dt="2026-07-29T00:13:55.727" v="654" actId="478"/>
          <ac:spMkLst>
            <pc:docMk/>
            <pc:sldMk cId="917485351" sldId="257"/>
            <ac:spMk id="12" creationId="{E679E3F1-CF03-715A-6973-33770BE4BBA7}"/>
          </ac:spMkLst>
        </pc:spChg>
        <pc:spChg chg="add del mod">
          <ac:chgData name="Tong Liu" userId="5083135e9e94dac5" providerId="LiveId" clId="{8691FECC-A1B2-5B80-8A54-2FE7DE98EF2B}" dt="2026-07-29T00:14:50.766" v="657" actId="478"/>
          <ac:spMkLst>
            <pc:docMk/>
            <pc:sldMk cId="917485351" sldId="257"/>
            <ac:spMk id="13" creationId="{0AAD1A28-0189-DB53-AC98-EAFACD5ACC76}"/>
          </ac:spMkLst>
        </pc:spChg>
        <pc:spChg chg="add del mod">
          <ac:chgData name="Tong Liu" userId="5083135e9e94dac5" providerId="LiveId" clId="{8691FECC-A1B2-5B80-8A54-2FE7DE98EF2B}" dt="2026-07-29T00:14:50.766" v="657" actId="478"/>
          <ac:spMkLst>
            <pc:docMk/>
            <pc:sldMk cId="917485351" sldId="257"/>
            <ac:spMk id="15" creationId="{5DC8033B-CB4F-A583-217B-5906B3AA248E}"/>
          </ac:spMkLst>
        </pc:spChg>
        <pc:spChg chg="add del mod">
          <ac:chgData name="Tong Liu" userId="5083135e9e94dac5" providerId="LiveId" clId="{8691FECC-A1B2-5B80-8A54-2FE7DE98EF2B}" dt="2026-07-28T22:34:53.847" v="373" actId="478"/>
          <ac:spMkLst>
            <pc:docMk/>
            <pc:sldMk cId="917485351" sldId="257"/>
            <ac:spMk id="18" creationId="{367C4B4C-C0F5-FA14-AEE7-2DE6039593E3}"/>
          </ac:spMkLst>
        </pc:spChg>
        <pc:spChg chg="add del mod">
          <ac:chgData name="Tong Liu" userId="5083135e9e94dac5" providerId="LiveId" clId="{8691FECC-A1B2-5B80-8A54-2FE7DE98EF2B}" dt="2026-07-29T00:14:50.766" v="657" actId="478"/>
          <ac:spMkLst>
            <pc:docMk/>
            <pc:sldMk cId="917485351" sldId="257"/>
            <ac:spMk id="19" creationId="{FE69CDDB-CE51-F1D5-7C66-CD2E07CE58D9}"/>
          </ac:spMkLst>
        </pc:spChg>
        <pc:spChg chg="add del mod">
          <ac:chgData name="Tong Liu" userId="5083135e9e94dac5" providerId="LiveId" clId="{8691FECC-A1B2-5B80-8A54-2FE7DE98EF2B}" dt="2026-07-29T00:14:50.766" v="657" actId="478"/>
          <ac:spMkLst>
            <pc:docMk/>
            <pc:sldMk cId="917485351" sldId="257"/>
            <ac:spMk id="21" creationId="{0B82867E-C115-F758-4582-152A56AF8468}"/>
          </ac:spMkLst>
        </pc:spChg>
        <pc:spChg chg="add mod">
          <ac:chgData name="Tong Liu" userId="5083135e9e94dac5" providerId="LiveId" clId="{8691FECC-A1B2-5B80-8A54-2FE7DE98EF2B}" dt="2026-07-28T22:36:37.692" v="421" actId="207"/>
          <ac:spMkLst>
            <pc:docMk/>
            <pc:sldMk cId="917485351" sldId="257"/>
            <ac:spMk id="23" creationId="{2B214BA7-031D-7F69-4A06-5FDC653C4C90}"/>
          </ac:spMkLst>
        </pc:spChg>
        <pc:spChg chg="add mod">
          <ac:chgData name="Tong Liu" userId="5083135e9e94dac5" providerId="LiveId" clId="{8691FECC-A1B2-5B80-8A54-2FE7DE98EF2B}" dt="2026-07-28T22:41:27.199" v="547"/>
          <ac:spMkLst>
            <pc:docMk/>
            <pc:sldMk cId="917485351" sldId="257"/>
            <ac:spMk id="24" creationId="{F0D79DBD-AF97-3AE9-6E35-DE96FE88AE5C}"/>
          </ac:spMkLst>
        </pc:spChg>
        <pc:spChg chg="add mod">
          <ac:chgData name="Tong Liu" userId="5083135e9e94dac5" providerId="LiveId" clId="{8691FECC-A1B2-5B80-8A54-2FE7DE98EF2B}" dt="2026-07-28T22:41:27.199" v="547"/>
          <ac:spMkLst>
            <pc:docMk/>
            <pc:sldMk cId="917485351" sldId="257"/>
            <ac:spMk id="25" creationId="{B0F1E176-9D52-CE3D-969B-37FDAFE51D6F}"/>
          </ac:spMkLst>
        </pc:spChg>
        <pc:spChg chg="add del mod">
          <ac:chgData name="Tong Liu" userId="5083135e9e94dac5" providerId="LiveId" clId="{8691FECC-A1B2-5B80-8A54-2FE7DE98EF2B}" dt="2026-07-29T00:14:50.766" v="657" actId="478"/>
          <ac:spMkLst>
            <pc:docMk/>
            <pc:sldMk cId="917485351" sldId="257"/>
            <ac:spMk id="26" creationId="{B91061B9-59D0-1D6C-CF47-55AF1F70BCA0}"/>
          </ac:spMkLst>
        </pc:spChg>
        <pc:spChg chg="add del mod">
          <ac:chgData name="Tong Liu" userId="5083135e9e94dac5" providerId="LiveId" clId="{8691FECC-A1B2-5B80-8A54-2FE7DE98EF2B}" dt="2026-07-29T00:14:50.766" v="657" actId="478"/>
          <ac:spMkLst>
            <pc:docMk/>
            <pc:sldMk cId="917485351" sldId="257"/>
            <ac:spMk id="27" creationId="{7A8BDE5E-D1FE-B1BF-5773-598B75C70E39}"/>
          </ac:spMkLst>
        </pc:spChg>
        <pc:spChg chg="add del mod">
          <ac:chgData name="Tong Liu" userId="5083135e9e94dac5" providerId="LiveId" clId="{8691FECC-A1B2-5B80-8A54-2FE7DE98EF2B}" dt="2026-07-29T00:14:50.766" v="657" actId="478"/>
          <ac:spMkLst>
            <pc:docMk/>
            <pc:sldMk cId="917485351" sldId="257"/>
            <ac:spMk id="29" creationId="{8E7BE4BC-B903-7660-0323-FD18D73C9EAF}"/>
          </ac:spMkLst>
        </pc:spChg>
        <pc:spChg chg="add del mod">
          <ac:chgData name="Tong Liu" userId="5083135e9e94dac5" providerId="LiveId" clId="{8691FECC-A1B2-5B80-8A54-2FE7DE98EF2B}" dt="2026-07-29T00:14:50.766" v="657" actId="478"/>
          <ac:spMkLst>
            <pc:docMk/>
            <pc:sldMk cId="917485351" sldId="257"/>
            <ac:spMk id="30" creationId="{2DB2CC8D-4577-1FDC-9395-FBC99C282C7E}"/>
          </ac:spMkLst>
        </pc:spChg>
        <pc:spChg chg="add mod">
          <ac:chgData name="Tong Liu" userId="5083135e9e94dac5" providerId="LiveId" clId="{8691FECC-A1B2-5B80-8A54-2FE7DE98EF2B}" dt="2026-07-29T03:19:06.610" v="4020" actId="1582"/>
          <ac:spMkLst>
            <pc:docMk/>
            <pc:sldMk cId="917485351" sldId="257"/>
            <ac:spMk id="34" creationId="{24117822-CAA5-AD3B-E847-457BCBB18FAD}"/>
          </ac:spMkLst>
        </pc:spChg>
        <pc:spChg chg="add mod">
          <ac:chgData name="Tong Liu" userId="5083135e9e94dac5" providerId="LiveId" clId="{8691FECC-A1B2-5B80-8A54-2FE7DE98EF2B}" dt="2026-07-29T03:19:06.610" v="4020" actId="1582"/>
          <ac:spMkLst>
            <pc:docMk/>
            <pc:sldMk cId="917485351" sldId="257"/>
            <ac:spMk id="35" creationId="{F3588F7A-8AB6-9C49-7BF1-380B7A0AB1DA}"/>
          </ac:spMkLst>
        </pc:spChg>
        <pc:spChg chg="add mod">
          <ac:chgData name="Tong Liu" userId="5083135e9e94dac5" providerId="LiveId" clId="{8691FECC-A1B2-5B80-8A54-2FE7DE98EF2B}" dt="2026-07-29T00:34:00.812" v="856" actId="113"/>
          <ac:spMkLst>
            <pc:docMk/>
            <pc:sldMk cId="917485351" sldId="257"/>
            <ac:spMk id="36" creationId="{57E0F841-93F8-7AC2-E596-8CD56D042F67}"/>
          </ac:spMkLst>
        </pc:spChg>
        <pc:spChg chg="add mod">
          <ac:chgData name="Tong Liu" userId="5083135e9e94dac5" providerId="LiveId" clId="{8691FECC-A1B2-5B80-8A54-2FE7DE98EF2B}" dt="2026-07-29T00:34:02.886" v="857" actId="113"/>
          <ac:spMkLst>
            <pc:docMk/>
            <pc:sldMk cId="917485351" sldId="257"/>
            <ac:spMk id="37" creationId="{F9CF22E8-5DE4-C123-BD39-444F3F68968A}"/>
          </ac:spMkLst>
        </pc:spChg>
        <pc:spChg chg="add mod">
          <ac:chgData name="Tong Liu" userId="5083135e9e94dac5" providerId="LiveId" clId="{8691FECC-A1B2-5B80-8A54-2FE7DE98EF2B}" dt="2026-07-29T01:21:12.588" v="1672" actId="1038"/>
          <ac:spMkLst>
            <pc:docMk/>
            <pc:sldMk cId="917485351" sldId="257"/>
            <ac:spMk id="42" creationId="{A8C8D0F5-E3D3-7EC5-443B-4FC6267BB09F}"/>
          </ac:spMkLst>
        </pc:spChg>
        <pc:spChg chg="add mod">
          <ac:chgData name="Tong Liu" userId="5083135e9e94dac5" providerId="LiveId" clId="{8691FECC-A1B2-5B80-8A54-2FE7DE98EF2B}" dt="2026-07-29T03:25:29.939" v="4046" actId="1035"/>
          <ac:spMkLst>
            <pc:docMk/>
            <pc:sldMk cId="917485351" sldId="257"/>
            <ac:spMk id="43" creationId="{52C67747-F688-60AA-E2F0-B03DDDD897A6}"/>
          </ac:spMkLst>
        </pc:spChg>
        <pc:spChg chg="add mod">
          <ac:chgData name="Tong Liu" userId="5083135e9e94dac5" providerId="LiveId" clId="{8691FECC-A1B2-5B80-8A54-2FE7DE98EF2B}" dt="2026-07-29T00:57:14.754" v="1373" actId="404"/>
          <ac:spMkLst>
            <pc:docMk/>
            <pc:sldMk cId="917485351" sldId="257"/>
            <ac:spMk id="63" creationId="{877C4FB0-A579-7BDD-01AA-9A293203478F}"/>
          </ac:spMkLst>
        </pc:spChg>
        <pc:spChg chg="add mod">
          <ac:chgData name="Tong Liu" userId="5083135e9e94dac5" providerId="LiveId" clId="{8691FECC-A1B2-5B80-8A54-2FE7DE98EF2B}" dt="2026-07-29T01:31:33.444" v="1894" actId="1035"/>
          <ac:spMkLst>
            <pc:docMk/>
            <pc:sldMk cId="917485351" sldId="257"/>
            <ac:spMk id="64" creationId="{BDFBDD38-112B-CE84-2996-A62CB61C15CC}"/>
          </ac:spMkLst>
        </pc:spChg>
        <pc:spChg chg="add mod">
          <ac:chgData name="Tong Liu" userId="5083135e9e94dac5" providerId="LiveId" clId="{8691FECC-A1B2-5B80-8A54-2FE7DE98EF2B}" dt="2026-07-29T00:55:35.493" v="1326" actId="108"/>
          <ac:spMkLst>
            <pc:docMk/>
            <pc:sldMk cId="917485351" sldId="257"/>
            <ac:spMk id="65" creationId="{AA57714E-B608-32FB-BF14-21D5658EA122}"/>
          </ac:spMkLst>
        </pc:spChg>
        <pc:spChg chg="add mod">
          <ac:chgData name="Tong Liu" userId="5083135e9e94dac5" providerId="LiveId" clId="{8691FECC-A1B2-5B80-8A54-2FE7DE98EF2B}" dt="2026-07-29T00:57:16.700" v="1374" actId="404"/>
          <ac:spMkLst>
            <pc:docMk/>
            <pc:sldMk cId="917485351" sldId="257"/>
            <ac:spMk id="66" creationId="{03FFA778-3044-4DB2-B702-3B2258822636}"/>
          </ac:spMkLst>
        </pc:spChg>
        <pc:spChg chg="add mod">
          <ac:chgData name="Tong Liu" userId="5083135e9e94dac5" providerId="LiveId" clId="{8691FECC-A1B2-5B80-8A54-2FE7DE98EF2B}" dt="2026-07-29T01:23:08.493" v="1698" actId="1582"/>
          <ac:spMkLst>
            <pc:docMk/>
            <pc:sldMk cId="917485351" sldId="257"/>
            <ac:spMk id="67" creationId="{EA58BD4C-5414-424F-B68B-41CD5CEF2DC9}"/>
          </ac:spMkLst>
        </pc:spChg>
        <pc:spChg chg="add mod">
          <ac:chgData name="Tong Liu" userId="5083135e9e94dac5" providerId="LiveId" clId="{8691FECC-A1B2-5B80-8A54-2FE7DE98EF2B}" dt="2026-07-29T01:00:01.269" v="1397" actId="1076"/>
          <ac:spMkLst>
            <pc:docMk/>
            <pc:sldMk cId="917485351" sldId="257"/>
            <ac:spMk id="68" creationId="{049CEE35-2724-F253-ADE2-94B86E81842D}"/>
          </ac:spMkLst>
        </pc:spChg>
        <pc:spChg chg="add mod">
          <ac:chgData name="Tong Liu" userId="5083135e9e94dac5" providerId="LiveId" clId="{8691FECC-A1B2-5B80-8A54-2FE7DE98EF2B}" dt="2026-07-29T01:23:08.493" v="1698" actId="1582"/>
          <ac:spMkLst>
            <pc:docMk/>
            <pc:sldMk cId="917485351" sldId="257"/>
            <ac:spMk id="69" creationId="{182D6A2A-182E-2B65-865B-426D856C1925}"/>
          </ac:spMkLst>
        </pc:spChg>
        <pc:spChg chg="add mod">
          <ac:chgData name="Tong Liu" userId="5083135e9e94dac5" providerId="LiveId" clId="{8691FECC-A1B2-5B80-8A54-2FE7DE98EF2B}" dt="2026-07-29T01:14:48.853" v="1595" actId="1038"/>
          <ac:spMkLst>
            <pc:docMk/>
            <pc:sldMk cId="917485351" sldId="257"/>
            <ac:spMk id="70" creationId="{363B76EC-EAD3-F903-4FD3-65B28C47B5F4}"/>
          </ac:spMkLst>
        </pc:spChg>
        <pc:spChg chg="add mod">
          <ac:chgData name="Tong Liu" userId="5083135e9e94dac5" providerId="LiveId" clId="{8691FECC-A1B2-5B80-8A54-2FE7DE98EF2B}" dt="2026-07-29T01:23:08.493" v="1698" actId="1582"/>
          <ac:spMkLst>
            <pc:docMk/>
            <pc:sldMk cId="917485351" sldId="257"/>
            <ac:spMk id="71" creationId="{A2155D56-28E1-958E-A5A3-D64E324C80C1}"/>
          </ac:spMkLst>
        </pc:spChg>
        <pc:spChg chg="add mod">
          <ac:chgData name="Tong Liu" userId="5083135e9e94dac5" providerId="LiveId" clId="{8691FECC-A1B2-5B80-8A54-2FE7DE98EF2B}" dt="2026-07-29T00:59:13.273" v="1390" actId="1035"/>
          <ac:spMkLst>
            <pc:docMk/>
            <pc:sldMk cId="917485351" sldId="257"/>
            <ac:spMk id="72" creationId="{7454BE95-DCA8-AE51-E7D6-E8884E16EA5A}"/>
          </ac:spMkLst>
        </pc:spChg>
        <pc:spChg chg="add del mod">
          <ac:chgData name="Tong Liu" userId="5083135e9e94dac5" providerId="LiveId" clId="{8691FECC-A1B2-5B80-8A54-2FE7DE98EF2B}" dt="2026-07-29T01:01:59.468" v="1424" actId="478"/>
          <ac:spMkLst>
            <pc:docMk/>
            <pc:sldMk cId="917485351" sldId="257"/>
            <ac:spMk id="73" creationId="{6762B8A5-BE3C-FC7F-DEB5-95FBCA149CAA}"/>
          </ac:spMkLst>
        </pc:spChg>
        <pc:spChg chg="add mod">
          <ac:chgData name="Tong Liu" userId="5083135e9e94dac5" providerId="LiveId" clId="{8691FECC-A1B2-5B80-8A54-2FE7DE98EF2B}" dt="2026-07-29T01:00:56.871" v="1412"/>
          <ac:spMkLst>
            <pc:docMk/>
            <pc:sldMk cId="917485351" sldId="257"/>
            <ac:spMk id="74" creationId="{0A7B4940-8F4C-2C2A-4915-C19E08E18CD3}"/>
          </ac:spMkLst>
        </pc:spChg>
        <pc:spChg chg="add mod">
          <ac:chgData name="Tong Liu" userId="5083135e9e94dac5" providerId="LiveId" clId="{8691FECC-A1B2-5B80-8A54-2FE7DE98EF2B}" dt="2026-07-29T01:00:56.871" v="1412"/>
          <ac:spMkLst>
            <pc:docMk/>
            <pc:sldMk cId="917485351" sldId="257"/>
            <ac:spMk id="75" creationId="{2E5E41E4-8B2D-3F0C-6430-A84C5A7FD037}"/>
          </ac:spMkLst>
        </pc:spChg>
        <pc:spChg chg="add del mod">
          <ac:chgData name="Tong Liu" userId="5083135e9e94dac5" providerId="LiveId" clId="{8691FECC-A1B2-5B80-8A54-2FE7DE98EF2B}" dt="2026-07-29T01:01:37.296" v="1418" actId="478"/>
          <ac:spMkLst>
            <pc:docMk/>
            <pc:sldMk cId="917485351" sldId="257"/>
            <ac:spMk id="76" creationId="{6A53BC1B-7AC0-D231-E12B-56FBBD15EE6E}"/>
          </ac:spMkLst>
        </pc:spChg>
        <pc:spChg chg="add del mod">
          <ac:chgData name="Tong Liu" userId="5083135e9e94dac5" providerId="LiveId" clId="{8691FECC-A1B2-5B80-8A54-2FE7DE98EF2B}" dt="2026-07-29T01:10:12.249" v="1543" actId="478"/>
          <ac:spMkLst>
            <pc:docMk/>
            <pc:sldMk cId="917485351" sldId="257"/>
            <ac:spMk id="77" creationId="{5EA6E486-B7D9-4FB2-7B54-056C69BACD79}"/>
          </ac:spMkLst>
        </pc:spChg>
        <pc:spChg chg="add del mod">
          <ac:chgData name="Tong Liu" userId="5083135e9e94dac5" providerId="LiveId" clId="{8691FECC-A1B2-5B80-8A54-2FE7DE98EF2B}" dt="2026-07-29T01:10:13.580" v="1544" actId="478"/>
          <ac:spMkLst>
            <pc:docMk/>
            <pc:sldMk cId="917485351" sldId="257"/>
            <ac:spMk id="78" creationId="{3B876169-3541-1BC7-0171-17488B6C3D10}"/>
          </ac:spMkLst>
        </pc:spChg>
        <pc:spChg chg="add del">
          <ac:chgData name="Tong Liu" userId="5083135e9e94dac5" providerId="LiveId" clId="{8691FECC-A1B2-5B80-8A54-2FE7DE98EF2B}" dt="2026-07-29T01:04:06.602" v="1433" actId="478"/>
          <ac:spMkLst>
            <pc:docMk/>
            <pc:sldMk cId="917485351" sldId="257"/>
            <ac:spMk id="79" creationId="{01F3D5AB-620C-D4E0-9D7D-9390307EC3D8}"/>
          </ac:spMkLst>
        </pc:spChg>
        <pc:spChg chg="add del mod">
          <ac:chgData name="Tong Liu" userId="5083135e9e94dac5" providerId="LiveId" clId="{8691FECC-A1B2-5B80-8A54-2FE7DE98EF2B}" dt="2026-07-29T01:10:14.849" v="1545" actId="478"/>
          <ac:spMkLst>
            <pc:docMk/>
            <pc:sldMk cId="917485351" sldId="257"/>
            <ac:spMk id="82" creationId="{A4B977B8-5D58-7CD6-B3DA-DAFE56340F95}"/>
          </ac:spMkLst>
        </pc:spChg>
        <pc:spChg chg="add del mod">
          <ac:chgData name="Tong Liu" userId="5083135e9e94dac5" providerId="LiveId" clId="{8691FECC-A1B2-5B80-8A54-2FE7DE98EF2B}" dt="2026-07-29T01:10:15.791" v="1546" actId="478"/>
          <ac:spMkLst>
            <pc:docMk/>
            <pc:sldMk cId="917485351" sldId="257"/>
            <ac:spMk id="83" creationId="{2B5FE66C-F975-4BBA-74A9-AFF867FB196C}"/>
          </ac:spMkLst>
        </pc:spChg>
        <pc:spChg chg="add del mod">
          <ac:chgData name="Tong Liu" userId="5083135e9e94dac5" providerId="LiveId" clId="{8691FECC-A1B2-5B80-8A54-2FE7DE98EF2B}" dt="2026-07-29T01:10:10.244" v="1542" actId="478"/>
          <ac:spMkLst>
            <pc:docMk/>
            <pc:sldMk cId="917485351" sldId="257"/>
            <ac:spMk id="84" creationId="{5F74DB23-DD88-78EE-68BC-19A8FA9445ED}"/>
          </ac:spMkLst>
        </pc:spChg>
        <pc:spChg chg="add del">
          <ac:chgData name="Tong Liu" userId="5083135e9e94dac5" providerId="LiveId" clId="{8691FECC-A1B2-5B80-8A54-2FE7DE98EF2B}" dt="2026-07-29T01:13:23.571" v="1566" actId="478"/>
          <ac:spMkLst>
            <pc:docMk/>
            <pc:sldMk cId="917485351" sldId="257"/>
            <ac:spMk id="87" creationId="{0D167A74-A4EF-3DCC-81B9-D666397283A2}"/>
          </ac:spMkLst>
        </pc:spChg>
        <pc:spChg chg="add mod">
          <ac:chgData name="Tong Liu" userId="5083135e9e94dac5" providerId="LiveId" clId="{8691FECC-A1B2-5B80-8A54-2FE7DE98EF2B}" dt="2026-07-29T01:18:43.935" v="1625" actId="1076"/>
          <ac:spMkLst>
            <pc:docMk/>
            <pc:sldMk cId="917485351" sldId="257"/>
            <ac:spMk id="91" creationId="{158C0B52-12A7-E663-099B-B7F7DA85CD48}"/>
          </ac:spMkLst>
        </pc:spChg>
        <pc:spChg chg="add mod">
          <ac:chgData name="Tong Liu" userId="5083135e9e94dac5" providerId="LiveId" clId="{8691FECC-A1B2-5B80-8A54-2FE7DE98EF2B}" dt="2026-07-29T01:18:43.935" v="1625" actId="1076"/>
          <ac:spMkLst>
            <pc:docMk/>
            <pc:sldMk cId="917485351" sldId="257"/>
            <ac:spMk id="92" creationId="{FB14C853-30A8-4269-9290-E59ABD986DEE}"/>
          </ac:spMkLst>
        </pc:spChg>
        <pc:spChg chg="add mod">
          <ac:chgData name="Tong Liu" userId="5083135e9e94dac5" providerId="LiveId" clId="{8691FECC-A1B2-5B80-8A54-2FE7DE98EF2B}" dt="2026-07-29T01:18:43.935" v="1625" actId="1076"/>
          <ac:spMkLst>
            <pc:docMk/>
            <pc:sldMk cId="917485351" sldId="257"/>
            <ac:spMk id="93" creationId="{77B01AE8-DF35-5332-9641-78F7AE0A9423}"/>
          </ac:spMkLst>
        </pc:spChg>
        <pc:spChg chg="add mod">
          <ac:chgData name="Tong Liu" userId="5083135e9e94dac5" providerId="LiveId" clId="{8691FECC-A1B2-5B80-8A54-2FE7DE98EF2B}" dt="2026-07-29T01:38:07.980" v="1943" actId="207"/>
          <ac:spMkLst>
            <pc:docMk/>
            <pc:sldMk cId="917485351" sldId="257"/>
            <ac:spMk id="94" creationId="{1A3ACB61-D4EA-F18B-3BCD-6AB090B926BF}"/>
          </ac:spMkLst>
        </pc:spChg>
        <pc:spChg chg="add mod">
          <ac:chgData name="Tong Liu" userId="5083135e9e94dac5" providerId="LiveId" clId="{8691FECC-A1B2-5B80-8A54-2FE7DE98EF2B}" dt="2026-07-29T01:38:07.980" v="1943" actId="207"/>
          <ac:spMkLst>
            <pc:docMk/>
            <pc:sldMk cId="917485351" sldId="257"/>
            <ac:spMk id="95" creationId="{A83490D9-D2D4-4690-45AF-57901693E1D5}"/>
          </ac:spMkLst>
        </pc:spChg>
        <pc:spChg chg="add del mod">
          <ac:chgData name="Tong Liu" userId="5083135e9e94dac5" providerId="LiveId" clId="{8691FECC-A1B2-5B80-8A54-2FE7DE98EF2B}" dt="2026-07-29T01:20:15.597" v="1643" actId="478"/>
          <ac:spMkLst>
            <pc:docMk/>
            <pc:sldMk cId="917485351" sldId="257"/>
            <ac:spMk id="96" creationId="{6D2F7A15-6BB2-7547-7CD5-15FC56BE0AC0}"/>
          </ac:spMkLst>
        </pc:spChg>
        <pc:spChg chg="add del mod">
          <ac:chgData name="Tong Liu" userId="5083135e9e94dac5" providerId="LiveId" clId="{8691FECC-A1B2-5B80-8A54-2FE7DE98EF2B}" dt="2026-07-29T01:20:15.597" v="1643" actId="478"/>
          <ac:spMkLst>
            <pc:docMk/>
            <pc:sldMk cId="917485351" sldId="257"/>
            <ac:spMk id="97" creationId="{400BB9B4-C081-559B-F8F8-D9773217A847}"/>
          </ac:spMkLst>
        </pc:spChg>
        <pc:spChg chg="add del mod">
          <ac:chgData name="Tong Liu" userId="5083135e9e94dac5" providerId="LiveId" clId="{8691FECC-A1B2-5B80-8A54-2FE7DE98EF2B}" dt="2026-07-29T01:20:15.597" v="1643" actId="478"/>
          <ac:spMkLst>
            <pc:docMk/>
            <pc:sldMk cId="917485351" sldId="257"/>
            <ac:spMk id="98" creationId="{11C400C8-D2A0-8E76-F7C5-F09560FDD1DA}"/>
          </ac:spMkLst>
        </pc:spChg>
        <pc:spChg chg="add del mod">
          <ac:chgData name="Tong Liu" userId="5083135e9e94dac5" providerId="LiveId" clId="{8691FECC-A1B2-5B80-8A54-2FE7DE98EF2B}" dt="2026-07-29T01:20:15.597" v="1643" actId="478"/>
          <ac:spMkLst>
            <pc:docMk/>
            <pc:sldMk cId="917485351" sldId="257"/>
            <ac:spMk id="99" creationId="{18C0272F-4F85-989D-CB3D-CB48EB5FB8BD}"/>
          </ac:spMkLst>
        </pc:spChg>
        <pc:spChg chg="add del mod">
          <ac:chgData name="Tong Liu" userId="5083135e9e94dac5" providerId="LiveId" clId="{8691FECC-A1B2-5B80-8A54-2FE7DE98EF2B}" dt="2026-07-29T01:20:15.597" v="1643" actId="478"/>
          <ac:spMkLst>
            <pc:docMk/>
            <pc:sldMk cId="917485351" sldId="257"/>
            <ac:spMk id="100" creationId="{2B31B643-1090-532B-4BAF-CA2168637376}"/>
          </ac:spMkLst>
        </pc:spChg>
        <pc:spChg chg="add del mod">
          <ac:chgData name="Tong Liu" userId="5083135e9e94dac5" providerId="LiveId" clId="{8691FECC-A1B2-5B80-8A54-2FE7DE98EF2B}" dt="2026-07-29T01:20:15.597" v="1643" actId="478"/>
          <ac:spMkLst>
            <pc:docMk/>
            <pc:sldMk cId="917485351" sldId="257"/>
            <ac:spMk id="101" creationId="{EB23B378-1361-E7CA-92C3-6D3F27252F7E}"/>
          </ac:spMkLst>
        </pc:spChg>
        <pc:spChg chg="add del mod">
          <ac:chgData name="Tong Liu" userId="5083135e9e94dac5" providerId="LiveId" clId="{8691FECC-A1B2-5B80-8A54-2FE7DE98EF2B}" dt="2026-07-29T01:20:15.597" v="1643" actId="478"/>
          <ac:spMkLst>
            <pc:docMk/>
            <pc:sldMk cId="917485351" sldId="257"/>
            <ac:spMk id="102" creationId="{DF034C56-AA35-04F4-7EE2-C355E8007EC9}"/>
          </ac:spMkLst>
        </pc:spChg>
        <pc:spChg chg="add del mod">
          <ac:chgData name="Tong Liu" userId="5083135e9e94dac5" providerId="LiveId" clId="{8691FECC-A1B2-5B80-8A54-2FE7DE98EF2B}" dt="2026-07-29T01:20:15.597" v="1643" actId="478"/>
          <ac:spMkLst>
            <pc:docMk/>
            <pc:sldMk cId="917485351" sldId="257"/>
            <ac:spMk id="103" creationId="{D727C1B1-5EC9-02F4-DFC9-BC3CF6E2DAF3}"/>
          </ac:spMkLst>
        </pc:spChg>
        <pc:spChg chg="add del mod">
          <ac:chgData name="Tong Liu" userId="5083135e9e94dac5" providerId="LiveId" clId="{8691FECC-A1B2-5B80-8A54-2FE7DE98EF2B}" dt="2026-07-29T01:20:15.597" v="1643" actId="478"/>
          <ac:spMkLst>
            <pc:docMk/>
            <pc:sldMk cId="917485351" sldId="257"/>
            <ac:spMk id="104" creationId="{DD4014A0-3C1A-D658-75BC-ACA3CF286B4A}"/>
          </ac:spMkLst>
        </pc:spChg>
        <pc:spChg chg="add del mod">
          <ac:chgData name="Tong Liu" userId="5083135e9e94dac5" providerId="LiveId" clId="{8691FECC-A1B2-5B80-8A54-2FE7DE98EF2B}" dt="2026-07-29T01:20:15.597" v="1643" actId="478"/>
          <ac:spMkLst>
            <pc:docMk/>
            <pc:sldMk cId="917485351" sldId="257"/>
            <ac:spMk id="105" creationId="{9A1DCC81-2443-B8F2-167F-649AC96D6C2A}"/>
          </ac:spMkLst>
        </pc:spChg>
        <pc:spChg chg="add mod">
          <ac:chgData name="Tong Liu" userId="5083135e9e94dac5" providerId="LiveId" clId="{8691FECC-A1B2-5B80-8A54-2FE7DE98EF2B}" dt="2026-07-29T01:38:07.980" v="1943" actId="207"/>
          <ac:spMkLst>
            <pc:docMk/>
            <pc:sldMk cId="917485351" sldId="257"/>
            <ac:spMk id="106" creationId="{EEC77AAD-36C1-FF6B-14E4-6D6CC5519D1B}"/>
          </ac:spMkLst>
        </pc:spChg>
        <pc:spChg chg="add mod">
          <ac:chgData name="Tong Liu" userId="5083135e9e94dac5" providerId="LiveId" clId="{8691FECC-A1B2-5B80-8A54-2FE7DE98EF2B}" dt="2026-07-29T01:20:47.271" v="1647" actId="1076"/>
          <ac:spMkLst>
            <pc:docMk/>
            <pc:sldMk cId="917485351" sldId="257"/>
            <ac:spMk id="107" creationId="{12E6ED36-CEF3-FDCC-FEB8-87F1DB7C48E2}"/>
          </ac:spMkLst>
        </pc:spChg>
        <pc:spChg chg="add mod">
          <ac:chgData name="Tong Liu" userId="5083135e9e94dac5" providerId="LiveId" clId="{8691FECC-A1B2-5B80-8A54-2FE7DE98EF2B}" dt="2026-07-29T01:20:47.271" v="1647" actId="1076"/>
          <ac:spMkLst>
            <pc:docMk/>
            <pc:sldMk cId="917485351" sldId="257"/>
            <ac:spMk id="108" creationId="{73E8CC0C-F96B-3528-89B6-D3620CA95D3C}"/>
          </ac:spMkLst>
        </pc:spChg>
        <pc:spChg chg="add mod">
          <ac:chgData name="Tong Liu" userId="5083135e9e94dac5" providerId="LiveId" clId="{8691FECC-A1B2-5B80-8A54-2FE7DE98EF2B}" dt="2026-07-29T01:20:47.271" v="1647" actId="1076"/>
          <ac:spMkLst>
            <pc:docMk/>
            <pc:sldMk cId="917485351" sldId="257"/>
            <ac:spMk id="109" creationId="{99589278-E7B9-3269-5DB0-1A454510CF4C}"/>
          </ac:spMkLst>
        </pc:spChg>
        <pc:spChg chg="add mod">
          <ac:chgData name="Tong Liu" userId="5083135e9e94dac5" providerId="LiveId" clId="{8691FECC-A1B2-5B80-8A54-2FE7DE98EF2B}" dt="2026-07-29T01:20:47.271" v="1647" actId="1076"/>
          <ac:spMkLst>
            <pc:docMk/>
            <pc:sldMk cId="917485351" sldId="257"/>
            <ac:spMk id="110" creationId="{B7AE569D-2EFF-4D9B-01C9-36864619E3D0}"/>
          </ac:spMkLst>
        </pc:spChg>
        <pc:spChg chg="add mod">
          <ac:chgData name="Tong Liu" userId="5083135e9e94dac5" providerId="LiveId" clId="{8691FECC-A1B2-5B80-8A54-2FE7DE98EF2B}" dt="2026-07-29T01:20:47.271" v="1647" actId="1076"/>
          <ac:spMkLst>
            <pc:docMk/>
            <pc:sldMk cId="917485351" sldId="257"/>
            <ac:spMk id="111" creationId="{68457DEC-0D14-CD34-ABD6-530D4EAE16EC}"/>
          </ac:spMkLst>
        </pc:spChg>
        <pc:spChg chg="add mod">
          <ac:chgData name="Tong Liu" userId="5083135e9e94dac5" providerId="LiveId" clId="{8691FECC-A1B2-5B80-8A54-2FE7DE98EF2B}" dt="2026-07-29T01:20:47.271" v="1647" actId="1076"/>
          <ac:spMkLst>
            <pc:docMk/>
            <pc:sldMk cId="917485351" sldId="257"/>
            <ac:spMk id="112" creationId="{F5A940A3-8D51-6222-2945-357DAD49CCD9}"/>
          </ac:spMkLst>
        </pc:spChg>
        <pc:spChg chg="add del mod">
          <ac:chgData name="Tong Liu" userId="5083135e9e94dac5" providerId="LiveId" clId="{8691FECC-A1B2-5B80-8A54-2FE7DE98EF2B}" dt="2026-07-29T01:28:10.777" v="1877" actId="14100"/>
          <ac:spMkLst>
            <pc:docMk/>
            <pc:sldMk cId="917485351" sldId="257"/>
            <ac:spMk id="117" creationId="{0200E27B-1324-5D76-E19B-9ECBF9384C35}"/>
          </ac:spMkLst>
        </pc:spChg>
        <pc:spChg chg="add mod">
          <ac:chgData name="Tong Liu" userId="5083135e9e94dac5" providerId="LiveId" clId="{8691FECC-A1B2-5B80-8A54-2FE7DE98EF2B}" dt="2026-07-29T01:28:05.044" v="1876" actId="1038"/>
          <ac:spMkLst>
            <pc:docMk/>
            <pc:sldMk cId="917485351" sldId="257"/>
            <ac:spMk id="118" creationId="{57E1185D-92E1-703D-4FBA-D788F9F7BEE3}"/>
          </ac:spMkLst>
        </pc:spChg>
        <pc:spChg chg="add mod topLvl">
          <ac:chgData name="Tong Liu" userId="5083135e9e94dac5" providerId="LiveId" clId="{8691FECC-A1B2-5B80-8A54-2FE7DE98EF2B}" dt="2026-07-29T01:27:05.441" v="1827" actId="207"/>
          <ac:spMkLst>
            <pc:docMk/>
            <pc:sldMk cId="917485351" sldId="257"/>
            <ac:spMk id="119" creationId="{61AC00F3-5CE1-6F4B-3432-09CD3D82FE13}"/>
          </ac:spMkLst>
        </pc:spChg>
        <pc:spChg chg="add mod topLvl">
          <ac:chgData name="Tong Liu" userId="5083135e9e94dac5" providerId="LiveId" clId="{8691FECC-A1B2-5B80-8A54-2FE7DE98EF2B}" dt="2026-07-29T01:27:05.441" v="1827" actId="207"/>
          <ac:spMkLst>
            <pc:docMk/>
            <pc:sldMk cId="917485351" sldId="257"/>
            <ac:spMk id="120" creationId="{9637721C-174E-7E20-2DA4-F4A3EA10BB39}"/>
          </ac:spMkLst>
        </pc:spChg>
        <pc:spChg chg="add mod topLvl">
          <ac:chgData name="Tong Liu" userId="5083135e9e94dac5" providerId="LiveId" clId="{8691FECC-A1B2-5B80-8A54-2FE7DE98EF2B}" dt="2026-07-29T01:27:05.441" v="1827" actId="207"/>
          <ac:spMkLst>
            <pc:docMk/>
            <pc:sldMk cId="917485351" sldId="257"/>
            <ac:spMk id="121" creationId="{9FF93C2F-A4A5-BF82-CE07-40F599573A84}"/>
          </ac:spMkLst>
        </pc:spChg>
        <pc:spChg chg="add mod topLvl">
          <ac:chgData name="Tong Liu" userId="5083135e9e94dac5" providerId="LiveId" clId="{8691FECC-A1B2-5B80-8A54-2FE7DE98EF2B}" dt="2026-07-29T01:27:05.441" v="1827" actId="207"/>
          <ac:spMkLst>
            <pc:docMk/>
            <pc:sldMk cId="917485351" sldId="257"/>
            <ac:spMk id="122" creationId="{39B94ECE-0033-F025-291F-6ACF5706F112}"/>
          </ac:spMkLst>
        </pc:spChg>
        <pc:spChg chg="add mod topLvl">
          <ac:chgData name="Tong Liu" userId="5083135e9e94dac5" providerId="LiveId" clId="{8691FECC-A1B2-5B80-8A54-2FE7DE98EF2B}" dt="2026-07-29T01:27:05.441" v="1827" actId="207"/>
          <ac:spMkLst>
            <pc:docMk/>
            <pc:sldMk cId="917485351" sldId="257"/>
            <ac:spMk id="123" creationId="{BA2304E1-56DB-AE6B-68D3-81FD7BF3FE7E}"/>
          </ac:spMkLst>
        </pc:spChg>
        <pc:spChg chg="mod">
          <ac:chgData name="Tong Liu" userId="5083135e9e94dac5" providerId="LiveId" clId="{8691FECC-A1B2-5B80-8A54-2FE7DE98EF2B}" dt="2026-07-29T01:25:31.088" v="1792"/>
          <ac:spMkLst>
            <pc:docMk/>
            <pc:sldMk cId="917485351" sldId="257"/>
            <ac:spMk id="127" creationId="{044B0F0F-51BE-B405-4919-1D087F264DD7}"/>
          </ac:spMkLst>
        </pc:spChg>
        <pc:spChg chg="mod">
          <ac:chgData name="Tong Liu" userId="5083135e9e94dac5" providerId="LiveId" clId="{8691FECC-A1B2-5B80-8A54-2FE7DE98EF2B}" dt="2026-07-29T01:25:31.088" v="1792"/>
          <ac:spMkLst>
            <pc:docMk/>
            <pc:sldMk cId="917485351" sldId="257"/>
            <ac:spMk id="128" creationId="{6522EB99-F6CF-1B61-7EB7-6AEA9AC78D38}"/>
          </ac:spMkLst>
        </pc:spChg>
        <pc:spChg chg="mod">
          <ac:chgData name="Tong Liu" userId="5083135e9e94dac5" providerId="LiveId" clId="{8691FECC-A1B2-5B80-8A54-2FE7DE98EF2B}" dt="2026-07-29T01:25:31.088" v="1792"/>
          <ac:spMkLst>
            <pc:docMk/>
            <pc:sldMk cId="917485351" sldId="257"/>
            <ac:spMk id="129" creationId="{7A8B9C6A-5092-A36A-D1F6-25B0B89EAFF7}"/>
          </ac:spMkLst>
        </pc:spChg>
        <pc:spChg chg="mod">
          <ac:chgData name="Tong Liu" userId="5083135e9e94dac5" providerId="LiveId" clId="{8691FECC-A1B2-5B80-8A54-2FE7DE98EF2B}" dt="2026-07-29T01:25:31.088" v="1792"/>
          <ac:spMkLst>
            <pc:docMk/>
            <pc:sldMk cId="917485351" sldId="257"/>
            <ac:spMk id="130" creationId="{22B9B625-4F60-BC29-DD05-4CBCE0BDE880}"/>
          </ac:spMkLst>
        </pc:spChg>
        <pc:spChg chg="mod">
          <ac:chgData name="Tong Liu" userId="5083135e9e94dac5" providerId="LiveId" clId="{8691FECC-A1B2-5B80-8A54-2FE7DE98EF2B}" dt="2026-07-29T01:25:31.088" v="1792"/>
          <ac:spMkLst>
            <pc:docMk/>
            <pc:sldMk cId="917485351" sldId="257"/>
            <ac:spMk id="131" creationId="{65950877-6227-3489-ADF1-EAB489AAD967}"/>
          </ac:spMkLst>
        </pc:spChg>
        <pc:spChg chg="mod">
          <ac:chgData name="Tong Liu" userId="5083135e9e94dac5" providerId="LiveId" clId="{8691FECC-A1B2-5B80-8A54-2FE7DE98EF2B}" dt="2026-07-29T01:25:31.301" v="1793"/>
          <ac:spMkLst>
            <pc:docMk/>
            <pc:sldMk cId="917485351" sldId="257"/>
            <ac:spMk id="134" creationId="{B9F08FEA-7865-CE9A-1D90-4F5EAD08A1B2}"/>
          </ac:spMkLst>
        </pc:spChg>
        <pc:spChg chg="mod">
          <ac:chgData name="Tong Liu" userId="5083135e9e94dac5" providerId="LiveId" clId="{8691FECC-A1B2-5B80-8A54-2FE7DE98EF2B}" dt="2026-07-29T01:25:31.301" v="1793"/>
          <ac:spMkLst>
            <pc:docMk/>
            <pc:sldMk cId="917485351" sldId="257"/>
            <ac:spMk id="135" creationId="{BADEB1BA-4E1D-0CFC-026B-D633F47A5F0F}"/>
          </ac:spMkLst>
        </pc:spChg>
        <pc:spChg chg="mod">
          <ac:chgData name="Tong Liu" userId="5083135e9e94dac5" providerId="LiveId" clId="{8691FECC-A1B2-5B80-8A54-2FE7DE98EF2B}" dt="2026-07-29T01:25:31.301" v="1793"/>
          <ac:spMkLst>
            <pc:docMk/>
            <pc:sldMk cId="917485351" sldId="257"/>
            <ac:spMk id="136" creationId="{34A0BDAC-E858-F9BB-4F5E-2F3C6EA60A7B}"/>
          </ac:spMkLst>
        </pc:spChg>
        <pc:spChg chg="mod">
          <ac:chgData name="Tong Liu" userId="5083135e9e94dac5" providerId="LiveId" clId="{8691FECC-A1B2-5B80-8A54-2FE7DE98EF2B}" dt="2026-07-29T01:25:31.301" v="1793"/>
          <ac:spMkLst>
            <pc:docMk/>
            <pc:sldMk cId="917485351" sldId="257"/>
            <ac:spMk id="137" creationId="{5F641E33-A814-9EAF-48DF-48659D79AD14}"/>
          </ac:spMkLst>
        </pc:spChg>
        <pc:spChg chg="mod">
          <ac:chgData name="Tong Liu" userId="5083135e9e94dac5" providerId="LiveId" clId="{8691FECC-A1B2-5B80-8A54-2FE7DE98EF2B}" dt="2026-07-29T01:25:31.301" v="1793"/>
          <ac:spMkLst>
            <pc:docMk/>
            <pc:sldMk cId="917485351" sldId="257"/>
            <ac:spMk id="138" creationId="{462638B3-F0D2-F3DB-680D-38B6FF0E0D2E}"/>
          </ac:spMkLst>
        </pc:spChg>
        <pc:spChg chg="mod">
          <ac:chgData name="Tong Liu" userId="5083135e9e94dac5" providerId="LiveId" clId="{8691FECC-A1B2-5B80-8A54-2FE7DE98EF2B}" dt="2026-07-29T01:25:31.507" v="1794"/>
          <ac:spMkLst>
            <pc:docMk/>
            <pc:sldMk cId="917485351" sldId="257"/>
            <ac:spMk id="141" creationId="{8E25F800-1825-0F9A-3203-5BE5042BEEF1}"/>
          </ac:spMkLst>
        </pc:spChg>
        <pc:spChg chg="mod">
          <ac:chgData name="Tong Liu" userId="5083135e9e94dac5" providerId="LiveId" clId="{8691FECC-A1B2-5B80-8A54-2FE7DE98EF2B}" dt="2026-07-29T01:25:31.507" v="1794"/>
          <ac:spMkLst>
            <pc:docMk/>
            <pc:sldMk cId="917485351" sldId="257"/>
            <ac:spMk id="142" creationId="{1694904F-8A5A-4993-6845-FCE6DEC5CEDA}"/>
          </ac:spMkLst>
        </pc:spChg>
        <pc:spChg chg="mod">
          <ac:chgData name="Tong Liu" userId="5083135e9e94dac5" providerId="LiveId" clId="{8691FECC-A1B2-5B80-8A54-2FE7DE98EF2B}" dt="2026-07-29T01:25:31.507" v="1794"/>
          <ac:spMkLst>
            <pc:docMk/>
            <pc:sldMk cId="917485351" sldId="257"/>
            <ac:spMk id="143" creationId="{DBFD455E-B059-A8C1-3636-259268E2B624}"/>
          </ac:spMkLst>
        </pc:spChg>
        <pc:spChg chg="mod">
          <ac:chgData name="Tong Liu" userId="5083135e9e94dac5" providerId="LiveId" clId="{8691FECC-A1B2-5B80-8A54-2FE7DE98EF2B}" dt="2026-07-29T01:25:31.507" v="1794"/>
          <ac:spMkLst>
            <pc:docMk/>
            <pc:sldMk cId="917485351" sldId="257"/>
            <ac:spMk id="144" creationId="{144BF480-5B8C-5DDD-ECCB-B41DE418540E}"/>
          </ac:spMkLst>
        </pc:spChg>
        <pc:spChg chg="mod">
          <ac:chgData name="Tong Liu" userId="5083135e9e94dac5" providerId="LiveId" clId="{8691FECC-A1B2-5B80-8A54-2FE7DE98EF2B}" dt="2026-07-29T01:25:31.507" v="1794"/>
          <ac:spMkLst>
            <pc:docMk/>
            <pc:sldMk cId="917485351" sldId="257"/>
            <ac:spMk id="145" creationId="{9D90B38A-889E-A302-4058-CE9B898A138F}"/>
          </ac:spMkLst>
        </pc:spChg>
        <pc:spChg chg="mod">
          <ac:chgData name="Tong Liu" userId="5083135e9e94dac5" providerId="LiveId" clId="{8691FECC-A1B2-5B80-8A54-2FE7DE98EF2B}" dt="2026-07-29T01:25:32.349" v="1795"/>
          <ac:spMkLst>
            <pc:docMk/>
            <pc:sldMk cId="917485351" sldId="257"/>
            <ac:spMk id="148" creationId="{DE577653-B423-1695-F86D-AF07D8D9FB7F}"/>
          </ac:spMkLst>
        </pc:spChg>
        <pc:spChg chg="mod">
          <ac:chgData name="Tong Liu" userId="5083135e9e94dac5" providerId="LiveId" clId="{8691FECC-A1B2-5B80-8A54-2FE7DE98EF2B}" dt="2026-07-29T01:25:32.349" v="1795"/>
          <ac:spMkLst>
            <pc:docMk/>
            <pc:sldMk cId="917485351" sldId="257"/>
            <ac:spMk id="149" creationId="{8FA8243D-8D81-B4E6-9CC8-8E3E2B27DCBF}"/>
          </ac:spMkLst>
        </pc:spChg>
        <pc:spChg chg="mod">
          <ac:chgData name="Tong Liu" userId="5083135e9e94dac5" providerId="LiveId" clId="{8691FECC-A1B2-5B80-8A54-2FE7DE98EF2B}" dt="2026-07-29T01:25:32.349" v="1795"/>
          <ac:spMkLst>
            <pc:docMk/>
            <pc:sldMk cId="917485351" sldId="257"/>
            <ac:spMk id="150" creationId="{F50569A5-7B86-8C62-3693-0B88EAB2C12A}"/>
          </ac:spMkLst>
        </pc:spChg>
        <pc:spChg chg="mod">
          <ac:chgData name="Tong Liu" userId="5083135e9e94dac5" providerId="LiveId" clId="{8691FECC-A1B2-5B80-8A54-2FE7DE98EF2B}" dt="2026-07-29T01:25:32.349" v="1795"/>
          <ac:spMkLst>
            <pc:docMk/>
            <pc:sldMk cId="917485351" sldId="257"/>
            <ac:spMk id="151" creationId="{0DB99292-77BE-9E2E-C4EB-D59F1FCF0E69}"/>
          </ac:spMkLst>
        </pc:spChg>
        <pc:spChg chg="mod">
          <ac:chgData name="Tong Liu" userId="5083135e9e94dac5" providerId="LiveId" clId="{8691FECC-A1B2-5B80-8A54-2FE7DE98EF2B}" dt="2026-07-29T01:25:32.349" v="1795"/>
          <ac:spMkLst>
            <pc:docMk/>
            <pc:sldMk cId="917485351" sldId="257"/>
            <ac:spMk id="152" creationId="{78F87F84-D2F2-3DC3-BB53-7DC0D82282C7}"/>
          </ac:spMkLst>
        </pc:spChg>
        <pc:spChg chg="mod">
          <ac:chgData name="Tong Liu" userId="5083135e9e94dac5" providerId="LiveId" clId="{8691FECC-A1B2-5B80-8A54-2FE7DE98EF2B}" dt="2026-07-29T01:27:32.830" v="1830"/>
          <ac:spMkLst>
            <pc:docMk/>
            <pc:sldMk cId="917485351" sldId="257"/>
            <ac:spMk id="156" creationId="{5A2D11A3-B98E-36C0-6334-94A5B8271FAF}"/>
          </ac:spMkLst>
        </pc:spChg>
        <pc:spChg chg="mod">
          <ac:chgData name="Tong Liu" userId="5083135e9e94dac5" providerId="LiveId" clId="{8691FECC-A1B2-5B80-8A54-2FE7DE98EF2B}" dt="2026-07-29T01:27:32.830" v="1830"/>
          <ac:spMkLst>
            <pc:docMk/>
            <pc:sldMk cId="917485351" sldId="257"/>
            <ac:spMk id="157" creationId="{C23688A2-2774-56DF-3CD1-367D5830A246}"/>
          </ac:spMkLst>
        </pc:spChg>
        <pc:spChg chg="mod">
          <ac:chgData name="Tong Liu" userId="5083135e9e94dac5" providerId="LiveId" clId="{8691FECC-A1B2-5B80-8A54-2FE7DE98EF2B}" dt="2026-07-29T01:27:32.830" v="1830"/>
          <ac:spMkLst>
            <pc:docMk/>
            <pc:sldMk cId="917485351" sldId="257"/>
            <ac:spMk id="158" creationId="{1F4D8BC6-EC20-C8D1-F8A3-67C3508205ED}"/>
          </ac:spMkLst>
        </pc:spChg>
        <pc:spChg chg="mod">
          <ac:chgData name="Tong Liu" userId="5083135e9e94dac5" providerId="LiveId" clId="{8691FECC-A1B2-5B80-8A54-2FE7DE98EF2B}" dt="2026-07-29T01:27:32.830" v="1830"/>
          <ac:spMkLst>
            <pc:docMk/>
            <pc:sldMk cId="917485351" sldId="257"/>
            <ac:spMk id="159" creationId="{60CCED37-83FD-F9D5-F7FF-3D8E70807834}"/>
          </ac:spMkLst>
        </pc:spChg>
        <pc:spChg chg="mod">
          <ac:chgData name="Tong Liu" userId="5083135e9e94dac5" providerId="LiveId" clId="{8691FECC-A1B2-5B80-8A54-2FE7DE98EF2B}" dt="2026-07-29T01:27:32.830" v="1830"/>
          <ac:spMkLst>
            <pc:docMk/>
            <pc:sldMk cId="917485351" sldId="257"/>
            <ac:spMk id="160" creationId="{35ED72CC-BDEC-6725-427C-653E2B6FA28A}"/>
          </ac:spMkLst>
        </pc:spChg>
        <pc:spChg chg="mod">
          <ac:chgData name="Tong Liu" userId="5083135e9e94dac5" providerId="LiveId" clId="{8691FECC-A1B2-5B80-8A54-2FE7DE98EF2B}" dt="2026-07-29T01:29:30.083" v="1882" actId="207"/>
          <ac:spMkLst>
            <pc:docMk/>
            <pc:sldMk cId="917485351" sldId="257"/>
            <ac:spMk id="162" creationId="{7499BFCB-C0B5-5C22-641B-6833C7E085F0}"/>
          </ac:spMkLst>
        </pc:spChg>
        <pc:spChg chg="mod">
          <ac:chgData name="Tong Liu" userId="5083135e9e94dac5" providerId="LiveId" clId="{8691FECC-A1B2-5B80-8A54-2FE7DE98EF2B}" dt="2026-07-29T01:29:30.083" v="1882" actId="207"/>
          <ac:spMkLst>
            <pc:docMk/>
            <pc:sldMk cId="917485351" sldId="257"/>
            <ac:spMk id="163" creationId="{4CDEF8AE-D6F6-5376-99B6-5D788DBD9223}"/>
          </ac:spMkLst>
        </pc:spChg>
        <pc:spChg chg="mod">
          <ac:chgData name="Tong Liu" userId="5083135e9e94dac5" providerId="LiveId" clId="{8691FECC-A1B2-5B80-8A54-2FE7DE98EF2B}" dt="2026-07-29T01:29:30.083" v="1882" actId="207"/>
          <ac:spMkLst>
            <pc:docMk/>
            <pc:sldMk cId="917485351" sldId="257"/>
            <ac:spMk id="164" creationId="{4753EC70-56E2-441E-9E88-A382006A3C55}"/>
          </ac:spMkLst>
        </pc:spChg>
        <pc:spChg chg="mod">
          <ac:chgData name="Tong Liu" userId="5083135e9e94dac5" providerId="LiveId" clId="{8691FECC-A1B2-5B80-8A54-2FE7DE98EF2B}" dt="2026-07-29T01:29:30.083" v="1882" actId="207"/>
          <ac:spMkLst>
            <pc:docMk/>
            <pc:sldMk cId="917485351" sldId="257"/>
            <ac:spMk id="165" creationId="{A722AD4E-354F-4184-DCCD-E336AE191C1B}"/>
          </ac:spMkLst>
        </pc:spChg>
        <pc:spChg chg="mod">
          <ac:chgData name="Tong Liu" userId="5083135e9e94dac5" providerId="LiveId" clId="{8691FECC-A1B2-5B80-8A54-2FE7DE98EF2B}" dt="2026-07-29T01:29:30.083" v="1882" actId="207"/>
          <ac:spMkLst>
            <pc:docMk/>
            <pc:sldMk cId="917485351" sldId="257"/>
            <ac:spMk id="166" creationId="{7EFE3040-68A2-DA92-FF93-17ACF5679719}"/>
          </ac:spMkLst>
        </pc:spChg>
        <pc:spChg chg="mod">
          <ac:chgData name="Tong Liu" userId="5083135e9e94dac5" providerId="LiveId" clId="{8691FECC-A1B2-5B80-8A54-2FE7DE98EF2B}" dt="2026-07-29T01:27:33.180" v="1832"/>
          <ac:spMkLst>
            <pc:docMk/>
            <pc:sldMk cId="917485351" sldId="257"/>
            <ac:spMk id="168" creationId="{2284EDBB-12E4-9585-6709-B211148A51BA}"/>
          </ac:spMkLst>
        </pc:spChg>
        <pc:spChg chg="mod">
          <ac:chgData name="Tong Liu" userId="5083135e9e94dac5" providerId="LiveId" clId="{8691FECC-A1B2-5B80-8A54-2FE7DE98EF2B}" dt="2026-07-29T01:27:33.180" v="1832"/>
          <ac:spMkLst>
            <pc:docMk/>
            <pc:sldMk cId="917485351" sldId="257"/>
            <ac:spMk id="169" creationId="{F512B859-7316-4D0F-17C6-DBD474A87E14}"/>
          </ac:spMkLst>
        </pc:spChg>
        <pc:spChg chg="mod">
          <ac:chgData name="Tong Liu" userId="5083135e9e94dac5" providerId="LiveId" clId="{8691FECC-A1B2-5B80-8A54-2FE7DE98EF2B}" dt="2026-07-29T01:27:33.180" v="1832"/>
          <ac:spMkLst>
            <pc:docMk/>
            <pc:sldMk cId="917485351" sldId="257"/>
            <ac:spMk id="170" creationId="{EF1AB070-EDBB-3E91-5D57-A25D39C86749}"/>
          </ac:spMkLst>
        </pc:spChg>
        <pc:spChg chg="mod">
          <ac:chgData name="Tong Liu" userId="5083135e9e94dac5" providerId="LiveId" clId="{8691FECC-A1B2-5B80-8A54-2FE7DE98EF2B}" dt="2026-07-29T01:27:33.180" v="1832"/>
          <ac:spMkLst>
            <pc:docMk/>
            <pc:sldMk cId="917485351" sldId="257"/>
            <ac:spMk id="171" creationId="{0573A63F-A160-6413-E9D8-40F104F6A0D6}"/>
          </ac:spMkLst>
        </pc:spChg>
        <pc:spChg chg="mod">
          <ac:chgData name="Tong Liu" userId="5083135e9e94dac5" providerId="LiveId" clId="{8691FECC-A1B2-5B80-8A54-2FE7DE98EF2B}" dt="2026-07-29T01:27:33.180" v="1832"/>
          <ac:spMkLst>
            <pc:docMk/>
            <pc:sldMk cId="917485351" sldId="257"/>
            <ac:spMk id="172" creationId="{F7281F7E-587A-0ABF-56B7-5850F0C2C3A8}"/>
          </ac:spMkLst>
        </pc:spChg>
        <pc:spChg chg="mod">
          <ac:chgData name="Tong Liu" userId="5083135e9e94dac5" providerId="LiveId" clId="{8691FECC-A1B2-5B80-8A54-2FE7DE98EF2B}" dt="2026-07-29T01:27:33.355" v="1833"/>
          <ac:spMkLst>
            <pc:docMk/>
            <pc:sldMk cId="917485351" sldId="257"/>
            <ac:spMk id="174" creationId="{2419E67D-9E6C-83BB-FCD6-418CA11BA4E3}"/>
          </ac:spMkLst>
        </pc:spChg>
        <pc:spChg chg="mod">
          <ac:chgData name="Tong Liu" userId="5083135e9e94dac5" providerId="LiveId" clId="{8691FECC-A1B2-5B80-8A54-2FE7DE98EF2B}" dt="2026-07-29T01:27:33.355" v="1833"/>
          <ac:spMkLst>
            <pc:docMk/>
            <pc:sldMk cId="917485351" sldId="257"/>
            <ac:spMk id="175" creationId="{AA8B4199-1F1D-1531-ADD2-0FB90032AFE4}"/>
          </ac:spMkLst>
        </pc:spChg>
        <pc:spChg chg="mod">
          <ac:chgData name="Tong Liu" userId="5083135e9e94dac5" providerId="LiveId" clId="{8691FECC-A1B2-5B80-8A54-2FE7DE98EF2B}" dt="2026-07-29T01:27:33.355" v="1833"/>
          <ac:spMkLst>
            <pc:docMk/>
            <pc:sldMk cId="917485351" sldId="257"/>
            <ac:spMk id="176" creationId="{0A495DFD-8808-3836-EF03-700EF3FBADAC}"/>
          </ac:spMkLst>
        </pc:spChg>
        <pc:spChg chg="mod">
          <ac:chgData name="Tong Liu" userId="5083135e9e94dac5" providerId="LiveId" clId="{8691FECC-A1B2-5B80-8A54-2FE7DE98EF2B}" dt="2026-07-29T01:27:33.355" v="1833"/>
          <ac:spMkLst>
            <pc:docMk/>
            <pc:sldMk cId="917485351" sldId="257"/>
            <ac:spMk id="177" creationId="{BD8751AE-5EE9-69C2-0CF6-468A3DE3EC90}"/>
          </ac:spMkLst>
        </pc:spChg>
        <pc:spChg chg="mod">
          <ac:chgData name="Tong Liu" userId="5083135e9e94dac5" providerId="LiveId" clId="{8691FECC-A1B2-5B80-8A54-2FE7DE98EF2B}" dt="2026-07-29T01:27:33.355" v="1833"/>
          <ac:spMkLst>
            <pc:docMk/>
            <pc:sldMk cId="917485351" sldId="257"/>
            <ac:spMk id="178" creationId="{9052536E-079D-75A4-B510-AC85B19C6B50}"/>
          </ac:spMkLst>
        </pc:spChg>
        <pc:spChg chg="add del mod">
          <ac:chgData name="Tong Liu" userId="5083135e9e94dac5" providerId="LiveId" clId="{8691FECC-A1B2-5B80-8A54-2FE7DE98EF2B}" dt="2026-07-29T01:30:22.677" v="1886"/>
          <ac:spMkLst>
            <pc:docMk/>
            <pc:sldMk cId="917485351" sldId="257"/>
            <ac:spMk id="179" creationId="{71B4CBE1-DC79-FE4D-355D-B908BBF58D22}"/>
          </ac:spMkLst>
        </pc:spChg>
        <pc:spChg chg="mod">
          <ac:chgData name="Tong Liu" userId="5083135e9e94dac5" providerId="LiveId" clId="{8691FECC-A1B2-5B80-8A54-2FE7DE98EF2B}" dt="2026-07-29T01:32:27.244" v="1899" actId="208"/>
          <ac:spMkLst>
            <pc:docMk/>
            <pc:sldMk cId="917485351" sldId="257"/>
            <ac:spMk id="182" creationId="{2D716849-1F25-D2C5-4C88-2D5468E7083B}"/>
          </ac:spMkLst>
        </pc:spChg>
        <pc:spChg chg="mod">
          <ac:chgData name="Tong Liu" userId="5083135e9e94dac5" providerId="LiveId" clId="{8691FECC-A1B2-5B80-8A54-2FE7DE98EF2B}" dt="2026-07-29T01:31:22.251" v="1892" actId="1037"/>
          <ac:spMkLst>
            <pc:docMk/>
            <pc:sldMk cId="917485351" sldId="257"/>
            <ac:spMk id="183" creationId="{69C1A30A-DC8D-DFB8-3E8B-5279E981B504}"/>
          </ac:spMkLst>
        </pc:spChg>
        <pc:spChg chg="add mod">
          <ac:chgData name="Tong Liu" userId="5083135e9e94dac5" providerId="LiveId" clId="{8691FECC-A1B2-5B80-8A54-2FE7DE98EF2B}" dt="2026-07-29T01:32:27.244" v="1899" actId="208"/>
          <ac:spMkLst>
            <pc:docMk/>
            <pc:sldMk cId="917485351" sldId="257"/>
            <ac:spMk id="184" creationId="{F17EEF03-F1E1-AEE9-7B6B-67F9733656C0}"/>
          </ac:spMkLst>
        </pc:spChg>
        <pc:spChg chg="mod">
          <ac:chgData name="Tong Liu" userId="5083135e9e94dac5" providerId="LiveId" clId="{8691FECC-A1B2-5B80-8A54-2FE7DE98EF2B}" dt="2026-07-29T01:31:22.251" v="1892" actId="1037"/>
          <ac:spMkLst>
            <pc:docMk/>
            <pc:sldMk cId="917485351" sldId="257"/>
            <ac:spMk id="185" creationId="{68032FBA-5AD7-CE98-F7A3-38C382D75861}"/>
          </ac:spMkLst>
        </pc:spChg>
        <pc:spChg chg="mod">
          <ac:chgData name="Tong Liu" userId="5083135e9e94dac5" providerId="LiveId" clId="{8691FECC-A1B2-5B80-8A54-2FE7DE98EF2B}" dt="2026-07-29T01:32:27.244" v="1899" actId="208"/>
          <ac:spMkLst>
            <pc:docMk/>
            <pc:sldMk cId="917485351" sldId="257"/>
            <ac:spMk id="186" creationId="{36191A82-1038-2EF8-A0D0-CC842A6A2764}"/>
          </ac:spMkLst>
        </pc:spChg>
        <pc:spChg chg="mod">
          <ac:chgData name="Tong Liu" userId="5083135e9e94dac5" providerId="LiveId" clId="{8691FECC-A1B2-5B80-8A54-2FE7DE98EF2B}" dt="2026-07-29T01:36:50.326" v="1941" actId="207"/>
          <ac:spMkLst>
            <pc:docMk/>
            <pc:sldMk cId="917485351" sldId="257"/>
            <ac:spMk id="191" creationId="{D9ADD7EC-4F06-3B3D-FCEE-F067ED64033C}"/>
          </ac:spMkLst>
        </pc:spChg>
        <pc:spChg chg="mod">
          <ac:chgData name="Tong Liu" userId="5083135e9e94dac5" providerId="LiveId" clId="{8691FECC-A1B2-5B80-8A54-2FE7DE98EF2B}" dt="2026-07-29T01:36:50.326" v="1941" actId="207"/>
          <ac:spMkLst>
            <pc:docMk/>
            <pc:sldMk cId="917485351" sldId="257"/>
            <ac:spMk id="192" creationId="{3A70C228-389F-14D5-5A3C-02F6E339F3E2}"/>
          </ac:spMkLst>
        </pc:spChg>
        <pc:spChg chg="mod">
          <ac:chgData name="Tong Liu" userId="5083135e9e94dac5" providerId="LiveId" clId="{8691FECC-A1B2-5B80-8A54-2FE7DE98EF2B}" dt="2026-07-29T01:36:50.326" v="1941" actId="207"/>
          <ac:spMkLst>
            <pc:docMk/>
            <pc:sldMk cId="917485351" sldId="257"/>
            <ac:spMk id="193" creationId="{B97E00ED-D3B6-C94F-FA7B-57647AB3C3F7}"/>
          </ac:spMkLst>
        </pc:spChg>
        <pc:spChg chg="mod">
          <ac:chgData name="Tong Liu" userId="5083135e9e94dac5" providerId="LiveId" clId="{8691FECC-A1B2-5B80-8A54-2FE7DE98EF2B}" dt="2026-07-29T01:38:26.910" v="1945" actId="207"/>
          <ac:spMkLst>
            <pc:docMk/>
            <pc:sldMk cId="917485351" sldId="257"/>
            <ac:spMk id="194" creationId="{BFF8A4BF-884B-B460-23FB-E134C9AC1D0D}"/>
          </ac:spMkLst>
        </pc:spChg>
        <pc:spChg chg="mod">
          <ac:chgData name="Tong Liu" userId="5083135e9e94dac5" providerId="LiveId" clId="{8691FECC-A1B2-5B80-8A54-2FE7DE98EF2B}" dt="2026-07-29T01:38:26.910" v="1945" actId="207"/>
          <ac:spMkLst>
            <pc:docMk/>
            <pc:sldMk cId="917485351" sldId="257"/>
            <ac:spMk id="195" creationId="{DE83BCC8-4708-621A-C7AD-0B3CC9B88FC3}"/>
          </ac:spMkLst>
        </pc:spChg>
        <pc:spChg chg="mod">
          <ac:chgData name="Tong Liu" userId="5083135e9e94dac5" providerId="LiveId" clId="{8691FECC-A1B2-5B80-8A54-2FE7DE98EF2B}" dt="2026-07-29T01:38:26.910" v="1945" actId="207"/>
          <ac:spMkLst>
            <pc:docMk/>
            <pc:sldMk cId="917485351" sldId="257"/>
            <ac:spMk id="196" creationId="{638D0BFF-D774-2CE5-8786-351C67F7DBED}"/>
          </ac:spMkLst>
        </pc:spChg>
        <pc:spChg chg="mod">
          <ac:chgData name="Tong Liu" userId="5083135e9e94dac5" providerId="LiveId" clId="{8691FECC-A1B2-5B80-8A54-2FE7DE98EF2B}" dt="2026-07-29T01:35:51.029" v="1936" actId="207"/>
          <ac:spMkLst>
            <pc:docMk/>
            <pc:sldMk cId="917485351" sldId="257"/>
            <ac:spMk id="199" creationId="{EE70FE13-F4C7-5F12-60C4-25750662B31D}"/>
          </ac:spMkLst>
        </pc:spChg>
        <pc:spChg chg="mod">
          <ac:chgData name="Tong Liu" userId="5083135e9e94dac5" providerId="LiveId" clId="{8691FECC-A1B2-5B80-8A54-2FE7DE98EF2B}" dt="2026-07-29T01:35:51.029" v="1936" actId="207"/>
          <ac:spMkLst>
            <pc:docMk/>
            <pc:sldMk cId="917485351" sldId="257"/>
            <ac:spMk id="200" creationId="{6DB49F05-8011-BC67-5C4F-9174AFCAB1BC}"/>
          </ac:spMkLst>
        </pc:spChg>
        <pc:spChg chg="mod">
          <ac:chgData name="Tong Liu" userId="5083135e9e94dac5" providerId="LiveId" clId="{8691FECC-A1B2-5B80-8A54-2FE7DE98EF2B}" dt="2026-07-29T01:35:51.029" v="1936" actId="207"/>
          <ac:spMkLst>
            <pc:docMk/>
            <pc:sldMk cId="917485351" sldId="257"/>
            <ac:spMk id="201" creationId="{3CA502C8-BECC-DCD2-E444-98D744589CC2}"/>
          </ac:spMkLst>
        </pc:spChg>
        <pc:spChg chg="mod">
          <ac:chgData name="Tong Liu" userId="5083135e9e94dac5" providerId="LiveId" clId="{8691FECC-A1B2-5B80-8A54-2FE7DE98EF2B}" dt="2026-07-29T01:35:51.029" v="1936" actId="207"/>
          <ac:spMkLst>
            <pc:docMk/>
            <pc:sldMk cId="917485351" sldId="257"/>
            <ac:spMk id="202" creationId="{D6714BB5-F17E-1E87-6897-31DF0B58B2FA}"/>
          </ac:spMkLst>
        </pc:spChg>
        <pc:spChg chg="mod">
          <ac:chgData name="Tong Liu" userId="5083135e9e94dac5" providerId="LiveId" clId="{8691FECC-A1B2-5B80-8A54-2FE7DE98EF2B}" dt="2026-07-29T01:35:51.029" v="1936" actId="207"/>
          <ac:spMkLst>
            <pc:docMk/>
            <pc:sldMk cId="917485351" sldId="257"/>
            <ac:spMk id="203" creationId="{C6CE8E25-A369-2CF6-C591-A3EB6DC218B2}"/>
          </ac:spMkLst>
        </pc:spChg>
        <pc:spChg chg="mod">
          <ac:chgData name="Tong Liu" userId="5083135e9e94dac5" providerId="LiveId" clId="{8691FECC-A1B2-5B80-8A54-2FE7DE98EF2B}" dt="2026-07-29T01:35:51.029" v="1936" actId="207"/>
          <ac:spMkLst>
            <pc:docMk/>
            <pc:sldMk cId="917485351" sldId="257"/>
            <ac:spMk id="204" creationId="{2F2347B2-0E2B-845C-D44D-C1199D2A7D76}"/>
          </ac:spMkLst>
        </pc:spChg>
        <pc:spChg chg="add mod">
          <ac:chgData name="Tong Liu" userId="5083135e9e94dac5" providerId="LiveId" clId="{8691FECC-A1B2-5B80-8A54-2FE7DE98EF2B}" dt="2026-07-29T01:32:27.244" v="1899" actId="208"/>
          <ac:spMkLst>
            <pc:docMk/>
            <pc:sldMk cId="917485351" sldId="257"/>
            <ac:spMk id="206" creationId="{71FBC85C-A525-ECC4-0A91-DAA559465082}"/>
          </ac:spMkLst>
        </pc:spChg>
        <pc:spChg chg="mod">
          <ac:chgData name="Tong Liu" userId="5083135e9e94dac5" providerId="LiveId" clId="{8691FECC-A1B2-5B80-8A54-2FE7DE98EF2B}" dt="2026-07-29T01:35:33.394" v="1932" actId="1038"/>
          <ac:spMkLst>
            <pc:docMk/>
            <pc:sldMk cId="917485351" sldId="257"/>
            <ac:spMk id="207" creationId="{BEBFFC72-F66A-C9EE-5F95-3A998E9339A0}"/>
          </ac:spMkLst>
        </pc:spChg>
        <pc:spChg chg="mod">
          <ac:chgData name="Tong Liu" userId="5083135e9e94dac5" providerId="LiveId" clId="{8691FECC-A1B2-5B80-8A54-2FE7DE98EF2B}" dt="2026-07-29T01:36:11.590" v="1938" actId="207"/>
          <ac:spMkLst>
            <pc:docMk/>
            <pc:sldMk cId="917485351" sldId="257"/>
            <ac:spMk id="210" creationId="{82877754-179E-C602-DAD4-0843512DB105}"/>
          </ac:spMkLst>
        </pc:spChg>
        <pc:spChg chg="mod">
          <ac:chgData name="Tong Liu" userId="5083135e9e94dac5" providerId="LiveId" clId="{8691FECC-A1B2-5B80-8A54-2FE7DE98EF2B}" dt="2026-07-29T01:36:11.590" v="1938" actId="207"/>
          <ac:spMkLst>
            <pc:docMk/>
            <pc:sldMk cId="917485351" sldId="257"/>
            <ac:spMk id="211" creationId="{58CBEF53-C2FE-335F-9AFF-3C80D0E51804}"/>
          </ac:spMkLst>
        </pc:spChg>
        <pc:spChg chg="mod">
          <ac:chgData name="Tong Liu" userId="5083135e9e94dac5" providerId="LiveId" clId="{8691FECC-A1B2-5B80-8A54-2FE7DE98EF2B}" dt="2026-07-29T01:36:11.590" v="1938" actId="207"/>
          <ac:spMkLst>
            <pc:docMk/>
            <pc:sldMk cId="917485351" sldId="257"/>
            <ac:spMk id="213" creationId="{2640CD4D-2AE3-8F6F-FAD7-4BB3E7BB9A87}"/>
          </ac:spMkLst>
        </pc:spChg>
        <pc:spChg chg="mod">
          <ac:chgData name="Tong Liu" userId="5083135e9e94dac5" providerId="LiveId" clId="{8691FECC-A1B2-5B80-8A54-2FE7DE98EF2B}" dt="2026-07-29T01:36:34.563" v="1940" actId="208"/>
          <ac:spMkLst>
            <pc:docMk/>
            <pc:sldMk cId="917485351" sldId="257"/>
            <ac:spMk id="216" creationId="{5FBA146F-C4CE-8995-5D6C-3A09861B3485}"/>
          </ac:spMkLst>
        </pc:spChg>
        <pc:spChg chg="mod">
          <ac:chgData name="Tong Liu" userId="5083135e9e94dac5" providerId="LiveId" clId="{8691FECC-A1B2-5B80-8A54-2FE7DE98EF2B}" dt="2026-07-29T01:36:34.563" v="1940" actId="208"/>
          <ac:spMkLst>
            <pc:docMk/>
            <pc:sldMk cId="917485351" sldId="257"/>
            <ac:spMk id="217" creationId="{AD96BDAD-82A3-CD89-F697-53649615B554}"/>
          </ac:spMkLst>
        </pc:spChg>
        <pc:spChg chg="mod">
          <ac:chgData name="Tong Liu" userId="5083135e9e94dac5" providerId="LiveId" clId="{8691FECC-A1B2-5B80-8A54-2FE7DE98EF2B}" dt="2026-07-29T01:36:34.563" v="1940" actId="208"/>
          <ac:spMkLst>
            <pc:docMk/>
            <pc:sldMk cId="917485351" sldId="257"/>
            <ac:spMk id="218" creationId="{EA80D3A3-BB5C-C0E6-EB52-5F995A16109A}"/>
          </ac:spMkLst>
        </pc:spChg>
        <pc:spChg chg="mod">
          <ac:chgData name="Tong Liu" userId="5083135e9e94dac5" providerId="LiveId" clId="{8691FECC-A1B2-5B80-8A54-2FE7DE98EF2B}" dt="2026-07-29T01:36:34.563" v="1940" actId="208"/>
          <ac:spMkLst>
            <pc:docMk/>
            <pc:sldMk cId="917485351" sldId="257"/>
            <ac:spMk id="219" creationId="{F591D17F-A476-9DA3-CB7F-2ECA1DA44895}"/>
          </ac:spMkLst>
        </pc:spChg>
        <pc:spChg chg="mod">
          <ac:chgData name="Tong Liu" userId="5083135e9e94dac5" providerId="LiveId" clId="{8691FECC-A1B2-5B80-8A54-2FE7DE98EF2B}" dt="2026-07-29T01:36:34.563" v="1940" actId="208"/>
          <ac:spMkLst>
            <pc:docMk/>
            <pc:sldMk cId="917485351" sldId="257"/>
            <ac:spMk id="220" creationId="{1264A1E0-4E42-906A-AE64-0FD0B078B37B}"/>
          </ac:spMkLst>
        </pc:spChg>
        <pc:spChg chg="mod">
          <ac:chgData name="Tong Liu" userId="5083135e9e94dac5" providerId="LiveId" clId="{8691FECC-A1B2-5B80-8A54-2FE7DE98EF2B}" dt="2026-07-29T01:36:11.590" v="1938" actId="207"/>
          <ac:spMkLst>
            <pc:docMk/>
            <pc:sldMk cId="917485351" sldId="257"/>
            <ac:spMk id="226" creationId="{624B37E0-04E7-6043-1258-8281929EB361}"/>
          </ac:spMkLst>
        </pc:spChg>
        <pc:spChg chg="mod">
          <ac:chgData name="Tong Liu" userId="5083135e9e94dac5" providerId="LiveId" clId="{8691FECC-A1B2-5B80-8A54-2FE7DE98EF2B}" dt="2026-07-29T01:36:11.590" v="1938" actId="207"/>
          <ac:spMkLst>
            <pc:docMk/>
            <pc:sldMk cId="917485351" sldId="257"/>
            <ac:spMk id="228" creationId="{423A1D32-9BD6-9365-EDF2-C48638408E87}"/>
          </ac:spMkLst>
        </pc:spChg>
        <pc:spChg chg="mod">
          <ac:chgData name="Tong Liu" userId="5083135e9e94dac5" providerId="LiveId" clId="{8691FECC-A1B2-5B80-8A54-2FE7DE98EF2B}" dt="2026-07-29T01:36:11.590" v="1938" actId="207"/>
          <ac:spMkLst>
            <pc:docMk/>
            <pc:sldMk cId="917485351" sldId="257"/>
            <ac:spMk id="229" creationId="{79988BB9-C488-47CF-21B4-2226BCAD618D}"/>
          </ac:spMkLst>
        </pc:spChg>
        <pc:spChg chg="mod">
          <ac:chgData name="Tong Liu" userId="5083135e9e94dac5" providerId="LiveId" clId="{8691FECC-A1B2-5B80-8A54-2FE7DE98EF2B}" dt="2026-07-29T01:36:11.590" v="1938" actId="207"/>
          <ac:spMkLst>
            <pc:docMk/>
            <pc:sldMk cId="917485351" sldId="257"/>
            <ac:spMk id="230" creationId="{202B7E4F-AFDE-16FB-361D-09FDFFF365A8}"/>
          </ac:spMkLst>
        </pc:spChg>
        <pc:spChg chg="mod">
          <ac:chgData name="Tong Liu" userId="5083135e9e94dac5" providerId="LiveId" clId="{8691FECC-A1B2-5B80-8A54-2FE7DE98EF2B}" dt="2026-07-29T01:36:11.590" v="1938" actId="207"/>
          <ac:spMkLst>
            <pc:docMk/>
            <pc:sldMk cId="917485351" sldId="257"/>
            <ac:spMk id="231" creationId="{2E50F403-6A97-11B2-99E2-82DDAFF2F25A}"/>
          </ac:spMkLst>
        </pc:spChg>
        <pc:spChg chg="mod">
          <ac:chgData name="Tong Liu" userId="5083135e9e94dac5" providerId="LiveId" clId="{8691FECC-A1B2-5B80-8A54-2FE7DE98EF2B}" dt="2026-07-29T01:36:11.590" v="1938" actId="207"/>
          <ac:spMkLst>
            <pc:docMk/>
            <pc:sldMk cId="917485351" sldId="257"/>
            <ac:spMk id="232" creationId="{8F61A8F9-FDC0-3340-D29F-C00B4E185880}"/>
          </ac:spMkLst>
        </pc:spChg>
        <pc:spChg chg="add mod">
          <ac:chgData name="Tong Liu" userId="5083135e9e94dac5" providerId="LiveId" clId="{8691FECC-A1B2-5B80-8A54-2FE7DE98EF2B}" dt="2026-07-29T01:35:01.374" v="1910" actId="1038"/>
          <ac:spMkLst>
            <pc:docMk/>
            <pc:sldMk cId="917485351" sldId="257"/>
            <ac:spMk id="233" creationId="{01F8BB33-3EAC-C784-843A-545D55607111}"/>
          </ac:spMkLst>
        </pc:spChg>
        <pc:spChg chg="add del mod">
          <ac:chgData name="Tong Liu" userId="5083135e9e94dac5" providerId="LiveId" clId="{8691FECC-A1B2-5B80-8A54-2FE7DE98EF2B}" dt="2026-07-29T03:26:30.730" v="4055" actId="14100"/>
          <ac:spMkLst>
            <pc:docMk/>
            <pc:sldMk cId="917485351" sldId="257"/>
            <ac:spMk id="234" creationId="{E2401913-9D3F-C290-2D0C-EA49627D0E01}"/>
          </ac:spMkLst>
        </pc:spChg>
        <pc:spChg chg="add mod">
          <ac:chgData name="Tong Liu" userId="5083135e9e94dac5" providerId="LiveId" clId="{8691FECC-A1B2-5B80-8A54-2FE7DE98EF2B}" dt="2026-07-29T03:29:10.923" v="4099" actId="1037"/>
          <ac:spMkLst>
            <pc:docMk/>
            <pc:sldMk cId="917485351" sldId="257"/>
            <ac:spMk id="235" creationId="{9A6CE979-51D1-EB40-992F-5C21CA489376}"/>
          </ac:spMkLst>
        </pc:spChg>
        <pc:spChg chg="add del mod">
          <ac:chgData name="Tong Liu" userId="5083135e9e94dac5" providerId="LiveId" clId="{8691FECC-A1B2-5B80-8A54-2FE7DE98EF2B}" dt="2026-07-29T01:52:18.318" v="2558" actId="478"/>
          <ac:spMkLst>
            <pc:docMk/>
            <pc:sldMk cId="917485351" sldId="257"/>
            <ac:spMk id="236" creationId="{8F2D7BA6-4F51-DE93-A5C7-5DA8CBE5CF1D}"/>
          </ac:spMkLst>
        </pc:spChg>
        <pc:spChg chg="add mod">
          <ac:chgData name="Tong Liu" userId="5083135e9e94dac5" providerId="LiveId" clId="{8691FECC-A1B2-5B80-8A54-2FE7DE98EF2B}" dt="2026-07-29T02:51:06.331" v="3840" actId="1035"/>
          <ac:spMkLst>
            <pc:docMk/>
            <pc:sldMk cId="917485351" sldId="257"/>
            <ac:spMk id="239" creationId="{989E1EAA-6051-48D1-9779-82F4AD764BCB}"/>
          </ac:spMkLst>
        </pc:spChg>
        <pc:spChg chg="mod">
          <ac:chgData name="Tong Liu" userId="5083135e9e94dac5" providerId="LiveId" clId="{8691FECC-A1B2-5B80-8A54-2FE7DE98EF2B}" dt="2026-07-29T01:46:14.110" v="1984"/>
          <ac:spMkLst>
            <pc:docMk/>
            <pc:sldMk cId="917485351" sldId="257"/>
            <ac:spMk id="241" creationId="{A60A4B68-4583-7B8B-F7FE-82FD11CB1C17}"/>
          </ac:spMkLst>
        </pc:spChg>
        <pc:spChg chg="mod">
          <ac:chgData name="Tong Liu" userId="5083135e9e94dac5" providerId="LiveId" clId="{8691FECC-A1B2-5B80-8A54-2FE7DE98EF2B}" dt="2026-07-29T01:46:14.110" v="1984"/>
          <ac:spMkLst>
            <pc:docMk/>
            <pc:sldMk cId="917485351" sldId="257"/>
            <ac:spMk id="242" creationId="{02E41B27-9C40-E962-4737-9BB973B97EBF}"/>
          </ac:spMkLst>
        </pc:spChg>
        <pc:spChg chg="mod">
          <ac:chgData name="Tong Liu" userId="5083135e9e94dac5" providerId="LiveId" clId="{8691FECC-A1B2-5B80-8A54-2FE7DE98EF2B}" dt="2026-07-29T01:46:14.110" v="1984"/>
          <ac:spMkLst>
            <pc:docMk/>
            <pc:sldMk cId="917485351" sldId="257"/>
            <ac:spMk id="243" creationId="{5859A910-6E34-247C-C505-183D5DB64325}"/>
          </ac:spMkLst>
        </pc:spChg>
        <pc:spChg chg="mod">
          <ac:chgData name="Tong Liu" userId="5083135e9e94dac5" providerId="LiveId" clId="{8691FECC-A1B2-5B80-8A54-2FE7DE98EF2B}" dt="2026-07-29T01:46:14.110" v="1984"/>
          <ac:spMkLst>
            <pc:docMk/>
            <pc:sldMk cId="917485351" sldId="257"/>
            <ac:spMk id="244" creationId="{0BC78F4D-515D-1DDB-8BBB-3D5CB81BC38C}"/>
          </ac:spMkLst>
        </pc:spChg>
        <pc:spChg chg="mod">
          <ac:chgData name="Tong Liu" userId="5083135e9e94dac5" providerId="LiveId" clId="{8691FECC-A1B2-5B80-8A54-2FE7DE98EF2B}" dt="2026-07-29T01:46:14.110" v="1984"/>
          <ac:spMkLst>
            <pc:docMk/>
            <pc:sldMk cId="917485351" sldId="257"/>
            <ac:spMk id="245" creationId="{EBD96D45-0155-9C4B-D735-06958C8461A9}"/>
          </ac:spMkLst>
        </pc:spChg>
        <pc:spChg chg="add mod">
          <ac:chgData name="Tong Liu" userId="5083135e9e94dac5" providerId="LiveId" clId="{8691FECC-A1B2-5B80-8A54-2FE7DE98EF2B}" dt="2026-07-29T02:51:06.331" v="3840" actId="1035"/>
          <ac:spMkLst>
            <pc:docMk/>
            <pc:sldMk cId="917485351" sldId="257"/>
            <ac:spMk id="246" creationId="{33A69B76-71EB-F6E0-5AD5-B08DA795CD1E}"/>
          </ac:spMkLst>
        </pc:spChg>
        <pc:spChg chg="add mod">
          <ac:chgData name="Tong Liu" userId="5083135e9e94dac5" providerId="LiveId" clId="{8691FECC-A1B2-5B80-8A54-2FE7DE98EF2B}" dt="2026-07-29T02:51:06.331" v="3840" actId="1035"/>
          <ac:spMkLst>
            <pc:docMk/>
            <pc:sldMk cId="917485351" sldId="257"/>
            <ac:spMk id="247" creationId="{9B94B59E-D231-5490-9C0E-ABDEF5E0BB1A}"/>
          </ac:spMkLst>
        </pc:spChg>
        <pc:spChg chg="add mod">
          <ac:chgData name="Tong Liu" userId="5083135e9e94dac5" providerId="LiveId" clId="{8691FECC-A1B2-5B80-8A54-2FE7DE98EF2B}" dt="2026-07-29T02:51:13.427" v="3843" actId="1035"/>
          <ac:spMkLst>
            <pc:docMk/>
            <pc:sldMk cId="917485351" sldId="257"/>
            <ac:spMk id="248" creationId="{BE951CF1-70CA-CDC4-4E1E-B621818793FB}"/>
          </ac:spMkLst>
        </pc:spChg>
        <pc:spChg chg="add mod topLvl">
          <ac:chgData name="Tong Liu" userId="5083135e9e94dac5" providerId="LiveId" clId="{8691FECC-A1B2-5B80-8A54-2FE7DE98EF2B}" dt="2026-07-29T02:06:33.687" v="2731" actId="1076"/>
          <ac:spMkLst>
            <pc:docMk/>
            <pc:sldMk cId="917485351" sldId="257"/>
            <ac:spMk id="257" creationId="{67910A6C-E91E-4EE4-E040-9EBC01148D33}"/>
          </ac:spMkLst>
        </pc:spChg>
        <pc:spChg chg="add mod topLvl">
          <ac:chgData name="Tong Liu" userId="5083135e9e94dac5" providerId="LiveId" clId="{8691FECC-A1B2-5B80-8A54-2FE7DE98EF2B}" dt="2026-07-29T02:06:49.825" v="2734" actId="1076"/>
          <ac:spMkLst>
            <pc:docMk/>
            <pc:sldMk cId="917485351" sldId="257"/>
            <ac:spMk id="258" creationId="{6FC551D2-DF5C-FB8E-C46A-2242A3F0DEBC}"/>
          </ac:spMkLst>
        </pc:spChg>
        <pc:spChg chg="add mod topLvl">
          <ac:chgData name="Tong Liu" userId="5083135e9e94dac5" providerId="LiveId" clId="{8691FECC-A1B2-5B80-8A54-2FE7DE98EF2B}" dt="2026-07-29T02:07:01.960" v="2749" actId="1036"/>
          <ac:spMkLst>
            <pc:docMk/>
            <pc:sldMk cId="917485351" sldId="257"/>
            <ac:spMk id="259" creationId="{DBACDC15-33B4-2D9E-2540-3F69E0D57A80}"/>
          </ac:spMkLst>
        </pc:spChg>
        <pc:spChg chg="add mod topLvl">
          <ac:chgData name="Tong Liu" userId="5083135e9e94dac5" providerId="LiveId" clId="{8691FECC-A1B2-5B80-8A54-2FE7DE98EF2B}" dt="2026-07-29T02:07:07.314" v="2750" actId="1076"/>
          <ac:spMkLst>
            <pc:docMk/>
            <pc:sldMk cId="917485351" sldId="257"/>
            <ac:spMk id="260" creationId="{A14EB592-4CB5-BA0D-E1F5-ADCDFC6D126A}"/>
          </ac:spMkLst>
        </pc:spChg>
        <pc:spChg chg="add mod topLvl">
          <ac:chgData name="Tong Liu" userId="5083135e9e94dac5" providerId="LiveId" clId="{8691FECC-A1B2-5B80-8A54-2FE7DE98EF2B}" dt="2026-07-29T02:07:13.871" v="2752" actId="1035"/>
          <ac:spMkLst>
            <pc:docMk/>
            <pc:sldMk cId="917485351" sldId="257"/>
            <ac:spMk id="261" creationId="{D38C5040-C88C-1BF4-BD5B-E9C8D34322B1}"/>
          </ac:spMkLst>
        </pc:spChg>
        <pc:spChg chg="mod">
          <ac:chgData name="Tong Liu" userId="5083135e9e94dac5" providerId="LiveId" clId="{8691FECC-A1B2-5B80-8A54-2FE7DE98EF2B}" dt="2026-07-29T02:06:15.044" v="2727"/>
          <ac:spMkLst>
            <pc:docMk/>
            <pc:sldMk cId="917485351" sldId="257"/>
            <ac:spMk id="264" creationId="{BD6B7E0E-814A-FE0D-7616-42F3359A6AED}"/>
          </ac:spMkLst>
        </pc:spChg>
        <pc:spChg chg="mod">
          <ac:chgData name="Tong Liu" userId="5083135e9e94dac5" providerId="LiveId" clId="{8691FECC-A1B2-5B80-8A54-2FE7DE98EF2B}" dt="2026-07-29T02:06:15.044" v="2727"/>
          <ac:spMkLst>
            <pc:docMk/>
            <pc:sldMk cId="917485351" sldId="257"/>
            <ac:spMk id="265" creationId="{AE2C162B-FB61-5FA3-1350-6B65168759CA}"/>
          </ac:spMkLst>
        </pc:spChg>
        <pc:spChg chg="mod">
          <ac:chgData name="Tong Liu" userId="5083135e9e94dac5" providerId="LiveId" clId="{8691FECC-A1B2-5B80-8A54-2FE7DE98EF2B}" dt="2026-07-29T02:06:15.044" v="2727"/>
          <ac:spMkLst>
            <pc:docMk/>
            <pc:sldMk cId="917485351" sldId="257"/>
            <ac:spMk id="266" creationId="{A36E3387-18E5-3A58-4695-701C144E111F}"/>
          </ac:spMkLst>
        </pc:spChg>
        <pc:spChg chg="mod">
          <ac:chgData name="Tong Liu" userId="5083135e9e94dac5" providerId="LiveId" clId="{8691FECC-A1B2-5B80-8A54-2FE7DE98EF2B}" dt="2026-07-29T02:06:15.044" v="2727"/>
          <ac:spMkLst>
            <pc:docMk/>
            <pc:sldMk cId="917485351" sldId="257"/>
            <ac:spMk id="267" creationId="{AC93B3CF-48F2-D4B0-CE05-D0AA5B0DC7EC}"/>
          </ac:spMkLst>
        </pc:spChg>
        <pc:spChg chg="mod">
          <ac:chgData name="Tong Liu" userId="5083135e9e94dac5" providerId="LiveId" clId="{8691FECC-A1B2-5B80-8A54-2FE7DE98EF2B}" dt="2026-07-29T02:06:15.044" v="2727"/>
          <ac:spMkLst>
            <pc:docMk/>
            <pc:sldMk cId="917485351" sldId="257"/>
            <ac:spMk id="268" creationId="{2F150CBE-4EC0-FC1F-81CC-9EF1C52230A2}"/>
          </ac:spMkLst>
        </pc:spChg>
        <pc:spChg chg="add mod">
          <ac:chgData name="Tong Liu" userId="5083135e9e94dac5" providerId="LiveId" clId="{8691FECC-A1B2-5B80-8A54-2FE7DE98EF2B}" dt="2026-07-29T02:51:06.331" v="3840" actId="1035"/>
          <ac:spMkLst>
            <pc:docMk/>
            <pc:sldMk cId="917485351" sldId="257"/>
            <ac:spMk id="271" creationId="{3B123CF9-F38B-AE8A-510F-0CAEB391EF1A}"/>
          </ac:spMkLst>
        </pc:spChg>
        <pc:spChg chg="add mod">
          <ac:chgData name="Tong Liu" userId="5083135e9e94dac5" providerId="LiveId" clId="{8691FECC-A1B2-5B80-8A54-2FE7DE98EF2B}" dt="2026-07-29T02:51:06.331" v="3840" actId="1035"/>
          <ac:spMkLst>
            <pc:docMk/>
            <pc:sldMk cId="917485351" sldId="257"/>
            <ac:spMk id="272" creationId="{DE967578-97BB-E19C-6F2B-10CF47045857}"/>
          </ac:spMkLst>
        </pc:spChg>
        <pc:spChg chg="add mod">
          <ac:chgData name="Tong Liu" userId="5083135e9e94dac5" providerId="LiveId" clId="{8691FECC-A1B2-5B80-8A54-2FE7DE98EF2B}" dt="2026-07-29T02:51:06.331" v="3840" actId="1035"/>
          <ac:spMkLst>
            <pc:docMk/>
            <pc:sldMk cId="917485351" sldId="257"/>
            <ac:spMk id="273" creationId="{6D20F1A1-E7B7-AEF2-3673-3A2924F70914}"/>
          </ac:spMkLst>
        </pc:spChg>
        <pc:spChg chg="add mod">
          <ac:chgData name="Tong Liu" userId="5083135e9e94dac5" providerId="LiveId" clId="{8691FECC-A1B2-5B80-8A54-2FE7DE98EF2B}" dt="2026-07-29T02:51:06.331" v="3840" actId="1035"/>
          <ac:spMkLst>
            <pc:docMk/>
            <pc:sldMk cId="917485351" sldId="257"/>
            <ac:spMk id="274" creationId="{EFFB3682-3C91-AD7C-46C9-1CBCC4C355CA}"/>
          </ac:spMkLst>
        </pc:spChg>
        <pc:spChg chg="add del">
          <ac:chgData name="Tong Liu" userId="5083135e9e94dac5" providerId="LiveId" clId="{8691FECC-A1B2-5B80-8A54-2FE7DE98EF2B}" dt="2026-07-29T02:21:35.619" v="3333" actId="11529"/>
          <ac:spMkLst>
            <pc:docMk/>
            <pc:sldMk cId="917485351" sldId="257"/>
            <ac:spMk id="287" creationId="{F2E9805A-A476-0D5C-AB88-4E4759E179C4}"/>
          </ac:spMkLst>
        </pc:spChg>
        <pc:spChg chg="add mod">
          <ac:chgData name="Tong Liu" userId="5083135e9e94dac5" providerId="LiveId" clId="{8691FECC-A1B2-5B80-8A54-2FE7DE98EF2B}" dt="2026-07-29T02:51:06.331" v="3840" actId="1035"/>
          <ac:spMkLst>
            <pc:docMk/>
            <pc:sldMk cId="917485351" sldId="257"/>
            <ac:spMk id="309" creationId="{98575786-8BD4-FD6A-116A-2D1552F25564}"/>
          </ac:spMkLst>
        </pc:spChg>
        <pc:spChg chg="add mod">
          <ac:chgData name="Tong Liu" userId="5083135e9e94dac5" providerId="LiveId" clId="{8691FECC-A1B2-5B80-8A54-2FE7DE98EF2B}" dt="2026-07-29T02:43:59.601" v="3776" actId="1037"/>
          <ac:spMkLst>
            <pc:docMk/>
            <pc:sldMk cId="917485351" sldId="257"/>
            <ac:spMk id="310" creationId="{8370DB3E-73C3-C868-3D7D-FDF291532271}"/>
          </ac:spMkLst>
        </pc:spChg>
        <pc:spChg chg="add mod">
          <ac:chgData name="Tong Liu" userId="5083135e9e94dac5" providerId="LiveId" clId="{8691FECC-A1B2-5B80-8A54-2FE7DE98EF2B}" dt="2026-07-29T02:36:14.927" v="3642" actId="207"/>
          <ac:spMkLst>
            <pc:docMk/>
            <pc:sldMk cId="917485351" sldId="257"/>
            <ac:spMk id="311" creationId="{34BB6690-1919-F93A-FFE1-B84539C054F5}"/>
          </ac:spMkLst>
        </pc:spChg>
        <pc:spChg chg="add mod">
          <ac:chgData name="Tong Liu" userId="5083135e9e94dac5" providerId="LiveId" clId="{8691FECC-A1B2-5B80-8A54-2FE7DE98EF2B}" dt="2026-07-29T02:33:12.711" v="3594" actId="1038"/>
          <ac:spMkLst>
            <pc:docMk/>
            <pc:sldMk cId="917485351" sldId="257"/>
            <ac:spMk id="312" creationId="{87626675-7C37-27A9-299B-28A97AEE2780}"/>
          </ac:spMkLst>
        </pc:spChg>
        <pc:spChg chg="add mod">
          <ac:chgData name="Tong Liu" userId="5083135e9e94dac5" providerId="LiveId" clId="{8691FECC-A1B2-5B80-8A54-2FE7DE98EF2B}" dt="2026-07-29T02:33:56.118" v="3607" actId="14100"/>
          <ac:spMkLst>
            <pc:docMk/>
            <pc:sldMk cId="917485351" sldId="257"/>
            <ac:spMk id="319" creationId="{041527BD-5D9F-7AE3-95EB-AFBE41466A94}"/>
          </ac:spMkLst>
        </pc:spChg>
        <pc:spChg chg="add mod">
          <ac:chgData name="Tong Liu" userId="5083135e9e94dac5" providerId="LiveId" clId="{8691FECC-A1B2-5B80-8A54-2FE7DE98EF2B}" dt="2026-07-29T02:51:06.331" v="3840" actId="1035"/>
          <ac:spMkLst>
            <pc:docMk/>
            <pc:sldMk cId="917485351" sldId="257"/>
            <ac:spMk id="322" creationId="{5AFB89C1-7243-1979-9BB7-EE3064F1450D}"/>
          </ac:spMkLst>
        </pc:spChg>
        <pc:spChg chg="add del mod">
          <ac:chgData name="Tong Liu" userId="5083135e9e94dac5" providerId="LiveId" clId="{8691FECC-A1B2-5B80-8A54-2FE7DE98EF2B}" dt="2026-07-29T02:37:28.452" v="3650" actId="478"/>
          <ac:spMkLst>
            <pc:docMk/>
            <pc:sldMk cId="917485351" sldId="257"/>
            <ac:spMk id="323" creationId="{234724E7-21D4-7CC3-5449-92781E01B41B}"/>
          </ac:spMkLst>
        </pc:spChg>
        <pc:spChg chg="mod">
          <ac:chgData name="Tong Liu" userId="5083135e9e94dac5" providerId="LiveId" clId="{8691FECC-A1B2-5B80-8A54-2FE7DE98EF2B}" dt="2026-07-29T02:41:20.938" v="3689" actId="207"/>
          <ac:spMkLst>
            <pc:docMk/>
            <pc:sldMk cId="917485351" sldId="257"/>
            <ac:spMk id="325" creationId="{3A6AEAF5-AAFD-4F84-D6D1-327DECB847D1}"/>
          </ac:spMkLst>
        </pc:spChg>
        <pc:spChg chg="mod">
          <ac:chgData name="Tong Liu" userId="5083135e9e94dac5" providerId="LiveId" clId="{8691FECC-A1B2-5B80-8A54-2FE7DE98EF2B}" dt="2026-07-29T02:41:20.938" v="3689" actId="207"/>
          <ac:spMkLst>
            <pc:docMk/>
            <pc:sldMk cId="917485351" sldId="257"/>
            <ac:spMk id="326" creationId="{0D6B2F21-2FD3-D12A-2593-2C38A23DA52C}"/>
          </ac:spMkLst>
        </pc:spChg>
        <pc:spChg chg="mod">
          <ac:chgData name="Tong Liu" userId="5083135e9e94dac5" providerId="LiveId" clId="{8691FECC-A1B2-5B80-8A54-2FE7DE98EF2B}" dt="2026-07-29T02:41:20.938" v="3689" actId="207"/>
          <ac:spMkLst>
            <pc:docMk/>
            <pc:sldMk cId="917485351" sldId="257"/>
            <ac:spMk id="327" creationId="{F6889914-6A71-DE71-B617-1A3F841D671C}"/>
          </ac:spMkLst>
        </pc:spChg>
        <pc:spChg chg="mod">
          <ac:chgData name="Tong Liu" userId="5083135e9e94dac5" providerId="LiveId" clId="{8691FECC-A1B2-5B80-8A54-2FE7DE98EF2B}" dt="2026-07-29T02:41:20.938" v="3689" actId="207"/>
          <ac:spMkLst>
            <pc:docMk/>
            <pc:sldMk cId="917485351" sldId="257"/>
            <ac:spMk id="328" creationId="{3758524B-3104-74CD-8F83-94F3AACDD087}"/>
          </ac:spMkLst>
        </pc:spChg>
        <pc:spChg chg="mod">
          <ac:chgData name="Tong Liu" userId="5083135e9e94dac5" providerId="LiveId" clId="{8691FECC-A1B2-5B80-8A54-2FE7DE98EF2B}" dt="2026-07-29T02:41:20.938" v="3689" actId="207"/>
          <ac:spMkLst>
            <pc:docMk/>
            <pc:sldMk cId="917485351" sldId="257"/>
            <ac:spMk id="329" creationId="{75909C8F-3644-5F03-5D3F-7ABF635132FA}"/>
          </ac:spMkLst>
        </pc:spChg>
        <pc:spChg chg="del mod">
          <ac:chgData name="Tong Liu" userId="5083135e9e94dac5" providerId="LiveId" clId="{8691FECC-A1B2-5B80-8A54-2FE7DE98EF2B}" dt="2026-07-29T02:37:39.182" v="3653" actId="478"/>
          <ac:spMkLst>
            <pc:docMk/>
            <pc:sldMk cId="917485351" sldId="257"/>
            <ac:spMk id="330" creationId="{D29A56C0-FADC-384E-4E85-4898BAECE62B}"/>
          </ac:spMkLst>
        </pc:spChg>
        <pc:spChg chg="add mod">
          <ac:chgData name="Tong Liu" userId="5083135e9e94dac5" providerId="LiveId" clId="{8691FECC-A1B2-5B80-8A54-2FE7DE98EF2B}" dt="2026-07-29T02:44:26.809" v="3782" actId="1076"/>
          <ac:spMkLst>
            <pc:docMk/>
            <pc:sldMk cId="917485351" sldId="257"/>
            <ac:spMk id="332" creationId="{61D1923C-8AB2-999E-36FA-25C835F7EDFE}"/>
          </ac:spMkLst>
        </pc:spChg>
        <pc:spChg chg="add mod">
          <ac:chgData name="Tong Liu" userId="5083135e9e94dac5" providerId="LiveId" clId="{8691FECC-A1B2-5B80-8A54-2FE7DE98EF2B}" dt="2026-07-29T02:50:50.838" v="3836" actId="1035"/>
          <ac:spMkLst>
            <pc:docMk/>
            <pc:sldMk cId="917485351" sldId="257"/>
            <ac:spMk id="341" creationId="{D9CEB111-898C-4456-1D6A-62195F709058}"/>
          </ac:spMkLst>
        </pc:spChg>
        <pc:spChg chg="mod">
          <ac:chgData name="Tong Liu" userId="5083135e9e94dac5" providerId="LiveId" clId="{8691FECC-A1B2-5B80-8A54-2FE7DE98EF2B}" dt="2026-07-29T02:44:21.494" v="3780"/>
          <ac:spMkLst>
            <pc:docMk/>
            <pc:sldMk cId="917485351" sldId="257"/>
            <ac:spMk id="347" creationId="{8A8701C5-9B68-5C94-4B3D-3F32A7C17E48}"/>
          </ac:spMkLst>
        </pc:spChg>
        <pc:spChg chg="mod">
          <ac:chgData name="Tong Liu" userId="5083135e9e94dac5" providerId="LiveId" clId="{8691FECC-A1B2-5B80-8A54-2FE7DE98EF2B}" dt="2026-07-29T02:44:21.494" v="3780"/>
          <ac:spMkLst>
            <pc:docMk/>
            <pc:sldMk cId="917485351" sldId="257"/>
            <ac:spMk id="348" creationId="{7F0E02CA-7857-7678-CAFC-0BFB3C03E80E}"/>
          </ac:spMkLst>
        </pc:spChg>
        <pc:spChg chg="mod">
          <ac:chgData name="Tong Liu" userId="5083135e9e94dac5" providerId="LiveId" clId="{8691FECC-A1B2-5B80-8A54-2FE7DE98EF2B}" dt="2026-07-29T02:44:21.494" v="3780"/>
          <ac:spMkLst>
            <pc:docMk/>
            <pc:sldMk cId="917485351" sldId="257"/>
            <ac:spMk id="349" creationId="{7BD5110F-C1E8-7F72-A793-B77BA3F2FC84}"/>
          </ac:spMkLst>
        </pc:spChg>
        <pc:spChg chg="add del mod">
          <ac:chgData name="Tong Liu" userId="5083135e9e94dac5" providerId="LiveId" clId="{8691FECC-A1B2-5B80-8A54-2FE7DE98EF2B}" dt="2026-07-29T02:44:56.663" v="3786" actId="478"/>
          <ac:spMkLst>
            <pc:docMk/>
            <pc:sldMk cId="917485351" sldId="257"/>
            <ac:spMk id="350" creationId="{CF17F868-B865-A152-86D7-CF2168318ABF}"/>
          </ac:spMkLst>
        </pc:spChg>
        <pc:spChg chg="del mod">
          <ac:chgData name="Tong Liu" userId="5083135e9e94dac5" providerId="LiveId" clId="{8691FECC-A1B2-5B80-8A54-2FE7DE98EF2B}" dt="2026-07-29T02:44:57.757" v="3787" actId="478"/>
          <ac:spMkLst>
            <pc:docMk/>
            <pc:sldMk cId="917485351" sldId="257"/>
            <ac:spMk id="351" creationId="{792DAE49-C312-BD90-1BD5-A65A99EC7240}"/>
          </ac:spMkLst>
        </pc:spChg>
        <pc:spChg chg="add mod">
          <ac:chgData name="Tong Liu" userId="5083135e9e94dac5" providerId="LiveId" clId="{8691FECC-A1B2-5B80-8A54-2FE7DE98EF2B}" dt="2026-07-29T03:29:07.788" v="4098" actId="1076"/>
          <ac:spMkLst>
            <pc:docMk/>
            <pc:sldMk cId="917485351" sldId="257"/>
            <ac:spMk id="355" creationId="{5B13AF52-1DA2-B95A-5BE5-DCB1FF2E0495}"/>
          </ac:spMkLst>
        </pc:spChg>
        <pc:spChg chg="add mod">
          <ac:chgData name="Tong Liu" userId="5083135e9e94dac5" providerId="LiveId" clId="{8691FECC-A1B2-5B80-8A54-2FE7DE98EF2B}" dt="2026-07-29T03:12:41.199" v="3996" actId="20577"/>
          <ac:spMkLst>
            <pc:docMk/>
            <pc:sldMk cId="917485351" sldId="257"/>
            <ac:spMk id="362" creationId="{A159C175-BEA2-06D7-C3C2-1C8A326BCA32}"/>
          </ac:spMkLst>
        </pc:spChg>
        <pc:spChg chg="add del mod">
          <ac:chgData name="Tong Liu" userId="5083135e9e94dac5" providerId="LiveId" clId="{8691FECC-A1B2-5B80-8A54-2FE7DE98EF2B}" dt="2026-07-29T03:23:19.972" v="4028" actId="478"/>
          <ac:spMkLst>
            <pc:docMk/>
            <pc:sldMk cId="917485351" sldId="257"/>
            <ac:spMk id="363" creationId="{D298E0E6-EDE6-B306-B38D-6D1489F578A0}"/>
          </ac:spMkLst>
        </pc:spChg>
        <pc:spChg chg="add del mod">
          <ac:chgData name="Tong Liu" userId="5083135e9e94dac5" providerId="LiveId" clId="{8691FECC-A1B2-5B80-8A54-2FE7DE98EF2B}" dt="2026-07-29T03:23:19.972" v="4028" actId="478"/>
          <ac:spMkLst>
            <pc:docMk/>
            <pc:sldMk cId="917485351" sldId="257"/>
            <ac:spMk id="364" creationId="{EF9D2AB7-553E-9F30-F521-E58595854633}"/>
          </ac:spMkLst>
        </pc:spChg>
        <pc:spChg chg="add mod">
          <ac:chgData name="Tong Liu" userId="5083135e9e94dac5" providerId="LiveId" clId="{8691FECC-A1B2-5B80-8A54-2FE7DE98EF2B}" dt="2026-07-29T03:25:56.196" v="4049"/>
          <ac:spMkLst>
            <pc:docMk/>
            <pc:sldMk cId="917485351" sldId="257"/>
            <ac:spMk id="365" creationId="{C797D0A8-2646-381C-20A2-F78F5BA91406}"/>
          </ac:spMkLst>
        </pc:spChg>
        <pc:spChg chg="add mod">
          <ac:chgData name="Tong Liu" userId="5083135e9e94dac5" providerId="LiveId" clId="{8691FECC-A1B2-5B80-8A54-2FE7DE98EF2B}" dt="2026-07-29T03:33:31.171" v="4109" actId="1076"/>
          <ac:spMkLst>
            <pc:docMk/>
            <pc:sldMk cId="917485351" sldId="257"/>
            <ac:spMk id="375" creationId="{D640525A-57B2-F51B-16B3-77FB85817409}"/>
          </ac:spMkLst>
        </pc:spChg>
        <pc:spChg chg="add del">
          <ac:chgData name="Tong Liu" userId="5083135e9e94dac5" providerId="LiveId" clId="{8691FECC-A1B2-5B80-8A54-2FE7DE98EF2B}" dt="2026-07-29T03:33:52.726" v="4111" actId="11529"/>
          <ac:spMkLst>
            <pc:docMk/>
            <pc:sldMk cId="917485351" sldId="257"/>
            <ac:spMk id="376" creationId="{6858E332-09B2-F297-B7DB-5A8384CA9BC2}"/>
          </ac:spMkLst>
        </pc:spChg>
        <pc:spChg chg="add mod">
          <ac:chgData name="Tong Liu" userId="5083135e9e94dac5" providerId="LiveId" clId="{8691FECC-A1B2-5B80-8A54-2FE7DE98EF2B}" dt="2026-07-29T03:34:22.872" v="4114" actId="1582"/>
          <ac:spMkLst>
            <pc:docMk/>
            <pc:sldMk cId="917485351" sldId="257"/>
            <ac:spMk id="377" creationId="{8CA99FFE-78FF-6108-DC2D-67DF76895F6E}"/>
          </ac:spMkLst>
        </pc:spChg>
        <pc:grpChg chg="add mod">
          <ac:chgData name="Tong Liu" userId="5083135e9e94dac5" providerId="LiveId" clId="{8691FECC-A1B2-5B80-8A54-2FE7DE98EF2B}" dt="2026-07-29T00:45:44.250" v="1028" actId="1035"/>
          <ac:grpSpMkLst>
            <pc:docMk/>
            <pc:sldMk cId="917485351" sldId="257"/>
            <ac:grpSpMk id="58" creationId="{318DE460-857B-CFC3-A457-8B1ACEE89DB6}"/>
          </ac:grpSpMkLst>
        </pc:grpChg>
        <pc:grpChg chg="add mod">
          <ac:chgData name="Tong Liu" userId="5083135e9e94dac5" providerId="LiveId" clId="{8691FECC-A1B2-5B80-8A54-2FE7DE98EF2B}" dt="2026-07-29T00:49:59.163" v="1255" actId="1036"/>
          <ac:grpSpMkLst>
            <pc:docMk/>
            <pc:sldMk cId="917485351" sldId="257"/>
            <ac:grpSpMk id="59" creationId="{ECCFC416-4FBF-A073-CACE-232CF922E766}"/>
          </ac:grpSpMkLst>
        </pc:grpChg>
        <pc:grpChg chg="add mod">
          <ac:chgData name="Tong Liu" userId="5083135e9e94dac5" providerId="LiveId" clId="{8691FECC-A1B2-5B80-8A54-2FE7DE98EF2B}" dt="2026-07-29T00:49:37.590" v="1235" actId="1037"/>
          <ac:grpSpMkLst>
            <pc:docMk/>
            <pc:sldMk cId="917485351" sldId="257"/>
            <ac:grpSpMk id="62" creationId="{3469910A-413B-0922-E571-DA9424108806}"/>
          </ac:grpSpMkLst>
        </pc:grpChg>
        <pc:grpChg chg="add del mod">
          <ac:chgData name="Tong Liu" userId="5083135e9e94dac5" providerId="LiveId" clId="{8691FECC-A1B2-5B80-8A54-2FE7DE98EF2B}" dt="2026-07-29T01:26:34.229" v="1806" actId="165"/>
          <ac:grpSpMkLst>
            <pc:docMk/>
            <pc:sldMk cId="917485351" sldId="257"/>
            <ac:grpSpMk id="125" creationId="{75CBEDA6-40FF-0628-FD9D-317CC8EF5A43}"/>
          </ac:grpSpMkLst>
        </pc:grpChg>
        <pc:grpChg chg="add mod">
          <ac:chgData name="Tong Liu" userId="5083135e9e94dac5" providerId="LiveId" clId="{8691FECC-A1B2-5B80-8A54-2FE7DE98EF2B}" dt="2026-07-29T01:26:24.500" v="1802" actId="1076"/>
          <ac:grpSpMkLst>
            <pc:docMk/>
            <pc:sldMk cId="917485351" sldId="257"/>
            <ac:grpSpMk id="126" creationId="{6553E02A-3548-6638-013E-0B80400AF7F0}"/>
          </ac:grpSpMkLst>
        </pc:grpChg>
        <pc:grpChg chg="add mod">
          <ac:chgData name="Tong Liu" userId="5083135e9e94dac5" providerId="LiveId" clId="{8691FECC-A1B2-5B80-8A54-2FE7DE98EF2B}" dt="2026-07-29T01:26:24.698" v="1803" actId="1076"/>
          <ac:grpSpMkLst>
            <pc:docMk/>
            <pc:sldMk cId="917485351" sldId="257"/>
            <ac:grpSpMk id="133" creationId="{DA460249-0F27-BB27-8698-F240E13B7861}"/>
          </ac:grpSpMkLst>
        </pc:grpChg>
        <pc:grpChg chg="add mod">
          <ac:chgData name="Tong Liu" userId="5083135e9e94dac5" providerId="LiveId" clId="{8691FECC-A1B2-5B80-8A54-2FE7DE98EF2B}" dt="2026-07-29T01:26:24.865" v="1804" actId="1076"/>
          <ac:grpSpMkLst>
            <pc:docMk/>
            <pc:sldMk cId="917485351" sldId="257"/>
            <ac:grpSpMk id="140" creationId="{CE969D94-BDC9-2F1B-BAFD-E397F1F39000}"/>
          </ac:grpSpMkLst>
        </pc:grpChg>
        <pc:grpChg chg="add mod">
          <ac:chgData name="Tong Liu" userId="5083135e9e94dac5" providerId="LiveId" clId="{8691FECC-A1B2-5B80-8A54-2FE7DE98EF2B}" dt="2026-07-29T01:26:25.027" v="1805" actId="1076"/>
          <ac:grpSpMkLst>
            <pc:docMk/>
            <pc:sldMk cId="917485351" sldId="257"/>
            <ac:grpSpMk id="147" creationId="{55BF9ADE-242D-DB23-A1A3-78A45EAEE654}"/>
          </ac:grpSpMkLst>
        </pc:grpChg>
        <pc:grpChg chg="add mod">
          <ac:chgData name="Tong Liu" userId="5083135e9e94dac5" providerId="LiveId" clId="{8691FECC-A1B2-5B80-8A54-2FE7DE98EF2B}" dt="2026-07-29T01:27:30.869" v="1829" actId="1076"/>
          <ac:grpSpMkLst>
            <pc:docMk/>
            <pc:sldMk cId="917485351" sldId="257"/>
            <ac:grpSpMk id="154" creationId="{B3194D90-FB2B-9C66-FFD1-737856EF56D2}"/>
          </ac:grpSpMkLst>
        </pc:grpChg>
        <pc:grpChg chg="add del mod">
          <ac:chgData name="Tong Liu" userId="5083135e9e94dac5" providerId="LiveId" clId="{8691FECC-A1B2-5B80-8A54-2FE7DE98EF2B}" dt="2026-07-29T01:27:47.293" v="1837" actId="478"/>
          <ac:grpSpMkLst>
            <pc:docMk/>
            <pc:sldMk cId="917485351" sldId="257"/>
            <ac:grpSpMk id="155" creationId="{A7661413-BA8D-2CD9-E0C1-1F5A6C820A63}"/>
          </ac:grpSpMkLst>
        </pc:grpChg>
        <pc:grpChg chg="add mod">
          <ac:chgData name="Tong Liu" userId="5083135e9e94dac5" providerId="LiveId" clId="{8691FECC-A1B2-5B80-8A54-2FE7DE98EF2B}" dt="2026-07-29T01:29:30.083" v="1882" actId="207"/>
          <ac:grpSpMkLst>
            <pc:docMk/>
            <pc:sldMk cId="917485351" sldId="257"/>
            <ac:grpSpMk id="161" creationId="{191938E3-CFDB-1D5E-2C38-6A6D2C744CEC}"/>
          </ac:grpSpMkLst>
        </pc:grpChg>
        <pc:grpChg chg="add mod">
          <ac:chgData name="Tong Liu" userId="5083135e9e94dac5" providerId="LiveId" clId="{8691FECC-A1B2-5B80-8A54-2FE7DE98EF2B}" dt="2026-07-29T01:27:41.402" v="1835" actId="1076"/>
          <ac:grpSpMkLst>
            <pc:docMk/>
            <pc:sldMk cId="917485351" sldId="257"/>
            <ac:grpSpMk id="167" creationId="{5221A196-639C-08E5-95BC-937CB6E1BD86}"/>
          </ac:grpSpMkLst>
        </pc:grpChg>
        <pc:grpChg chg="add mod">
          <ac:chgData name="Tong Liu" userId="5083135e9e94dac5" providerId="LiveId" clId="{8691FECC-A1B2-5B80-8A54-2FE7DE98EF2B}" dt="2026-07-29T01:27:38.013" v="1834" actId="1076"/>
          <ac:grpSpMkLst>
            <pc:docMk/>
            <pc:sldMk cId="917485351" sldId="257"/>
            <ac:grpSpMk id="173" creationId="{3129E119-5E91-7032-8C0F-DAD0C9EA2ECF}"/>
          </ac:grpSpMkLst>
        </pc:grpChg>
        <pc:grpChg chg="add">
          <ac:chgData name="Tong Liu" userId="5083135e9e94dac5" providerId="LiveId" clId="{8691FECC-A1B2-5B80-8A54-2FE7DE98EF2B}" dt="2026-07-29T01:30:33.639" v="1887" actId="164"/>
          <ac:grpSpMkLst>
            <pc:docMk/>
            <pc:sldMk cId="917485351" sldId="257"/>
            <ac:grpSpMk id="180" creationId="{CE81D7AB-E813-11C8-7D9C-4BED6A3DB13E}"/>
          </ac:grpSpMkLst>
        </pc:grpChg>
        <pc:grpChg chg="add">
          <ac:chgData name="Tong Liu" userId="5083135e9e94dac5" providerId="LiveId" clId="{8691FECC-A1B2-5B80-8A54-2FE7DE98EF2B}" dt="2026-07-29T01:30:42.701" v="1888" actId="164"/>
          <ac:grpSpMkLst>
            <pc:docMk/>
            <pc:sldMk cId="917485351" sldId="257"/>
            <ac:grpSpMk id="181" creationId="{4F7332B6-0D92-4CF8-A2D6-815FF90DC6B3}"/>
          </ac:grpSpMkLst>
        </pc:grpChg>
        <pc:grpChg chg="mod">
          <ac:chgData name="Tong Liu" userId="5083135e9e94dac5" providerId="LiveId" clId="{8691FECC-A1B2-5B80-8A54-2FE7DE98EF2B}" dt="2026-07-29T01:34:49.695" v="1906" actId="14100"/>
          <ac:grpSpMkLst>
            <pc:docMk/>
            <pc:sldMk cId="917485351" sldId="257"/>
            <ac:grpSpMk id="190" creationId="{04DE7F9D-00B7-C7E0-93BC-7D27FDC72CC6}"/>
          </ac:grpSpMkLst>
        </pc:grpChg>
        <pc:grpChg chg="add mod">
          <ac:chgData name="Tong Liu" userId="5083135e9e94dac5" providerId="LiveId" clId="{8691FECC-A1B2-5B80-8A54-2FE7DE98EF2B}" dt="2026-07-29T02:43:51.114" v="3762" actId="1037"/>
          <ac:grpSpMkLst>
            <pc:docMk/>
            <pc:sldMk cId="917485351" sldId="257"/>
            <ac:grpSpMk id="240" creationId="{6A132A83-29D2-5DA5-6C62-E6F8FD8FC057}"/>
          </ac:grpSpMkLst>
        </pc:grpChg>
        <pc:grpChg chg="add del mod">
          <ac:chgData name="Tong Liu" userId="5083135e9e94dac5" providerId="LiveId" clId="{8691FECC-A1B2-5B80-8A54-2FE7DE98EF2B}" dt="2026-07-29T02:06:30.295" v="2730" actId="165"/>
          <ac:grpSpMkLst>
            <pc:docMk/>
            <pc:sldMk cId="917485351" sldId="257"/>
            <ac:grpSpMk id="262" creationId="{0EAA7886-852F-62F6-2BF5-13975C871637}"/>
          </ac:grpSpMkLst>
        </pc:grpChg>
        <pc:grpChg chg="add mod">
          <ac:chgData name="Tong Liu" userId="5083135e9e94dac5" providerId="LiveId" clId="{8691FECC-A1B2-5B80-8A54-2FE7DE98EF2B}" dt="2026-07-29T02:24:44.312" v="3450" actId="1036"/>
          <ac:grpSpMkLst>
            <pc:docMk/>
            <pc:sldMk cId="917485351" sldId="257"/>
            <ac:grpSpMk id="263" creationId="{4948941F-6AF2-A39C-D6C9-B78015032C98}"/>
          </ac:grpSpMkLst>
        </pc:grpChg>
        <pc:grpChg chg="add mod">
          <ac:chgData name="Tong Liu" userId="5083135e9e94dac5" providerId="LiveId" clId="{8691FECC-A1B2-5B80-8A54-2FE7DE98EF2B}" dt="2026-07-29T02:24:44.312" v="3450" actId="1036"/>
          <ac:grpSpMkLst>
            <pc:docMk/>
            <pc:sldMk cId="917485351" sldId="257"/>
            <ac:grpSpMk id="270" creationId="{C4504AD0-7038-6247-81B3-A5151F117E37}"/>
          </ac:grpSpMkLst>
        </pc:grpChg>
        <pc:grpChg chg="add mod">
          <ac:chgData name="Tong Liu" userId="5083135e9e94dac5" providerId="LiveId" clId="{8691FECC-A1B2-5B80-8A54-2FE7DE98EF2B}" dt="2026-07-29T02:43:27.570" v="3741" actId="1038"/>
          <ac:grpSpMkLst>
            <pc:docMk/>
            <pc:sldMk cId="917485351" sldId="257"/>
            <ac:grpSpMk id="324" creationId="{A039A3A1-A592-F573-C4B9-6A1444ACD261}"/>
          </ac:grpSpMkLst>
        </pc:grpChg>
        <pc:grpChg chg="add del mod">
          <ac:chgData name="Tong Liu" userId="5083135e9e94dac5" providerId="LiveId" clId="{8691FECC-A1B2-5B80-8A54-2FE7DE98EF2B}" dt="2026-07-29T02:45:18.854" v="3789" actId="478"/>
          <ac:grpSpMkLst>
            <pc:docMk/>
            <pc:sldMk cId="917485351" sldId="257"/>
            <ac:grpSpMk id="346" creationId="{D98690E5-DF55-6438-1010-B94B36A0901E}"/>
          </ac:grpSpMkLst>
        </pc:grpChg>
        <pc:picChg chg="add mod">
          <ac:chgData name="Tong Liu" userId="5083135e9e94dac5" providerId="LiveId" clId="{8691FECC-A1B2-5B80-8A54-2FE7DE98EF2B}" dt="2026-07-28T22:25:57.531" v="186" actId="1035"/>
          <ac:picMkLst>
            <pc:docMk/>
            <pc:sldMk cId="917485351" sldId="257"/>
            <ac:picMk id="8" creationId="{60743EC5-2048-0CEF-7B49-E955E3004EBF}"/>
          </ac:picMkLst>
        </pc:picChg>
        <pc:picChg chg="add mod">
          <ac:chgData name="Tong Liu" userId="5083135e9e94dac5" providerId="LiveId" clId="{8691FECC-A1B2-5B80-8A54-2FE7DE98EF2B}" dt="2026-07-28T22:37:28.617" v="483" actId="1036"/>
          <ac:picMkLst>
            <pc:docMk/>
            <pc:sldMk cId="917485351" sldId="257"/>
            <ac:picMk id="10" creationId="{6ADB6E47-8E49-513E-1B76-1A41E1B940AC}"/>
          </ac:picMkLst>
        </pc:picChg>
        <pc:picChg chg="add mod">
          <ac:chgData name="Tong Liu" userId="5083135e9e94dac5" providerId="LiveId" clId="{8691FECC-A1B2-5B80-8A54-2FE7DE98EF2B}" dt="2026-07-28T22:46:48.271" v="648" actId="1037"/>
          <ac:picMkLst>
            <pc:docMk/>
            <pc:sldMk cId="917485351" sldId="257"/>
            <ac:picMk id="14" creationId="{384CDE0D-4C48-B3E2-495B-C949DFA8E84D}"/>
          </ac:picMkLst>
        </pc:picChg>
        <pc:picChg chg="add mod">
          <ac:chgData name="Tong Liu" userId="5083135e9e94dac5" providerId="LiveId" clId="{8691FECC-A1B2-5B80-8A54-2FE7DE98EF2B}" dt="2026-07-28T22:38:32.931" v="504" actId="1035"/>
          <ac:picMkLst>
            <pc:docMk/>
            <pc:sldMk cId="917485351" sldId="257"/>
            <ac:picMk id="16" creationId="{37A76C3F-A450-1B0F-033D-3FE6EFFCC8CC}"/>
          </ac:picMkLst>
        </pc:picChg>
        <pc:picChg chg="add mod">
          <ac:chgData name="Tong Liu" userId="5083135e9e94dac5" providerId="LiveId" clId="{8691FECC-A1B2-5B80-8A54-2FE7DE98EF2B}" dt="2026-07-28T22:38:32.931" v="504" actId="1035"/>
          <ac:picMkLst>
            <pc:docMk/>
            <pc:sldMk cId="917485351" sldId="257"/>
            <ac:picMk id="17" creationId="{943BB84C-B9DB-AA95-ACDD-2E4F193DAC96}"/>
          </ac:picMkLst>
        </pc:picChg>
        <pc:picChg chg="add mod">
          <ac:chgData name="Tong Liu" userId="5083135e9e94dac5" providerId="LiveId" clId="{8691FECC-A1B2-5B80-8A54-2FE7DE98EF2B}" dt="2026-07-28T22:39:04.315" v="543" actId="1036"/>
          <ac:picMkLst>
            <pc:docMk/>
            <pc:sldMk cId="917485351" sldId="257"/>
            <ac:picMk id="20" creationId="{7CC4ADA0-E1D1-12D6-3B25-5DB84C7C87B3}"/>
          </ac:picMkLst>
        </pc:picChg>
        <pc:picChg chg="add mod">
          <ac:chgData name="Tong Liu" userId="5083135e9e94dac5" providerId="LiveId" clId="{8691FECC-A1B2-5B80-8A54-2FE7DE98EF2B}" dt="2026-07-28T22:39:04.315" v="543" actId="1036"/>
          <ac:picMkLst>
            <pc:docMk/>
            <pc:sldMk cId="917485351" sldId="257"/>
            <ac:picMk id="22" creationId="{84BEE815-F878-920A-0FE1-15C190F82C3C}"/>
          </ac:picMkLst>
        </pc:picChg>
        <pc:picChg chg="add mod">
          <ac:chgData name="Tong Liu" userId="5083135e9e94dac5" providerId="LiveId" clId="{8691FECC-A1B2-5B80-8A54-2FE7DE98EF2B}" dt="2026-07-29T00:34:16.320" v="873" actId="1038"/>
          <ac:picMkLst>
            <pc:docMk/>
            <pc:sldMk cId="917485351" sldId="257"/>
            <ac:picMk id="39" creationId="{5B736E41-B498-48D5-0802-8150D042895D}"/>
          </ac:picMkLst>
        </pc:picChg>
        <pc:picChg chg="add mod">
          <ac:chgData name="Tong Liu" userId="5083135e9e94dac5" providerId="LiveId" clId="{8691FECC-A1B2-5B80-8A54-2FE7DE98EF2B}" dt="2026-07-29T00:34:13.779" v="870" actId="1038"/>
          <ac:picMkLst>
            <pc:docMk/>
            <pc:sldMk cId="917485351" sldId="257"/>
            <ac:picMk id="41" creationId="{8F60B008-83EA-4788-A7EB-35EE41605271}"/>
          </ac:picMkLst>
        </pc:picChg>
        <pc:picChg chg="add mod">
          <ac:chgData name="Tong Liu" userId="5083135e9e94dac5" providerId="LiveId" clId="{8691FECC-A1B2-5B80-8A54-2FE7DE98EF2B}" dt="2026-07-29T03:27:32.164" v="4090" actId="1037"/>
          <ac:picMkLst>
            <pc:docMk/>
            <pc:sldMk cId="917485351" sldId="257"/>
            <ac:picMk id="45" creationId="{12369FFF-060D-96C6-958E-927BEC88BFD5}"/>
          </ac:picMkLst>
        </pc:picChg>
        <pc:picChg chg="add mod">
          <ac:chgData name="Tong Liu" userId="5083135e9e94dac5" providerId="LiveId" clId="{8691FECC-A1B2-5B80-8A54-2FE7DE98EF2B}" dt="2026-07-29T01:21:12.588" v="1672" actId="1038"/>
          <ac:picMkLst>
            <pc:docMk/>
            <pc:sldMk cId="917485351" sldId="257"/>
            <ac:picMk id="47" creationId="{1BEAD94A-6C51-AE40-95A5-150C10557F1A}"/>
          </ac:picMkLst>
        </pc:picChg>
        <pc:picChg chg="add mod">
          <ac:chgData name="Tong Liu" userId="5083135e9e94dac5" providerId="LiveId" clId="{8691FECC-A1B2-5B80-8A54-2FE7DE98EF2B}" dt="2026-07-29T00:40:30.341" v="936" actId="1037"/>
          <ac:picMkLst>
            <pc:docMk/>
            <pc:sldMk cId="917485351" sldId="257"/>
            <ac:picMk id="49" creationId="{B13C54FA-89BA-3A27-8367-33C1A15AA847}"/>
          </ac:picMkLst>
        </pc:picChg>
        <pc:picChg chg="add mod">
          <ac:chgData name="Tong Liu" userId="5083135e9e94dac5" providerId="LiveId" clId="{8691FECC-A1B2-5B80-8A54-2FE7DE98EF2B}" dt="2026-07-29T00:50:09.432" v="1261" actId="1035"/>
          <ac:picMkLst>
            <pc:docMk/>
            <pc:sldMk cId="917485351" sldId="257"/>
            <ac:picMk id="51" creationId="{F20A959F-984B-A516-C529-1F0B7936393B}"/>
          </ac:picMkLst>
        </pc:picChg>
        <pc:picChg chg="add mod">
          <ac:chgData name="Tong Liu" userId="5083135e9e94dac5" providerId="LiveId" clId="{8691FECC-A1B2-5B80-8A54-2FE7DE98EF2B}" dt="2026-07-29T00:40:30.341" v="936" actId="1037"/>
          <ac:picMkLst>
            <pc:docMk/>
            <pc:sldMk cId="917485351" sldId="257"/>
            <ac:picMk id="53" creationId="{EFE00606-63FC-4DED-43D2-115F8EE816FA}"/>
          </ac:picMkLst>
        </pc:picChg>
        <pc:picChg chg="add mod">
          <ac:chgData name="Tong Liu" userId="5083135e9e94dac5" providerId="LiveId" clId="{8691FECC-A1B2-5B80-8A54-2FE7DE98EF2B}" dt="2026-07-29T00:45:09.529" v="967" actId="1035"/>
          <ac:picMkLst>
            <pc:docMk/>
            <pc:sldMk cId="917485351" sldId="257"/>
            <ac:picMk id="55" creationId="{15F1FDF5-A73C-CA80-356A-BA60C477864F}"/>
          </ac:picMkLst>
        </pc:picChg>
        <pc:picChg chg="add mod">
          <ac:chgData name="Tong Liu" userId="5083135e9e94dac5" providerId="LiveId" clId="{8691FECC-A1B2-5B80-8A54-2FE7DE98EF2B}" dt="2026-07-29T00:44:56.464" v="961" actId="1076"/>
          <ac:picMkLst>
            <pc:docMk/>
            <pc:sldMk cId="917485351" sldId="257"/>
            <ac:picMk id="57" creationId="{989ADC32-58E6-05A9-729D-112F5C15DD68}"/>
          </ac:picMkLst>
        </pc:picChg>
        <pc:picChg chg="mod">
          <ac:chgData name="Tong Liu" userId="5083135e9e94dac5" providerId="LiveId" clId="{8691FECC-A1B2-5B80-8A54-2FE7DE98EF2B}" dt="2026-07-29T00:45:19.200" v="969"/>
          <ac:picMkLst>
            <pc:docMk/>
            <pc:sldMk cId="917485351" sldId="257"/>
            <ac:picMk id="60" creationId="{6029733A-D063-25CE-D9FA-61EFEC1A1C3E}"/>
          </ac:picMkLst>
        </pc:picChg>
        <pc:picChg chg="mod">
          <ac:chgData name="Tong Liu" userId="5083135e9e94dac5" providerId="LiveId" clId="{8691FECC-A1B2-5B80-8A54-2FE7DE98EF2B}" dt="2026-07-29T00:45:19.200" v="969"/>
          <ac:picMkLst>
            <pc:docMk/>
            <pc:sldMk cId="917485351" sldId="257"/>
            <ac:picMk id="61" creationId="{F78EC2BA-C3DE-B053-831B-D6DC9C05831D}"/>
          </ac:picMkLst>
        </pc:picChg>
        <pc:picChg chg="add del mod">
          <ac:chgData name="Tong Liu" userId="5083135e9e94dac5" providerId="LiveId" clId="{8691FECC-A1B2-5B80-8A54-2FE7DE98EF2B}" dt="2026-07-29T01:12:36.648" v="1555" actId="478"/>
          <ac:picMkLst>
            <pc:docMk/>
            <pc:sldMk cId="917485351" sldId="257"/>
            <ac:picMk id="81" creationId="{8A454A5E-13AF-8D52-0719-4424C01BB9C0}"/>
          </ac:picMkLst>
        </pc:picChg>
        <pc:picChg chg="add mod">
          <ac:chgData name="Tong Liu" userId="5083135e9e94dac5" providerId="LiveId" clId="{8691FECC-A1B2-5B80-8A54-2FE7DE98EF2B}" dt="2026-07-29T01:12:39.794" v="1556" actId="1076"/>
          <ac:picMkLst>
            <pc:docMk/>
            <pc:sldMk cId="917485351" sldId="257"/>
            <ac:picMk id="86" creationId="{F38F9D80-7A15-3E06-8307-2BF683FB7724}"/>
          </ac:picMkLst>
        </pc:picChg>
        <pc:picChg chg="add mod">
          <ac:chgData name="Tong Liu" userId="5083135e9e94dac5" providerId="LiveId" clId="{8691FECC-A1B2-5B80-8A54-2FE7DE98EF2B}" dt="2026-07-29T01:22:27.122" v="1688" actId="1076"/>
          <ac:picMkLst>
            <pc:docMk/>
            <pc:sldMk cId="917485351" sldId="257"/>
            <ac:picMk id="114" creationId="{75C05ED7-17DF-3DF2-1B57-1C3D5BD1360A}"/>
          </ac:picMkLst>
        </pc:picChg>
        <pc:picChg chg="add del mod">
          <ac:chgData name="Tong Liu" userId="5083135e9e94dac5" providerId="LiveId" clId="{8691FECC-A1B2-5B80-8A54-2FE7DE98EF2B}" dt="2026-07-29T01:22:29.361" v="1689" actId="478"/>
          <ac:picMkLst>
            <pc:docMk/>
            <pc:sldMk cId="917485351" sldId="257"/>
            <ac:picMk id="115" creationId="{5F4E0DBD-36EB-C421-82A7-54A36131F576}"/>
          </ac:picMkLst>
        </pc:picChg>
        <pc:picChg chg="add mod">
          <ac:chgData name="Tong Liu" userId="5083135e9e94dac5" providerId="LiveId" clId="{8691FECC-A1B2-5B80-8A54-2FE7DE98EF2B}" dt="2026-07-29T01:22:50.547" v="1696" actId="1036"/>
          <ac:picMkLst>
            <pc:docMk/>
            <pc:sldMk cId="917485351" sldId="257"/>
            <ac:picMk id="116" creationId="{9DE2D1A6-C1AB-B45A-0B29-147E59BE05A0}"/>
          </ac:picMkLst>
        </pc:picChg>
        <pc:picChg chg="add mod topLvl">
          <ac:chgData name="Tong Liu" userId="5083135e9e94dac5" providerId="LiveId" clId="{8691FECC-A1B2-5B80-8A54-2FE7DE98EF2B}" dt="2026-07-29T01:27:57.225" v="1859" actId="1036"/>
          <ac:picMkLst>
            <pc:docMk/>
            <pc:sldMk cId="917485351" sldId="257"/>
            <ac:picMk id="124" creationId="{7451C3D3-BD02-CC2B-4851-3447E2E873B7}"/>
          </ac:picMkLst>
        </pc:picChg>
        <pc:picChg chg="mod">
          <ac:chgData name="Tong Liu" userId="5083135e9e94dac5" providerId="LiveId" clId="{8691FECC-A1B2-5B80-8A54-2FE7DE98EF2B}" dt="2026-07-29T01:25:31.088" v="1792"/>
          <ac:picMkLst>
            <pc:docMk/>
            <pc:sldMk cId="917485351" sldId="257"/>
            <ac:picMk id="132" creationId="{1C5DC619-8942-ADF8-9979-493ABB3DA800}"/>
          </ac:picMkLst>
        </pc:picChg>
        <pc:picChg chg="mod">
          <ac:chgData name="Tong Liu" userId="5083135e9e94dac5" providerId="LiveId" clId="{8691FECC-A1B2-5B80-8A54-2FE7DE98EF2B}" dt="2026-07-29T01:25:31.301" v="1793"/>
          <ac:picMkLst>
            <pc:docMk/>
            <pc:sldMk cId="917485351" sldId="257"/>
            <ac:picMk id="139" creationId="{D23AD290-0156-A0F2-A662-73FDE4C88896}"/>
          </ac:picMkLst>
        </pc:picChg>
        <pc:picChg chg="mod">
          <ac:chgData name="Tong Liu" userId="5083135e9e94dac5" providerId="LiveId" clId="{8691FECC-A1B2-5B80-8A54-2FE7DE98EF2B}" dt="2026-07-29T01:25:31.507" v="1794"/>
          <ac:picMkLst>
            <pc:docMk/>
            <pc:sldMk cId="917485351" sldId="257"/>
            <ac:picMk id="146" creationId="{22D2AE90-F29E-6379-3F88-4B9CFE01B563}"/>
          </ac:picMkLst>
        </pc:picChg>
        <pc:picChg chg="mod">
          <ac:chgData name="Tong Liu" userId="5083135e9e94dac5" providerId="LiveId" clId="{8691FECC-A1B2-5B80-8A54-2FE7DE98EF2B}" dt="2026-07-29T01:25:32.349" v="1795"/>
          <ac:picMkLst>
            <pc:docMk/>
            <pc:sldMk cId="917485351" sldId="257"/>
            <ac:picMk id="153" creationId="{9759932E-B858-28BA-5B66-2B50C5EFAC1A}"/>
          </ac:picMkLst>
        </pc:picChg>
        <pc:picChg chg="mod">
          <ac:chgData name="Tong Liu" userId="5083135e9e94dac5" providerId="LiveId" clId="{8691FECC-A1B2-5B80-8A54-2FE7DE98EF2B}" dt="2026-07-29T01:31:22.251" v="1892" actId="1037"/>
          <ac:picMkLst>
            <pc:docMk/>
            <pc:sldMk cId="917485351" sldId="257"/>
            <ac:picMk id="187" creationId="{22B88514-2928-27CA-8864-D865F8632D75}"/>
          </ac:picMkLst>
        </pc:picChg>
        <pc:picChg chg="mod">
          <ac:chgData name="Tong Liu" userId="5083135e9e94dac5" providerId="LiveId" clId="{8691FECC-A1B2-5B80-8A54-2FE7DE98EF2B}" dt="2026-07-29T01:34:49.939" v="1907" actId="208"/>
          <ac:picMkLst>
            <pc:docMk/>
            <pc:sldMk cId="917485351" sldId="257"/>
            <ac:picMk id="197" creationId="{0F42D6A0-9D91-9774-C266-27C0B5C4DEB3}"/>
          </ac:picMkLst>
        </pc:picChg>
        <pc:picChg chg="mod">
          <ac:chgData name="Tong Liu" userId="5083135e9e94dac5" providerId="LiveId" clId="{8691FECC-A1B2-5B80-8A54-2FE7DE98EF2B}" dt="2026-07-29T01:31:22.251" v="1892" actId="1037"/>
          <ac:picMkLst>
            <pc:docMk/>
            <pc:sldMk cId="917485351" sldId="257"/>
            <ac:picMk id="214" creationId="{B58FE8D8-F0D1-04FF-A5D2-C016C190282E}"/>
          </ac:picMkLst>
        </pc:picChg>
        <pc:picChg chg="mod">
          <ac:chgData name="Tong Liu" userId="5083135e9e94dac5" providerId="LiveId" clId="{8691FECC-A1B2-5B80-8A54-2FE7DE98EF2B}" dt="2026-07-29T02:38:28.208" v="3660" actId="208"/>
          <ac:picMkLst>
            <pc:docMk/>
            <pc:sldMk cId="917485351" sldId="257"/>
            <ac:picMk id="331" creationId="{666C2459-70BE-A0E4-CECF-41EA5A4350CD}"/>
          </ac:picMkLst>
        </pc:picChg>
        <pc:picChg chg="mod">
          <ac:chgData name="Tong Liu" userId="5083135e9e94dac5" providerId="LiveId" clId="{8691FECC-A1B2-5B80-8A54-2FE7DE98EF2B}" dt="2026-07-29T02:44:21.494" v="3780"/>
          <ac:picMkLst>
            <pc:docMk/>
            <pc:sldMk cId="917485351" sldId="257"/>
            <ac:picMk id="352" creationId="{8C0D6AB5-29E0-3608-8DDC-FEA0149BBDED}"/>
          </ac:picMkLst>
        </pc:picChg>
        <pc:picChg chg="add del mod">
          <ac:chgData name="Tong Liu" userId="5083135e9e94dac5" providerId="LiveId" clId="{8691FECC-A1B2-5B80-8A54-2FE7DE98EF2B}" dt="2026-07-29T03:01:40.685" v="3886" actId="478"/>
          <ac:picMkLst>
            <pc:docMk/>
            <pc:sldMk cId="917485351" sldId="257"/>
            <ac:picMk id="359" creationId="{2D620071-B99A-83C2-4FF3-08DC827885E6}"/>
          </ac:picMkLst>
        </pc:picChg>
        <pc:picChg chg="add del mod">
          <ac:chgData name="Tong Liu" userId="5083135e9e94dac5" providerId="LiveId" clId="{8691FECC-A1B2-5B80-8A54-2FE7DE98EF2B}" dt="2026-07-29T03:23:19.972" v="4028" actId="478"/>
          <ac:picMkLst>
            <pc:docMk/>
            <pc:sldMk cId="917485351" sldId="257"/>
            <ac:picMk id="361" creationId="{4320958A-787F-1FEB-95E8-107429E6506C}"/>
          </ac:picMkLst>
        </pc:picChg>
        <pc:picChg chg="add mod modCrop">
          <ac:chgData name="Tong Liu" userId="5083135e9e94dac5" providerId="LiveId" clId="{8691FECC-A1B2-5B80-8A54-2FE7DE98EF2B}" dt="2026-07-29T03:12:23.318" v="3990" actId="1076"/>
          <ac:picMkLst>
            <pc:docMk/>
            <pc:sldMk cId="917485351" sldId="257"/>
            <ac:picMk id="367" creationId="{995E4243-B6BB-C9C8-5B20-F60629898AAE}"/>
          </ac:picMkLst>
        </pc:picChg>
        <pc:picChg chg="add del mod">
          <ac:chgData name="Tong Liu" userId="5083135e9e94dac5" providerId="LiveId" clId="{8691FECC-A1B2-5B80-8A54-2FE7DE98EF2B}" dt="2026-07-29T03:23:11.165" v="4027" actId="478"/>
          <ac:picMkLst>
            <pc:docMk/>
            <pc:sldMk cId="917485351" sldId="257"/>
            <ac:picMk id="371" creationId="{7F23D3D0-ABB9-5308-FE84-2A0CA19AA393}"/>
          </ac:picMkLst>
        </pc:picChg>
        <pc:picChg chg="add mod modCrop">
          <ac:chgData name="Tong Liu" userId="5083135e9e94dac5" providerId="LiveId" clId="{8691FECC-A1B2-5B80-8A54-2FE7DE98EF2B}" dt="2026-07-29T03:33:20.513" v="4107" actId="1036"/>
          <ac:picMkLst>
            <pc:docMk/>
            <pc:sldMk cId="917485351" sldId="257"/>
            <ac:picMk id="373" creationId="{55871CA9-BE06-5F33-3450-E00BC8C9B08D}"/>
          </ac:picMkLst>
        </pc:picChg>
        <pc:cxnChg chg="add mod">
          <ac:chgData name="Tong Liu" userId="5083135e9e94dac5" providerId="LiveId" clId="{8691FECC-A1B2-5B80-8A54-2FE7DE98EF2B}" dt="2026-07-28T22:46:50.160" v="650" actId="1076"/>
          <ac:cxnSpMkLst>
            <pc:docMk/>
            <pc:sldMk cId="917485351" sldId="257"/>
            <ac:cxnSpMk id="6" creationId="{3BEB867E-0712-0344-7EE4-C8B4C674F394}"/>
          </ac:cxnSpMkLst>
        </pc:cxnChg>
        <pc:cxnChg chg="add mod">
          <ac:chgData name="Tong Liu" userId="5083135e9e94dac5" providerId="LiveId" clId="{8691FECC-A1B2-5B80-8A54-2FE7DE98EF2B}" dt="2026-07-29T01:14:00.233" v="1570" actId="1582"/>
          <ac:cxnSpMkLst>
            <pc:docMk/>
            <pc:sldMk cId="917485351" sldId="257"/>
            <ac:cxnSpMk id="89" creationId="{9D9F10D7-BAF2-CEA0-D045-4D65A4C77AFA}"/>
          </ac:cxnSpMkLst>
        </pc:cxnChg>
        <pc:cxnChg chg="add mod">
          <ac:chgData name="Tong Liu" userId="5083135e9e94dac5" providerId="LiveId" clId="{8691FECC-A1B2-5B80-8A54-2FE7DE98EF2B}" dt="2026-07-29T01:14:07.348" v="1572" actId="1076"/>
          <ac:cxnSpMkLst>
            <pc:docMk/>
            <pc:sldMk cId="917485351" sldId="257"/>
            <ac:cxnSpMk id="90" creationId="{0DE5F71E-A165-1525-460E-07C899269578}"/>
          </ac:cxnSpMkLst>
        </pc:cxnChg>
        <pc:cxnChg chg="add mod">
          <ac:chgData name="Tong Liu" userId="5083135e9e94dac5" providerId="LiveId" clId="{8691FECC-A1B2-5B80-8A54-2FE7DE98EF2B}" dt="2026-07-29T03:19:44.705" v="4024" actId="1582"/>
          <ac:cxnSpMkLst>
            <pc:docMk/>
            <pc:sldMk cId="917485351" sldId="257"/>
            <ac:cxnSpMk id="238" creationId="{AFBAF905-A842-7593-7FC5-F9FC007C9B17}"/>
          </ac:cxnSpMkLst>
        </pc:cxnChg>
        <pc:cxnChg chg="add mod">
          <ac:chgData name="Tong Liu" userId="5083135e9e94dac5" providerId="LiveId" clId="{8691FECC-A1B2-5B80-8A54-2FE7DE98EF2B}" dt="2026-07-29T03:19:59.240" v="4026" actId="1038"/>
          <ac:cxnSpMkLst>
            <pc:docMk/>
            <pc:sldMk cId="917485351" sldId="257"/>
            <ac:cxnSpMk id="249" creationId="{DEDDCE25-E5BF-2BAE-4DE8-798E362F6CD9}"/>
          </ac:cxnSpMkLst>
        </pc:cxnChg>
        <pc:cxnChg chg="add del mod">
          <ac:chgData name="Tong Liu" userId="5083135e9e94dac5" providerId="LiveId" clId="{8691FECC-A1B2-5B80-8A54-2FE7DE98EF2B}" dt="2026-07-29T02:23:10.471" v="3386" actId="478"/>
          <ac:cxnSpMkLst>
            <pc:docMk/>
            <pc:sldMk cId="917485351" sldId="257"/>
            <ac:cxnSpMk id="254" creationId="{61CCD416-60E7-D215-C1FC-49927510EA39}"/>
          </ac:cxnSpMkLst>
        </pc:cxnChg>
        <pc:cxnChg chg="add del mod">
          <ac:chgData name="Tong Liu" userId="5083135e9e94dac5" providerId="LiveId" clId="{8691FECC-A1B2-5B80-8A54-2FE7DE98EF2B}" dt="2026-07-29T02:19:29.084" v="3321" actId="478"/>
          <ac:cxnSpMkLst>
            <pc:docMk/>
            <pc:sldMk cId="917485351" sldId="257"/>
            <ac:cxnSpMk id="276" creationId="{FC1B630D-90FD-BBD8-24C6-A857A9904FCE}"/>
          </ac:cxnSpMkLst>
        </pc:cxnChg>
        <pc:cxnChg chg="add mod">
          <ac:chgData name="Tong Liu" userId="5083135e9e94dac5" providerId="LiveId" clId="{8691FECC-A1B2-5B80-8A54-2FE7DE98EF2B}" dt="2026-07-29T04:45:12.702" v="4120" actId="1036"/>
          <ac:cxnSpMkLst>
            <pc:docMk/>
            <pc:sldMk cId="917485351" sldId="257"/>
            <ac:cxnSpMk id="280" creationId="{A176BBA7-1FA0-E54C-4080-357F17442973}"/>
          </ac:cxnSpMkLst>
        </pc:cxnChg>
        <pc:cxnChg chg="add mod">
          <ac:chgData name="Tong Liu" userId="5083135e9e94dac5" providerId="LiveId" clId="{8691FECC-A1B2-5B80-8A54-2FE7DE98EF2B}" dt="2026-07-29T04:45:29.464" v="4131" actId="14100"/>
          <ac:cxnSpMkLst>
            <pc:docMk/>
            <pc:sldMk cId="917485351" sldId="257"/>
            <ac:cxnSpMk id="295" creationId="{17E6DF2E-1CF3-60F4-4D24-F75323731554}"/>
          </ac:cxnSpMkLst>
        </pc:cxnChg>
        <pc:cxnChg chg="add del">
          <ac:chgData name="Tong Liu" userId="5083135e9e94dac5" providerId="LiveId" clId="{8691FECC-A1B2-5B80-8A54-2FE7DE98EF2B}" dt="2026-07-29T02:25:37.374" v="3455" actId="478"/>
          <ac:cxnSpMkLst>
            <pc:docMk/>
            <pc:sldMk cId="917485351" sldId="257"/>
            <ac:cxnSpMk id="301" creationId="{39AC1938-2182-5E11-A429-EC203B3FE079}"/>
          </ac:cxnSpMkLst>
        </pc:cxnChg>
        <pc:cxnChg chg="add mod">
          <ac:chgData name="Tong Liu" userId="5083135e9e94dac5" providerId="LiveId" clId="{8691FECC-A1B2-5B80-8A54-2FE7DE98EF2B}" dt="2026-07-29T02:56:07.200" v="3878" actId="693"/>
          <ac:cxnSpMkLst>
            <pc:docMk/>
            <pc:sldMk cId="917485351" sldId="257"/>
            <ac:cxnSpMk id="303" creationId="{3FBC2442-E968-D2E1-C64A-50F7CC6279E7}"/>
          </ac:cxnSpMkLst>
        </pc:cxnChg>
        <pc:cxnChg chg="add mod">
          <ac:chgData name="Tong Liu" userId="5083135e9e94dac5" providerId="LiveId" clId="{8691FECC-A1B2-5B80-8A54-2FE7DE98EF2B}" dt="2026-07-29T02:26:53.316" v="3465" actId="14100"/>
          <ac:cxnSpMkLst>
            <pc:docMk/>
            <pc:sldMk cId="917485351" sldId="257"/>
            <ac:cxnSpMk id="305" creationId="{EDA921A0-B458-BB0F-AC21-167014A36114}"/>
          </ac:cxnSpMkLst>
        </pc:cxnChg>
        <pc:cxnChg chg="add mod">
          <ac:chgData name="Tong Liu" userId="5083135e9e94dac5" providerId="LiveId" clId="{8691FECC-A1B2-5B80-8A54-2FE7DE98EF2B}" dt="2026-07-29T02:40:34.541" v="3683" actId="14100"/>
          <ac:cxnSpMkLst>
            <pc:docMk/>
            <pc:sldMk cId="917485351" sldId="257"/>
            <ac:cxnSpMk id="318" creationId="{ADB59B0F-85A6-0AB7-385E-40AE80124D2D}"/>
          </ac:cxnSpMkLst>
        </pc:cxnChg>
        <pc:cxnChg chg="add mod">
          <ac:chgData name="Tong Liu" userId="5083135e9e94dac5" providerId="LiveId" clId="{8691FECC-A1B2-5B80-8A54-2FE7DE98EF2B}" dt="2026-07-29T02:40:27.504" v="3682" actId="14100"/>
          <ac:cxnSpMkLst>
            <pc:docMk/>
            <pc:sldMk cId="917485351" sldId="257"/>
            <ac:cxnSpMk id="321" creationId="{521F80AC-B059-8742-2FB2-CE80A8699A27}"/>
          </ac:cxnSpMkLst>
        </pc:cxnChg>
        <pc:cxnChg chg="add mod">
          <ac:chgData name="Tong Liu" userId="5083135e9e94dac5" providerId="LiveId" clId="{8691FECC-A1B2-5B80-8A54-2FE7DE98EF2B}" dt="2026-07-29T02:43:37.084" v="3753" actId="14100"/>
          <ac:cxnSpMkLst>
            <pc:docMk/>
            <pc:sldMk cId="917485351" sldId="257"/>
            <ac:cxnSpMk id="340" creationId="{418C0E42-4419-B67B-9546-A62AADF3423D}"/>
          </ac:cxnSpMkLst>
        </pc:cxnChg>
        <pc:cxnChg chg="add mod">
          <ac:chgData name="Tong Liu" userId="5083135e9e94dac5" providerId="LiveId" clId="{8691FECC-A1B2-5B80-8A54-2FE7DE98EF2B}" dt="2026-07-29T02:43:59.601" v="3776" actId="1037"/>
          <ac:cxnSpMkLst>
            <pc:docMk/>
            <pc:sldMk cId="917485351" sldId="257"/>
            <ac:cxnSpMk id="343" creationId="{7CB86F8C-9DF5-8987-F2BA-5AA49F9FE33E}"/>
          </ac:cxnSpMkLst>
        </pc:cxnChg>
        <pc:cxnChg chg="add mod">
          <ac:chgData name="Tong Liu" userId="5083135e9e94dac5" providerId="LiveId" clId="{8691FECC-A1B2-5B80-8A54-2FE7DE98EF2B}" dt="2026-07-29T02:45:49.467" v="3793" actId="1076"/>
          <ac:cxnSpMkLst>
            <pc:docMk/>
            <pc:sldMk cId="917485351" sldId="257"/>
            <ac:cxnSpMk id="354" creationId="{67C44088-A629-5CBB-C895-4D342B60AA42}"/>
          </ac:cxnSpMkLst>
        </pc:cxnChg>
        <pc:cxnChg chg="add mod">
          <ac:chgData name="Tong Liu" userId="5083135e9e94dac5" providerId="LiveId" clId="{8691FECC-A1B2-5B80-8A54-2FE7DE98EF2B}" dt="2026-07-29T03:19:32.197" v="4022" actId="1582"/>
          <ac:cxnSpMkLst>
            <pc:docMk/>
            <pc:sldMk cId="917485351" sldId="257"/>
            <ac:cxnSpMk id="357" creationId="{E6B0A7F0-9B5B-B1DE-5738-80843C032448}"/>
          </ac:cxnSpMkLst>
        </pc:cxnChg>
        <pc:cxnChg chg="add mod">
          <ac:chgData name="Tong Liu" userId="5083135e9e94dac5" providerId="LiveId" clId="{8691FECC-A1B2-5B80-8A54-2FE7DE98EF2B}" dt="2026-07-29T03:29:10.923" v="4099" actId="1037"/>
          <ac:cxnSpMkLst>
            <pc:docMk/>
            <pc:sldMk cId="917485351" sldId="257"/>
            <ac:cxnSpMk id="369" creationId="{DD51DC1F-569C-3DB7-E317-FECA98C6B38D}"/>
          </ac:cxnSpMkLst>
        </pc:cxnChg>
      </pc:sldChg>
      <pc:sldChg chg="new del">
        <pc:chgData name="Tong Liu" userId="5083135e9e94dac5" providerId="LiveId" clId="{8691FECC-A1B2-5B80-8A54-2FE7DE98EF2B}" dt="2026-07-28T20:26:56.445" v="1" actId="2696"/>
        <pc:sldMkLst>
          <pc:docMk/>
          <pc:sldMk cId="2617368521" sldId="257"/>
        </pc:sldMkLst>
      </pc:sldChg>
    </pc:docChg>
  </pc:docChgLst>
</pc:chgInfo>
</file>

<file path=ppt/notesMasters/_rels/acpdV3_notesMaster1.xml.rels><?xml version='1.0' encoding='utf-8'?>
<Relationships xmlns="http://schemas.openxmlformats.org/package/2006/relationships">
		<Relationship Id="rId1" Type="http://schemas.openxmlformats.org/officeDocument/2006/relationships/theme" Target="../theme/acpdV3_theme1.xml" />
		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acpdV3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acpdV3_notesSlide1.xml.rels><?xml version='1.0' encoding='utf-8'?>
<Relationships xmlns="http://schemas.openxmlformats.org/package/2006/relationships">
			<Relationship Id="rId1" Type="http://schemas.openxmlformats.org/officeDocument/2006/relationships/notesMaster" Target="../notesMasters/acpdV3_notesMaster1.xml" />
			<Relationship Id="rId2" Type="http://schemas.openxmlformats.org/officeDocument/2006/relationships/slide" Target="../slides/slide3.xml" />
		</Relationships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acpdV3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Compact third-slide replacement: title, shared-input banner and objective/deployment footer removed.
Teacher and student occupy adjacent rows in one continuous frame. PCD and ACL are embedded on the right; there is no full-width loss aisle.
Teacher cues use native action-token attention at layer 10, with original normalization, output projection and time-conditioned scaling.
PCD compares each view separately. The plus sign in the student path is only the sum for cue fusion.
Gate denotes tanh(gamma), initialized at zero. sg blocks action-loss gradients through predicted cues.
Cue predictors and the gate remain active at deployment. ACL uses the same noisy actions and flow times for both models.
Ground-truth flow supervision remains active; its full objective is omitted from this compact main figure.
Attention colors are schematic. Camera inputs are genuine synchronized Spatial images.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Method content: user-provided AAAI 2027 manuscript, Action-Conditioned Privileged Distillation section.</a:t>
            </a:r>
          </a:p>
          <a:p>
            <a:r>
              <a:t>Visual reference: user-provided ACPD framework sketch.</a:t>
            </a:r>
          </a:p>
          <a:p>
            <a:r>
              <a:t>Observation frames: synchronized LIBERO episode 001500, timestep 0005 (agent, wrist, and back views), supplied in the Figure2 directory.</a:t>
            </a:r>
          </a:p>
          <a:p>
            <a:r>
              <a:t>Diagram icons and action-correlation trajectory: user-provided PNG assets in the Figure2/materials directory (folder name in Chinese).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3458614"/>
      </p:ext>
    </p:extLst>
  </p:cSld>
  <p:clrMapOvr>
    <a:masterClrMapping/>
  </p:clrMapOvr>
</p:notes>
</file>

<file path=ppt/slideLayouts/_rels/acpdV3_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acpdV3_slideMaster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acpdV3_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acpdV3_slideMaster1.xml.rels><?xml version='1.0' encoding='utf-8'?>
<Relationships xmlns="http://schemas.openxmlformats.org/package/2006/relationships"><Relationship Id="rId1" Type="http://schemas.openxmlformats.org/officeDocument/2006/relationships/slideLayout" Target="../slideLayouts/acpdV3_slideLayout1.xml" /><Relationship Id="rId2" Type="http://schemas.openxmlformats.org/officeDocument/2006/relationships/theme" Target="../theme/acpdV3_theme1.xml" /></Relationships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acpdV3_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32.svg"/><Relationship Id="rId18" Type="http://schemas.openxmlformats.org/officeDocument/2006/relationships/image" Target="../media/image37.png"/><Relationship Id="rId3" Type="http://schemas.openxmlformats.org/officeDocument/2006/relationships/image" Target="../media/image25.png"/><Relationship Id="rId7" Type="http://schemas.openxmlformats.org/officeDocument/2006/relationships/image" Target="../media/image5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0.png"/><Relationship Id="rId5" Type="http://schemas.openxmlformats.org/officeDocument/2006/relationships/image" Target="../media/image27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26.png"/><Relationship Id="rId9" Type="http://schemas.openxmlformats.org/officeDocument/2006/relationships/image" Target="../media/image7.png"/><Relationship Id="rId14" Type="http://schemas.openxmlformats.org/officeDocument/2006/relationships/image" Target="../media/image33.png"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image" Target="../media/acpdV3_image-1-1.png" /><Relationship Id="rId2" Type="http://schemas.openxmlformats.org/officeDocument/2006/relationships/image" Target="../media/acpdV3_image-1-2.png" /><Relationship Id="rId3" Type="http://schemas.openxmlformats.org/officeDocument/2006/relationships/image" Target="../media/acpdV3_image-1-3.png" /><Relationship Id="rId4" Type="http://schemas.openxmlformats.org/officeDocument/2006/relationships/slideLayout" Target="../slideLayouts/acpdV3_slideLayout1.xml" /><Relationship Id="rId5" Type="http://schemas.openxmlformats.org/officeDocument/2006/relationships/notesSlide" Target="../notesSlides/acpdV3_notesSlide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raining-panel">
            <a:extLst>
              <a:ext uri="{FF2B5EF4-FFF2-40B4-BE49-F238E27FC236}">
                <a16:creationId xmlns:a16="http://schemas.microsoft.com/office/drawing/2014/main" id="{1263F54F-DFEB-4852-8013-86B424D48B7D}"/>
              </a:ext>
            </a:extLst>
          </p:cNvPr>
          <p:cNvSpPr>
            <a:spLocks noGrp="1"/>
          </p:cNvSpPr>
          <p:nvPr/>
        </p:nvSpPr>
        <p:spPr>
          <a:xfrm>
            <a:off x="190500" y="95250"/>
            <a:ext cx="8763000" cy="6651388"/>
          </a:xfrm>
          <a:prstGeom prst="roundRect">
            <a:avLst>
              <a:gd name="adj" fmla="val 1432"/>
            </a:avLst>
          </a:prstGeom>
          <a:solidFill>
            <a:srgbClr val="F8FAFC"/>
          </a:solidFill>
          <a:ln w="13335">
            <a:solidFill>
              <a:srgbClr val="BFC8D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acpd-panel">
            <a:extLst>
              <a:ext uri="{FF2B5EF4-FFF2-40B4-BE49-F238E27FC236}">
                <a16:creationId xmlns:a16="http://schemas.microsoft.com/office/drawing/2014/main" id="{B17896F5-84CF-42FE-ADA3-744CC11B9CA0}"/>
              </a:ext>
            </a:extLst>
          </p:cNvPr>
          <p:cNvSpPr>
            <a:spLocks noGrp="1"/>
          </p:cNvSpPr>
          <p:nvPr/>
        </p:nvSpPr>
        <p:spPr>
          <a:xfrm>
            <a:off x="9096375" y="95250"/>
            <a:ext cx="5953125" cy="6651388"/>
          </a:xfrm>
          <a:prstGeom prst="roundRect">
            <a:avLst>
              <a:gd name="adj" fmla="val 1600"/>
            </a:avLst>
          </a:prstGeom>
          <a:solidFill>
            <a:srgbClr val="F5F1FC"/>
          </a:solidFill>
          <a:ln w="1524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deployment-panel">
            <a:extLst>
              <a:ext uri="{FF2B5EF4-FFF2-40B4-BE49-F238E27FC236}">
                <a16:creationId xmlns:a16="http://schemas.microsoft.com/office/drawing/2014/main" id="{CC21D538-0082-45D3-9F60-FD02BA84E346}"/>
              </a:ext>
            </a:extLst>
          </p:cNvPr>
          <p:cNvSpPr>
            <a:spLocks noGrp="1"/>
          </p:cNvSpPr>
          <p:nvPr/>
        </p:nvSpPr>
        <p:spPr>
          <a:xfrm>
            <a:off x="190500" y="6892593"/>
            <a:ext cx="14859000" cy="1584657"/>
          </a:xfrm>
          <a:prstGeom prst="roundRect">
            <a:avLst>
              <a:gd name="adj" fmla="val 6011"/>
            </a:avLst>
          </a:prstGeom>
          <a:solidFill>
            <a:srgbClr val="EEF9F5"/>
          </a:solidFill>
          <a:ln w="15240">
            <a:solidFill>
              <a:srgbClr val="009E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acher-lane">
            <a:extLst>
              <a:ext uri="{FF2B5EF4-FFF2-40B4-BE49-F238E27FC236}">
                <a16:creationId xmlns:a16="http://schemas.microsoft.com/office/drawing/2014/main" id="{E1EB0F12-56C4-4A06-A613-D9CA43C3F9DF}"/>
              </a:ext>
            </a:extLst>
          </p:cNvPr>
          <p:cNvSpPr>
            <a:spLocks noGrp="1"/>
          </p:cNvSpPr>
          <p:nvPr/>
        </p:nvSpPr>
        <p:spPr>
          <a:xfrm>
            <a:off x="333375" y="606093"/>
            <a:ext cx="8477250" cy="2554216"/>
          </a:xfrm>
          <a:prstGeom prst="roundRect">
            <a:avLst>
              <a:gd name="adj" fmla="val 2983"/>
            </a:avLst>
          </a:prstGeom>
          <a:solidFill>
            <a:srgbClr val="EEF6FB"/>
          </a:solidFill>
          <a:ln w="11430">
            <a:solidFill>
              <a:srgbClr val="90C4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tudent-lane">
            <a:extLst>
              <a:ext uri="{FF2B5EF4-FFF2-40B4-BE49-F238E27FC236}">
                <a16:creationId xmlns:a16="http://schemas.microsoft.com/office/drawing/2014/main" id="{BBC6E034-8750-4557-BBA9-BC654812D08D}"/>
              </a:ext>
            </a:extLst>
          </p:cNvPr>
          <p:cNvSpPr>
            <a:spLocks noGrp="1"/>
          </p:cNvSpPr>
          <p:nvPr/>
        </p:nvSpPr>
        <p:spPr>
          <a:xfrm>
            <a:off x="333375" y="3441795"/>
            <a:ext cx="8477250" cy="3106761"/>
          </a:xfrm>
          <a:prstGeom prst="roundRect">
            <a:avLst>
              <a:gd name="adj" fmla="val 2453"/>
            </a:avLst>
          </a:prstGeom>
          <a:solidFill>
            <a:srgbClr val="FFF3EA"/>
          </a:solidFill>
          <a:ln w="11430">
            <a:solidFill>
              <a:srgbClr val="EDB18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cue-section">
            <a:extLst>
              <a:ext uri="{FF2B5EF4-FFF2-40B4-BE49-F238E27FC236}">
                <a16:creationId xmlns:a16="http://schemas.microsoft.com/office/drawing/2014/main" id="{EFF0B495-2E31-4E51-AEBD-A1471EBABA8A}"/>
              </a:ext>
            </a:extLst>
          </p:cNvPr>
          <p:cNvSpPr>
            <a:spLocks noGrp="1"/>
          </p:cNvSpPr>
          <p:nvPr/>
        </p:nvSpPr>
        <p:spPr>
          <a:xfrm>
            <a:off x="9239250" y="658220"/>
            <a:ext cx="5667375" cy="3628030"/>
          </a:xfrm>
          <a:prstGeom prst="roundRect">
            <a:avLst>
              <a:gd name="adj" fmla="val 2100"/>
            </a:avLst>
          </a:prstGeom>
          <a:solidFill>
            <a:srgbClr val="FFFFFF"/>
          </a:solidFill>
          <a:ln w="11430">
            <a:solidFill>
              <a:srgbClr val="BDA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acl-section">
            <a:extLst>
              <a:ext uri="{FF2B5EF4-FFF2-40B4-BE49-F238E27FC236}">
                <a16:creationId xmlns:a16="http://schemas.microsoft.com/office/drawing/2014/main" id="{C1F01F73-2BB0-4631-9607-AB44E65F8A9E}"/>
              </a:ext>
            </a:extLst>
          </p:cNvPr>
          <p:cNvSpPr>
            <a:spLocks noGrp="1"/>
          </p:cNvSpPr>
          <p:nvPr/>
        </p:nvSpPr>
        <p:spPr>
          <a:xfrm>
            <a:off x="9239250" y="4442631"/>
            <a:ext cx="5667375" cy="1772313"/>
          </a:xfrm>
          <a:prstGeom prst="roundRect">
            <a:avLst>
              <a:gd name="adj" fmla="val 4299"/>
            </a:avLst>
          </a:prstGeom>
          <a:solidFill>
            <a:srgbClr val="FFFFFF"/>
          </a:solidFill>
          <a:ln w="11430">
            <a:solidFill>
              <a:srgbClr val="BDA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input-to-visual-240-line">
            <a:extLst>
              <a:ext uri="{FF2B5EF4-FFF2-40B4-BE49-F238E27FC236}">
                <a16:creationId xmlns:a16="http://schemas.microsoft.com/office/drawing/2014/main" id="{F748FFD0-4073-4004-9C6B-9DED9738676B}"/>
              </a:ext>
            </a:extLst>
          </p:cNvPr>
          <p:cNvSpPr>
            <a:spLocks noGrp="1"/>
          </p:cNvSpPr>
          <p:nvPr/>
        </p:nvSpPr>
        <p:spPr>
          <a:xfrm>
            <a:off x="2000250" y="1805011"/>
            <a:ext cx="304800" cy="0"/>
          </a:xfrm>
          <a:prstGeom prst="line">
            <a:avLst/>
          </a:prstGeom>
          <a:noFill/>
          <a:ln w="20003">
            <a:solidFill>
              <a:srgbClr val="5360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input-to-visual-240-head">
            <a:extLst>
              <a:ext uri="{FF2B5EF4-FFF2-40B4-BE49-F238E27FC236}">
                <a16:creationId xmlns:a16="http://schemas.microsoft.com/office/drawing/2014/main" id="{B02A6A3D-4E63-4835-95E1-1489F9F59AC2}"/>
              </a:ext>
            </a:extLst>
          </p:cNvPr>
          <p:cNvSpPr>
            <a:spLocks noGrp="1"/>
          </p:cNvSpPr>
          <p:nvPr/>
        </p:nvSpPr>
        <p:spPr>
          <a:xfrm rot="5400000">
            <a:off x="2286000" y="1752884"/>
            <a:ext cx="95250" cy="104254"/>
          </a:xfrm>
          <a:prstGeom prst="triangle">
            <a:avLst/>
          </a:prstGeom>
          <a:solidFill>
            <a:srgbClr val="53606C"/>
          </a:solidFill>
          <a:ln w="0">
            <a:solidFill>
              <a:srgbClr val="5360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visual-to-fusion-240-line">
            <a:extLst>
              <a:ext uri="{FF2B5EF4-FFF2-40B4-BE49-F238E27FC236}">
                <a16:creationId xmlns:a16="http://schemas.microsoft.com/office/drawing/2014/main" id="{4CC24056-038D-406B-8329-DDFD42AF583D}"/>
              </a:ext>
            </a:extLst>
          </p:cNvPr>
          <p:cNvSpPr>
            <a:spLocks noGrp="1"/>
          </p:cNvSpPr>
          <p:nvPr/>
        </p:nvSpPr>
        <p:spPr>
          <a:xfrm>
            <a:off x="3762375" y="1805011"/>
            <a:ext cx="161925" cy="0"/>
          </a:xfrm>
          <a:prstGeom prst="line">
            <a:avLst/>
          </a:prstGeom>
          <a:noFill/>
          <a:ln w="20003">
            <a:solidFill>
              <a:srgbClr val="5360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visual-to-fusion-240-head">
            <a:extLst>
              <a:ext uri="{FF2B5EF4-FFF2-40B4-BE49-F238E27FC236}">
                <a16:creationId xmlns:a16="http://schemas.microsoft.com/office/drawing/2014/main" id="{24BAC8A7-EEBB-48B4-97CF-9546FF1D795F}"/>
              </a:ext>
            </a:extLst>
          </p:cNvPr>
          <p:cNvSpPr>
            <a:spLocks noGrp="1"/>
          </p:cNvSpPr>
          <p:nvPr/>
        </p:nvSpPr>
        <p:spPr>
          <a:xfrm rot="5400000">
            <a:off x="3905250" y="1752884"/>
            <a:ext cx="95250" cy="104254"/>
          </a:xfrm>
          <a:prstGeom prst="triangle">
            <a:avLst/>
          </a:prstGeom>
          <a:solidFill>
            <a:srgbClr val="53606C"/>
          </a:solidFill>
          <a:ln w="0">
            <a:solidFill>
              <a:srgbClr val="5360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fusion-to-policy-240-line">
            <a:extLst>
              <a:ext uri="{FF2B5EF4-FFF2-40B4-BE49-F238E27FC236}">
                <a16:creationId xmlns:a16="http://schemas.microsoft.com/office/drawing/2014/main" id="{F1ADC1A7-72EF-4929-B1CB-41D95D411397}"/>
              </a:ext>
            </a:extLst>
          </p:cNvPr>
          <p:cNvSpPr>
            <a:spLocks noGrp="1"/>
          </p:cNvSpPr>
          <p:nvPr/>
        </p:nvSpPr>
        <p:spPr>
          <a:xfrm>
            <a:off x="4400550" y="1805011"/>
            <a:ext cx="142875" cy="0"/>
          </a:xfrm>
          <a:prstGeom prst="line">
            <a:avLst/>
          </a:prstGeom>
          <a:noFill/>
          <a:ln w="20003">
            <a:solidFill>
              <a:srgbClr val="5360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fusion-to-policy-240-head">
            <a:extLst>
              <a:ext uri="{FF2B5EF4-FFF2-40B4-BE49-F238E27FC236}">
                <a16:creationId xmlns:a16="http://schemas.microsoft.com/office/drawing/2014/main" id="{3802F7CC-21BE-44B9-A520-47302E72C1EB}"/>
              </a:ext>
            </a:extLst>
          </p:cNvPr>
          <p:cNvSpPr>
            <a:spLocks noGrp="1"/>
          </p:cNvSpPr>
          <p:nvPr/>
        </p:nvSpPr>
        <p:spPr>
          <a:xfrm rot="5400000">
            <a:off x="4524375" y="1752884"/>
            <a:ext cx="95250" cy="104254"/>
          </a:xfrm>
          <a:prstGeom prst="triangle">
            <a:avLst/>
          </a:prstGeom>
          <a:solidFill>
            <a:srgbClr val="53606C"/>
          </a:solidFill>
          <a:ln w="0">
            <a:solidFill>
              <a:srgbClr val="5360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policy-to-action-240-line">
            <a:extLst>
              <a:ext uri="{FF2B5EF4-FFF2-40B4-BE49-F238E27FC236}">
                <a16:creationId xmlns:a16="http://schemas.microsoft.com/office/drawing/2014/main" id="{3F18A626-F866-4FD4-B9BB-12D286BD019E}"/>
              </a:ext>
            </a:extLst>
          </p:cNvPr>
          <p:cNvSpPr>
            <a:spLocks noGrp="1"/>
          </p:cNvSpPr>
          <p:nvPr/>
        </p:nvSpPr>
        <p:spPr>
          <a:xfrm>
            <a:off x="5953125" y="1805011"/>
            <a:ext cx="352425" cy="0"/>
          </a:xfrm>
          <a:prstGeom prst="line">
            <a:avLst/>
          </a:prstGeom>
          <a:noFill/>
          <a:ln w="20003">
            <a:solidFill>
              <a:srgbClr val="5360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policy-to-action-240-head">
            <a:extLst>
              <a:ext uri="{FF2B5EF4-FFF2-40B4-BE49-F238E27FC236}">
                <a16:creationId xmlns:a16="http://schemas.microsoft.com/office/drawing/2014/main" id="{D922F506-9FD6-4C22-BFDB-5DB8CA9AAC8B}"/>
              </a:ext>
            </a:extLst>
          </p:cNvPr>
          <p:cNvSpPr>
            <a:spLocks noGrp="1"/>
          </p:cNvSpPr>
          <p:nvPr/>
        </p:nvSpPr>
        <p:spPr>
          <a:xfrm rot="5400000">
            <a:off x="6286500" y="1752884"/>
            <a:ext cx="95250" cy="104254"/>
          </a:xfrm>
          <a:prstGeom prst="triangle">
            <a:avLst/>
          </a:prstGeom>
          <a:solidFill>
            <a:srgbClr val="53606C"/>
          </a:solidFill>
          <a:ln w="0">
            <a:solidFill>
              <a:srgbClr val="5360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action-to-velocity-240-line">
            <a:extLst>
              <a:ext uri="{FF2B5EF4-FFF2-40B4-BE49-F238E27FC236}">
                <a16:creationId xmlns:a16="http://schemas.microsoft.com/office/drawing/2014/main" id="{515464C2-93C4-48A5-9DE1-8EC680B35B34}"/>
              </a:ext>
            </a:extLst>
          </p:cNvPr>
          <p:cNvSpPr>
            <a:spLocks noGrp="1"/>
          </p:cNvSpPr>
          <p:nvPr/>
        </p:nvSpPr>
        <p:spPr>
          <a:xfrm>
            <a:off x="7715250" y="1805011"/>
            <a:ext cx="161925" cy="0"/>
          </a:xfrm>
          <a:prstGeom prst="line">
            <a:avLst/>
          </a:prstGeom>
          <a:noFill/>
          <a:ln w="20003">
            <a:solidFill>
              <a:srgbClr val="5360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action-to-velocity-240-head">
            <a:extLst>
              <a:ext uri="{FF2B5EF4-FFF2-40B4-BE49-F238E27FC236}">
                <a16:creationId xmlns:a16="http://schemas.microsoft.com/office/drawing/2014/main" id="{1C477B90-CE7B-4F69-A481-D97B06C7F15F}"/>
              </a:ext>
            </a:extLst>
          </p:cNvPr>
          <p:cNvSpPr>
            <a:spLocks noGrp="1"/>
          </p:cNvSpPr>
          <p:nvPr/>
        </p:nvSpPr>
        <p:spPr>
          <a:xfrm rot="5400000">
            <a:off x="7858125" y="1752884"/>
            <a:ext cx="95250" cy="104254"/>
          </a:xfrm>
          <a:prstGeom prst="triangle">
            <a:avLst/>
          </a:prstGeom>
          <a:solidFill>
            <a:srgbClr val="53606C"/>
          </a:solidFill>
          <a:ln w="0">
            <a:solidFill>
              <a:srgbClr val="5360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input-to-visual-520-line">
            <a:extLst>
              <a:ext uri="{FF2B5EF4-FFF2-40B4-BE49-F238E27FC236}">
                <a16:creationId xmlns:a16="http://schemas.microsoft.com/office/drawing/2014/main" id="{5929652B-95DA-41B1-8E2C-0A1E55224559}"/>
              </a:ext>
            </a:extLst>
          </p:cNvPr>
          <p:cNvSpPr>
            <a:spLocks noGrp="1"/>
          </p:cNvSpPr>
          <p:nvPr/>
        </p:nvSpPr>
        <p:spPr>
          <a:xfrm>
            <a:off x="2000250" y="4724116"/>
            <a:ext cx="304800" cy="0"/>
          </a:xfrm>
          <a:prstGeom prst="line">
            <a:avLst/>
          </a:prstGeom>
          <a:noFill/>
          <a:ln w="20003">
            <a:solidFill>
              <a:srgbClr val="5360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input-to-visual-520-head">
            <a:extLst>
              <a:ext uri="{FF2B5EF4-FFF2-40B4-BE49-F238E27FC236}">
                <a16:creationId xmlns:a16="http://schemas.microsoft.com/office/drawing/2014/main" id="{8898E74B-54B8-4A43-99E6-B9F50257AC13}"/>
              </a:ext>
            </a:extLst>
          </p:cNvPr>
          <p:cNvSpPr>
            <a:spLocks noGrp="1"/>
          </p:cNvSpPr>
          <p:nvPr/>
        </p:nvSpPr>
        <p:spPr>
          <a:xfrm rot="5400000">
            <a:off x="2286000" y="4671989"/>
            <a:ext cx="95250" cy="104254"/>
          </a:xfrm>
          <a:prstGeom prst="triangle">
            <a:avLst/>
          </a:prstGeom>
          <a:solidFill>
            <a:srgbClr val="53606C"/>
          </a:solidFill>
          <a:ln w="0">
            <a:solidFill>
              <a:srgbClr val="5360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visual-to-fusion-520-line">
            <a:extLst>
              <a:ext uri="{FF2B5EF4-FFF2-40B4-BE49-F238E27FC236}">
                <a16:creationId xmlns:a16="http://schemas.microsoft.com/office/drawing/2014/main" id="{2865649B-1B6E-4346-AA36-3CDE39BCA696}"/>
              </a:ext>
            </a:extLst>
          </p:cNvPr>
          <p:cNvSpPr>
            <a:spLocks noGrp="1"/>
          </p:cNvSpPr>
          <p:nvPr/>
        </p:nvSpPr>
        <p:spPr>
          <a:xfrm>
            <a:off x="3762375" y="4724116"/>
            <a:ext cx="161925" cy="0"/>
          </a:xfrm>
          <a:prstGeom prst="line">
            <a:avLst/>
          </a:prstGeom>
          <a:noFill/>
          <a:ln w="20003">
            <a:solidFill>
              <a:srgbClr val="5360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visual-to-fusion-520-head">
            <a:extLst>
              <a:ext uri="{FF2B5EF4-FFF2-40B4-BE49-F238E27FC236}">
                <a16:creationId xmlns:a16="http://schemas.microsoft.com/office/drawing/2014/main" id="{7C9CD57F-693B-40B5-BC2C-78FC3F80088A}"/>
              </a:ext>
            </a:extLst>
          </p:cNvPr>
          <p:cNvSpPr>
            <a:spLocks noGrp="1"/>
          </p:cNvSpPr>
          <p:nvPr/>
        </p:nvSpPr>
        <p:spPr>
          <a:xfrm rot="5400000">
            <a:off x="3905250" y="4671989"/>
            <a:ext cx="95250" cy="104254"/>
          </a:xfrm>
          <a:prstGeom prst="triangle">
            <a:avLst/>
          </a:prstGeom>
          <a:solidFill>
            <a:srgbClr val="53606C"/>
          </a:solidFill>
          <a:ln w="0">
            <a:solidFill>
              <a:srgbClr val="5360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fusion-to-policy-520-line">
            <a:extLst>
              <a:ext uri="{FF2B5EF4-FFF2-40B4-BE49-F238E27FC236}">
                <a16:creationId xmlns:a16="http://schemas.microsoft.com/office/drawing/2014/main" id="{B4AF3B81-7354-45CE-AE2F-030B55EE64FB}"/>
              </a:ext>
            </a:extLst>
          </p:cNvPr>
          <p:cNvSpPr>
            <a:spLocks noGrp="1"/>
          </p:cNvSpPr>
          <p:nvPr/>
        </p:nvSpPr>
        <p:spPr>
          <a:xfrm>
            <a:off x="4400550" y="4724116"/>
            <a:ext cx="142875" cy="0"/>
          </a:xfrm>
          <a:prstGeom prst="line">
            <a:avLst/>
          </a:prstGeom>
          <a:noFill/>
          <a:ln w="20003">
            <a:solidFill>
              <a:srgbClr val="5360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fusion-to-policy-520-head">
            <a:extLst>
              <a:ext uri="{FF2B5EF4-FFF2-40B4-BE49-F238E27FC236}">
                <a16:creationId xmlns:a16="http://schemas.microsoft.com/office/drawing/2014/main" id="{D61CC985-D70D-4E9D-A764-B49F48D8B10F}"/>
              </a:ext>
            </a:extLst>
          </p:cNvPr>
          <p:cNvSpPr>
            <a:spLocks noGrp="1"/>
          </p:cNvSpPr>
          <p:nvPr/>
        </p:nvSpPr>
        <p:spPr>
          <a:xfrm rot="5400000">
            <a:off x="4524375" y="4671989"/>
            <a:ext cx="95250" cy="104254"/>
          </a:xfrm>
          <a:prstGeom prst="triangle">
            <a:avLst/>
          </a:prstGeom>
          <a:solidFill>
            <a:srgbClr val="53606C"/>
          </a:solidFill>
          <a:ln w="0">
            <a:solidFill>
              <a:srgbClr val="5360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policy-to-action-520-line">
            <a:extLst>
              <a:ext uri="{FF2B5EF4-FFF2-40B4-BE49-F238E27FC236}">
                <a16:creationId xmlns:a16="http://schemas.microsoft.com/office/drawing/2014/main" id="{52692B6E-118E-49B0-A081-2671ECD99D1C}"/>
              </a:ext>
            </a:extLst>
          </p:cNvPr>
          <p:cNvSpPr>
            <a:spLocks noGrp="1"/>
          </p:cNvSpPr>
          <p:nvPr/>
        </p:nvSpPr>
        <p:spPr>
          <a:xfrm>
            <a:off x="5953125" y="4724116"/>
            <a:ext cx="352425" cy="0"/>
          </a:xfrm>
          <a:prstGeom prst="line">
            <a:avLst/>
          </a:prstGeom>
          <a:noFill/>
          <a:ln w="20003">
            <a:solidFill>
              <a:srgbClr val="5360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policy-to-action-520-head">
            <a:extLst>
              <a:ext uri="{FF2B5EF4-FFF2-40B4-BE49-F238E27FC236}">
                <a16:creationId xmlns:a16="http://schemas.microsoft.com/office/drawing/2014/main" id="{4BBBEE62-5ED1-4C88-B085-719083A78F0E}"/>
              </a:ext>
            </a:extLst>
          </p:cNvPr>
          <p:cNvSpPr>
            <a:spLocks noGrp="1"/>
          </p:cNvSpPr>
          <p:nvPr/>
        </p:nvSpPr>
        <p:spPr>
          <a:xfrm rot="5400000">
            <a:off x="6286500" y="4671989"/>
            <a:ext cx="95250" cy="104254"/>
          </a:xfrm>
          <a:prstGeom prst="triangle">
            <a:avLst/>
          </a:prstGeom>
          <a:solidFill>
            <a:srgbClr val="53606C"/>
          </a:solidFill>
          <a:ln w="0">
            <a:solidFill>
              <a:srgbClr val="5360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action-to-velocity-520-line">
            <a:extLst>
              <a:ext uri="{FF2B5EF4-FFF2-40B4-BE49-F238E27FC236}">
                <a16:creationId xmlns:a16="http://schemas.microsoft.com/office/drawing/2014/main" id="{0033F428-A4D0-439B-9BA7-9040A3106799}"/>
              </a:ext>
            </a:extLst>
          </p:cNvPr>
          <p:cNvSpPr>
            <a:spLocks noGrp="1"/>
          </p:cNvSpPr>
          <p:nvPr/>
        </p:nvSpPr>
        <p:spPr>
          <a:xfrm>
            <a:off x="7715250" y="4724116"/>
            <a:ext cx="161925" cy="0"/>
          </a:xfrm>
          <a:prstGeom prst="line">
            <a:avLst/>
          </a:prstGeom>
          <a:noFill/>
          <a:ln w="20003">
            <a:solidFill>
              <a:srgbClr val="5360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action-to-velocity-520-head">
            <a:extLst>
              <a:ext uri="{FF2B5EF4-FFF2-40B4-BE49-F238E27FC236}">
                <a16:creationId xmlns:a16="http://schemas.microsoft.com/office/drawing/2014/main" id="{B8CAB625-AB4C-4BDC-8114-FF1C53A606B6}"/>
              </a:ext>
            </a:extLst>
          </p:cNvPr>
          <p:cNvSpPr>
            <a:spLocks noGrp="1"/>
          </p:cNvSpPr>
          <p:nvPr/>
        </p:nvSpPr>
        <p:spPr>
          <a:xfrm rot="5400000">
            <a:off x="7858125" y="4671989"/>
            <a:ext cx="95250" cy="104254"/>
          </a:xfrm>
          <a:prstGeom prst="triangle">
            <a:avLst/>
          </a:prstGeom>
          <a:solidFill>
            <a:srgbClr val="53606C"/>
          </a:solidFill>
          <a:ln w="0">
            <a:solidFill>
              <a:srgbClr val="5360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red-action-up">
            <a:extLst>
              <a:ext uri="{FF2B5EF4-FFF2-40B4-BE49-F238E27FC236}">
                <a16:creationId xmlns:a16="http://schemas.microsoft.com/office/drawing/2014/main" id="{B88D4E5B-D272-44C8-94AA-151356231913}"/>
              </a:ext>
            </a:extLst>
          </p:cNvPr>
          <p:cNvSpPr>
            <a:spLocks noGrp="1"/>
          </p:cNvSpPr>
          <p:nvPr/>
        </p:nvSpPr>
        <p:spPr>
          <a:xfrm>
            <a:off x="7048500" y="2326280"/>
            <a:ext cx="0" cy="1032112"/>
          </a:xfrm>
          <a:prstGeom prst="line">
            <a:avLst/>
          </a:prstGeom>
          <a:noFill/>
          <a:ln w="15240">
            <a:solidFill>
              <a:srgbClr val="87919A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red-action-up-head">
            <a:extLst>
              <a:ext uri="{FF2B5EF4-FFF2-40B4-BE49-F238E27FC236}">
                <a16:creationId xmlns:a16="http://schemas.microsoft.com/office/drawing/2014/main" id="{96F9AA61-A2F7-44B1-B061-6C18F8867808}"/>
              </a:ext>
            </a:extLst>
          </p:cNvPr>
          <p:cNvSpPr>
            <a:spLocks noGrp="1"/>
          </p:cNvSpPr>
          <p:nvPr/>
        </p:nvSpPr>
        <p:spPr>
          <a:xfrm>
            <a:off x="6962775" y="2279366"/>
            <a:ext cx="85725" cy="93828"/>
          </a:xfrm>
          <a:prstGeom prst="triangle">
            <a:avLst/>
          </a:prstGeom>
          <a:solidFill>
            <a:srgbClr val="87919A"/>
          </a:solidFill>
          <a:ln w="0">
            <a:solidFill>
              <a:srgbClr val="8791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red-action-down">
            <a:extLst>
              <a:ext uri="{FF2B5EF4-FFF2-40B4-BE49-F238E27FC236}">
                <a16:creationId xmlns:a16="http://schemas.microsoft.com/office/drawing/2014/main" id="{A898CD32-C91F-4056-938C-A41C837D155C}"/>
              </a:ext>
            </a:extLst>
          </p:cNvPr>
          <p:cNvSpPr>
            <a:spLocks noGrp="1"/>
          </p:cNvSpPr>
          <p:nvPr/>
        </p:nvSpPr>
        <p:spPr>
          <a:xfrm>
            <a:off x="7048500" y="3358392"/>
            <a:ext cx="0" cy="844455"/>
          </a:xfrm>
          <a:prstGeom prst="line">
            <a:avLst/>
          </a:prstGeom>
          <a:noFill/>
          <a:ln w="15240">
            <a:solidFill>
              <a:srgbClr val="87919A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red-action-down-head">
            <a:extLst>
              <a:ext uri="{FF2B5EF4-FFF2-40B4-BE49-F238E27FC236}">
                <a16:creationId xmlns:a16="http://schemas.microsoft.com/office/drawing/2014/main" id="{85F079F0-36C3-4FE8-917E-A63584FE6713}"/>
              </a:ext>
            </a:extLst>
          </p:cNvPr>
          <p:cNvSpPr>
            <a:spLocks noGrp="1"/>
          </p:cNvSpPr>
          <p:nvPr/>
        </p:nvSpPr>
        <p:spPr>
          <a:xfrm rot="10800000">
            <a:off x="6962775" y="4155933"/>
            <a:ext cx="85725" cy="93828"/>
          </a:xfrm>
          <a:prstGeom prst="triangle">
            <a:avLst/>
          </a:prstGeom>
          <a:solidFill>
            <a:srgbClr val="87919A"/>
          </a:solidFill>
          <a:ln w="0">
            <a:solidFill>
              <a:srgbClr val="87919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acher-cue-bus-a">
            <a:extLst>
              <a:ext uri="{FF2B5EF4-FFF2-40B4-BE49-F238E27FC236}">
                <a16:creationId xmlns:a16="http://schemas.microsoft.com/office/drawing/2014/main" id="{610D6E41-0028-4D6D-94DD-D5AB16C43E89}"/>
              </a:ext>
            </a:extLst>
          </p:cNvPr>
          <p:cNvSpPr>
            <a:spLocks noGrp="1"/>
          </p:cNvSpPr>
          <p:nvPr/>
        </p:nvSpPr>
        <p:spPr>
          <a:xfrm>
            <a:off x="3762375" y="2712019"/>
            <a:ext cx="5238750" cy="0"/>
          </a:xfrm>
          <a:prstGeom prst="line">
            <a:avLst/>
          </a:prstGeom>
          <a:noFill/>
          <a:ln w="17145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acher-cue-bus-b">
            <a:extLst>
              <a:ext uri="{FF2B5EF4-FFF2-40B4-BE49-F238E27FC236}">
                <a16:creationId xmlns:a16="http://schemas.microsoft.com/office/drawing/2014/main" id="{DE49FE29-F19A-4C45-AD27-BA1453FA82A4}"/>
              </a:ext>
            </a:extLst>
          </p:cNvPr>
          <p:cNvSpPr>
            <a:spLocks noGrp="1"/>
          </p:cNvSpPr>
          <p:nvPr/>
        </p:nvSpPr>
        <p:spPr>
          <a:xfrm>
            <a:off x="7762875" y="2712019"/>
            <a:ext cx="1238250" cy="0"/>
          </a:xfrm>
          <a:prstGeom prst="line">
            <a:avLst/>
          </a:prstGeom>
          <a:noFill/>
          <a:ln w="17145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acher-cue-bus-c">
            <a:extLst>
              <a:ext uri="{FF2B5EF4-FFF2-40B4-BE49-F238E27FC236}">
                <a16:creationId xmlns:a16="http://schemas.microsoft.com/office/drawing/2014/main" id="{C116F0A9-CDD4-43D1-9DA9-676398BE8B34}"/>
              </a:ext>
            </a:extLst>
          </p:cNvPr>
          <p:cNvSpPr>
            <a:spLocks noGrp="1"/>
          </p:cNvSpPr>
          <p:nvPr/>
        </p:nvSpPr>
        <p:spPr>
          <a:xfrm>
            <a:off x="9001125" y="1586078"/>
            <a:ext cx="0" cy="1125940"/>
          </a:xfrm>
          <a:prstGeom prst="line">
            <a:avLst/>
          </a:prstGeom>
          <a:noFill/>
          <a:ln w="17145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acher-cue-to-acpd-line">
            <a:extLst>
              <a:ext uri="{FF2B5EF4-FFF2-40B4-BE49-F238E27FC236}">
                <a16:creationId xmlns:a16="http://schemas.microsoft.com/office/drawing/2014/main" id="{1FF068F8-D5A2-4446-A786-D0F960556B40}"/>
              </a:ext>
            </a:extLst>
          </p:cNvPr>
          <p:cNvSpPr>
            <a:spLocks noGrp="1"/>
          </p:cNvSpPr>
          <p:nvPr/>
        </p:nvSpPr>
        <p:spPr>
          <a:xfrm>
            <a:off x="9001125" y="1586078"/>
            <a:ext cx="304800" cy="0"/>
          </a:xfrm>
          <a:prstGeom prst="line">
            <a:avLst/>
          </a:prstGeom>
          <a:noFill/>
          <a:ln w="17145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acher-cue-to-acpd-head">
            <a:extLst>
              <a:ext uri="{FF2B5EF4-FFF2-40B4-BE49-F238E27FC236}">
                <a16:creationId xmlns:a16="http://schemas.microsoft.com/office/drawing/2014/main" id="{342DB12E-3B63-494D-94F4-DE18FB2133ED}"/>
              </a:ext>
            </a:extLst>
          </p:cNvPr>
          <p:cNvSpPr>
            <a:spLocks noGrp="1"/>
          </p:cNvSpPr>
          <p:nvPr/>
        </p:nvSpPr>
        <p:spPr>
          <a:xfrm rot="5400000">
            <a:off x="9286875" y="1533951"/>
            <a:ext cx="95250" cy="104254"/>
          </a:xfrm>
          <a:prstGeom prst="triangle">
            <a:avLst/>
          </a:prstGeom>
          <a:solidFill>
            <a:srgbClr val="0072B2"/>
          </a:solidFill>
          <a:ln w="0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tudent-state-bus-a">
            <a:extLst>
              <a:ext uri="{FF2B5EF4-FFF2-40B4-BE49-F238E27FC236}">
                <a16:creationId xmlns:a16="http://schemas.microsoft.com/office/drawing/2014/main" id="{EDFD63FC-FB9D-45A6-B9DB-589CBC475B29}"/>
              </a:ext>
            </a:extLst>
          </p:cNvPr>
          <p:cNvSpPr>
            <a:spLocks noGrp="1"/>
          </p:cNvSpPr>
          <p:nvPr/>
        </p:nvSpPr>
        <p:spPr>
          <a:xfrm>
            <a:off x="7762875" y="5631123"/>
            <a:ext cx="1266825" cy="0"/>
          </a:xfrm>
          <a:prstGeom prst="line">
            <a:avLst/>
          </a:prstGeom>
          <a:noFill/>
          <a:ln w="17145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tudent-state-bus-b">
            <a:extLst>
              <a:ext uri="{FF2B5EF4-FFF2-40B4-BE49-F238E27FC236}">
                <a16:creationId xmlns:a16="http://schemas.microsoft.com/office/drawing/2014/main" id="{C1A7A31F-0692-4CB5-9662-0FC4DEBDED70}"/>
              </a:ext>
            </a:extLst>
          </p:cNvPr>
          <p:cNvSpPr>
            <a:spLocks noGrp="1"/>
          </p:cNvSpPr>
          <p:nvPr/>
        </p:nvSpPr>
        <p:spPr>
          <a:xfrm>
            <a:off x="9029700" y="3400093"/>
            <a:ext cx="0" cy="2231030"/>
          </a:xfrm>
          <a:prstGeom prst="line">
            <a:avLst/>
          </a:prstGeom>
          <a:noFill/>
          <a:ln w="17145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tudent-state-to-acpd-line">
            <a:extLst>
              <a:ext uri="{FF2B5EF4-FFF2-40B4-BE49-F238E27FC236}">
                <a16:creationId xmlns:a16="http://schemas.microsoft.com/office/drawing/2014/main" id="{1A7C8FBB-C757-4EFC-AF2A-88C447A3293E}"/>
              </a:ext>
            </a:extLst>
          </p:cNvPr>
          <p:cNvSpPr>
            <a:spLocks noGrp="1"/>
          </p:cNvSpPr>
          <p:nvPr/>
        </p:nvSpPr>
        <p:spPr>
          <a:xfrm>
            <a:off x="9029700" y="3400093"/>
            <a:ext cx="276225" cy="0"/>
          </a:xfrm>
          <a:prstGeom prst="line">
            <a:avLst/>
          </a:prstGeom>
          <a:noFill/>
          <a:ln w="17145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tudent-state-to-acpd-head">
            <a:extLst>
              <a:ext uri="{FF2B5EF4-FFF2-40B4-BE49-F238E27FC236}">
                <a16:creationId xmlns:a16="http://schemas.microsoft.com/office/drawing/2014/main" id="{53C55F01-F5FB-4355-8569-618DFB8014EE}"/>
              </a:ext>
            </a:extLst>
          </p:cNvPr>
          <p:cNvSpPr>
            <a:spLocks noGrp="1"/>
          </p:cNvSpPr>
          <p:nvPr/>
        </p:nvSpPr>
        <p:spPr>
          <a:xfrm rot="5400000">
            <a:off x="9286875" y="3347966"/>
            <a:ext cx="95250" cy="104254"/>
          </a:xfrm>
          <a:prstGeom prst="triangle">
            <a:avLst/>
          </a:prstGeom>
          <a:solidFill>
            <a:srgbClr val="D55E00"/>
          </a:solidFill>
          <a:ln w="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acher-feature-to-selector-line">
            <a:extLst>
              <a:ext uri="{FF2B5EF4-FFF2-40B4-BE49-F238E27FC236}">
                <a16:creationId xmlns:a16="http://schemas.microsoft.com/office/drawing/2014/main" id="{C9E4A507-1489-4AAB-B997-286108AAB826}"/>
              </a:ext>
            </a:extLst>
          </p:cNvPr>
          <p:cNvSpPr>
            <a:spLocks noGrp="1"/>
          </p:cNvSpPr>
          <p:nvPr/>
        </p:nvSpPr>
        <p:spPr>
          <a:xfrm>
            <a:off x="10810875" y="1586078"/>
            <a:ext cx="161925" cy="0"/>
          </a:xfrm>
          <a:prstGeom prst="line">
            <a:avLst/>
          </a:prstGeom>
          <a:noFill/>
          <a:ln w="1905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acher-feature-to-selector-head">
            <a:extLst>
              <a:ext uri="{FF2B5EF4-FFF2-40B4-BE49-F238E27FC236}">
                <a16:creationId xmlns:a16="http://schemas.microsoft.com/office/drawing/2014/main" id="{4D144C30-CD78-4AB5-903C-D29EEB9E77E5}"/>
              </a:ext>
            </a:extLst>
          </p:cNvPr>
          <p:cNvSpPr>
            <a:spLocks noGrp="1"/>
          </p:cNvSpPr>
          <p:nvPr/>
        </p:nvSpPr>
        <p:spPr>
          <a:xfrm rot="5400000">
            <a:off x="10953750" y="1533951"/>
            <a:ext cx="95250" cy="104254"/>
          </a:xfrm>
          <a:prstGeom prst="triangle">
            <a:avLst/>
          </a:prstGeom>
          <a:solidFill>
            <a:srgbClr val="6F42C1"/>
          </a:solidFill>
          <a:ln w="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elector-to-cue-line">
            <a:extLst>
              <a:ext uri="{FF2B5EF4-FFF2-40B4-BE49-F238E27FC236}">
                <a16:creationId xmlns:a16="http://schemas.microsoft.com/office/drawing/2014/main" id="{0DF92815-76A0-40B5-8C7F-08BF16EDDB1F}"/>
              </a:ext>
            </a:extLst>
          </p:cNvPr>
          <p:cNvSpPr>
            <a:spLocks noGrp="1"/>
          </p:cNvSpPr>
          <p:nvPr/>
        </p:nvSpPr>
        <p:spPr>
          <a:xfrm>
            <a:off x="12430125" y="1586078"/>
            <a:ext cx="161925" cy="0"/>
          </a:xfrm>
          <a:prstGeom prst="line">
            <a:avLst/>
          </a:prstGeom>
          <a:noFill/>
          <a:ln w="1905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elector-to-cue-head">
            <a:extLst>
              <a:ext uri="{FF2B5EF4-FFF2-40B4-BE49-F238E27FC236}">
                <a16:creationId xmlns:a16="http://schemas.microsoft.com/office/drawing/2014/main" id="{143E63DA-1ABE-49FC-AAA5-3C1F2D958A34}"/>
              </a:ext>
            </a:extLst>
          </p:cNvPr>
          <p:cNvSpPr>
            <a:spLocks noGrp="1"/>
          </p:cNvSpPr>
          <p:nvPr/>
        </p:nvSpPr>
        <p:spPr>
          <a:xfrm rot="5400000">
            <a:off x="12573000" y="1533951"/>
            <a:ext cx="95250" cy="104254"/>
          </a:xfrm>
          <a:prstGeom prst="triangle">
            <a:avLst/>
          </a:prstGeom>
          <a:solidFill>
            <a:srgbClr val="6F42C1"/>
          </a:solidFill>
          <a:ln w="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tudent-to-predictor-line">
            <a:extLst>
              <a:ext uri="{FF2B5EF4-FFF2-40B4-BE49-F238E27FC236}">
                <a16:creationId xmlns:a16="http://schemas.microsoft.com/office/drawing/2014/main" id="{456A2731-2F8B-47CB-91D2-23DB00719599}"/>
              </a:ext>
            </a:extLst>
          </p:cNvPr>
          <p:cNvSpPr>
            <a:spLocks noGrp="1"/>
          </p:cNvSpPr>
          <p:nvPr/>
        </p:nvSpPr>
        <p:spPr>
          <a:xfrm>
            <a:off x="10810875" y="3400093"/>
            <a:ext cx="161925" cy="0"/>
          </a:xfrm>
          <a:prstGeom prst="line">
            <a:avLst/>
          </a:prstGeom>
          <a:noFill/>
          <a:ln w="1905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tudent-to-predictor-head">
            <a:extLst>
              <a:ext uri="{FF2B5EF4-FFF2-40B4-BE49-F238E27FC236}">
                <a16:creationId xmlns:a16="http://schemas.microsoft.com/office/drawing/2014/main" id="{889F54A3-4F4B-411E-B870-369EE9BC4AFD}"/>
              </a:ext>
            </a:extLst>
          </p:cNvPr>
          <p:cNvSpPr>
            <a:spLocks noGrp="1"/>
          </p:cNvSpPr>
          <p:nvPr/>
        </p:nvSpPr>
        <p:spPr>
          <a:xfrm rot="5400000">
            <a:off x="10953750" y="3347966"/>
            <a:ext cx="95250" cy="104254"/>
          </a:xfrm>
          <a:prstGeom prst="triangle">
            <a:avLst/>
          </a:prstGeom>
          <a:solidFill>
            <a:srgbClr val="6F42C1"/>
          </a:solidFill>
          <a:ln w="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predictor-to-cue-line">
            <a:extLst>
              <a:ext uri="{FF2B5EF4-FFF2-40B4-BE49-F238E27FC236}">
                <a16:creationId xmlns:a16="http://schemas.microsoft.com/office/drawing/2014/main" id="{15AB6B9E-F9F4-47FB-BB7C-8443CE7B4B1B}"/>
              </a:ext>
            </a:extLst>
          </p:cNvPr>
          <p:cNvSpPr>
            <a:spLocks noGrp="1"/>
          </p:cNvSpPr>
          <p:nvPr/>
        </p:nvSpPr>
        <p:spPr>
          <a:xfrm>
            <a:off x="12430125" y="3400093"/>
            <a:ext cx="161925" cy="0"/>
          </a:xfrm>
          <a:prstGeom prst="line">
            <a:avLst/>
          </a:prstGeom>
          <a:noFill/>
          <a:ln w="1905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predictor-to-cue-head">
            <a:extLst>
              <a:ext uri="{FF2B5EF4-FFF2-40B4-BE49-F238E27FC236}">
                <a16:creationId xmlns:a16="http://schemas.microsoft.com/office/drawing/2014/main" id="{B4A3861D-EA8F-4778-B418-847D17D1202C}"/>
              </a:ext>
            </a:extLst>
          </p:cNvPr>
          <p:cNvSpPr>
            <a:spLocks noGrp="1"/>
          </p:cNvSpPr>
          <p:nvPr/>
        </p:nvSpPr>
        <p:spPr>
          <a:xfrm rot="5400000">
            <a:off x="12573000" y="3347966"/>
            <a:ext cx="95250" cy="104254"/>
          </a:xfrm>
          <a:prstGeom prst="triangle">
            <a:avLst/>
          </a:prstGeom>
          <a:solidFill>
            <a:srgbClr val="6F42C1"/>
          </a:solidFill>
          <a:ln w="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tudent-query-up">
            <a:extLst>
              <a:ext uri="{FF2B5EF4-FFF2-40B4-BE49-F238E27FC236}">
                <a16:creationId xmlns:a16="http://schemas.microsoft.com/office/drawing/2014/main" id="{4148CA2F-DA5E-4AEC-92EC-1F64E548D60B}"/>
              </a:ext>
            </a:extLst>
          </p:cNvPr>
          <p:cNvSpPr>
            <a:spLocks noGrp="1"/>
          </p:cNvSpPr>
          <p:nvPr/>
        </p:nvSpPr>
        <p:spPr>
          <a:xfrm>
            <a:off x="10906125" y="2117772"/>
            <a:ext cx="0" cy="1282321"/>
          </a:xfrm>
          <a:prstGeom prst="line">
            <a:avLst/>
          </a:prstGeom>
          <a:noFill/>
          <a:ln w="15240">
            <a:solidFill>
              <a:srgbClr val="D55E00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tudent-query-across">
            <a:extLst>
              <a:ext uri="{FF2B5EF4-FFF2-40B4-BE49-F238E27FC236}">
                <a16:creationId xmlns:a16="http://schemas.microsoft.com/office/drawing/2014/main" id="{FF8C747A-D4A0-4EFC-B200-A80DAD30CAE1}"/>
              </a:ext>
            </a:extLst>
          </p:cNvPr>
          <p:cNvSpPr>
            <a:spLocks noGrp="1"/>
          </p:cNvSpPr>
          <p:nvPr/>
        </p:nvSpPr>
        <p:spPr>
          <a:xfrm>
            <a:off x="10906125" y="2117772"/>
            <a:ext cx="828675" cy="0"/>
          </a:xfrm>
          <a:prstGeom prst="line">
            <a:avLst/>
          </a:prstGeom>
          <a:noFill/>
          <a:ln w="15240">
            <a:solidFill>
              <a:srgbClr val="D55E00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tudent-query-into-selector">
            <a:extLst>
              <a:ext uri="{FF2B5EF4-FFF2-40B4-BE49-F238E27FC236}">
                <a16:creationId xmlns:a16="http://schemas.microsoft.com/office/drawing/2014/main" id="{5E81D5D0-80F0-4F36-BA25-39F45E525ECE}"/>
              </a:ext>
            </a:extLst>
          </p:cNvPr>
          <p:cNvSpPr>
            <a:spLocks noGrp="1"/>
          </p:cNvSpPr>
          <p:nvPr/>
        </p:nvSpPr>
        <p:spPr>
          <a:xfrm>
            <a:off x="11734800" y="2003093"/>
            <a:ext cx="0" cy="114679"/>
          </a:xfrm>
          <a:prstGeom prst="line">
            <a:avLst/>
          </a:prstGeom>
          <a:noFill/>
          <a:ln w="15240">
            <a:solidFill>
              <a:srgbClr val="D55E00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tudent-query-selector-head">
            <a:extLst>
              <a:ext uri="{FF2B5EF4-FFF2-40B4-BE49-F238E27FC236}">
                <a16:creationId xmlns:a16="http://schemas.microsoft.com/office/drawing/2014/main" id="{CEBB6E3C-14D2-483F-BB08-E06FFF3CA260}"/>
              </a:ext>
            </a:extLst>
          </p:cNvPr>
          <p:cNvSpPr>
            <a:spLocks noGrp="1"/>
          </p:cNvSpPr>
          <p:nvPr/>
        </p:nvSpPr>
        <p:spPr>
          <a:xfrm>
            <a:off x="11649075" y="1956179"/>
            <a:ext cx="85725" cy="93828"/>
          </a:xfrm>
          <a:prstGeom prst="triangle">
            <a:avLst/>
          </a:prstGeom>
          <a:solidFill>
            <a:srgbClr val="D55E00"/>
          </a:solidFill>
          <a:ln w="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privileged-cue-loss-line">
            <a:extLst>
              <a:ext uri="{FF2B5EF4-FFF2-40B4-BE49-F238E27FC236}">
                <a16:creationId xmlns:a16="http://schemas.microsoft.com/office/drawing/2014/main" id="{7DAFFCE3-FEA9-4BE9-8671-F77A098E334D}"/>
              </a:ext>
            </a:extLst>
          </p:cNvPr>
          <p:cNvSpPr>
            <a:spLocks noGrp="1"/>
          </p:cNvSpPr>
          <p:nvPr/>
        </p:nvSpPr>
        <p:spPr>
          <a:xfrm>
            <a:off x="13639800" y="1586078"/>
            <a:ext cx="123825" cy="0"/>
          </a:xfrm>
          <a:prstGeom prst="line">
            <a:avLst/>
          </a:prstGeom>
          <a:noFill/>
          <a:ln w="1905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privileged-cue-loss-turn">
            <a:extLst>
              <a:ext uri="{FF2B5EF4-FFF2-40B4-BE49-F238E27FC236}">
                <a16:creationId xmlns:a16="http://schemas.microsoft.com/office/drawing/2014/main" id="{7D4D92DF-9108-461F-82CB-1B0E8083FC20}"/>
              </a:ext>
            </a:extLst>
          </p:cNvPr>
          <p:cNvSpPr>
            <a:spLocks noGrp="1"/>
          </p:cNvSpPr>
          <p:nvPr/>
        </p:nvSpPr>
        <p:spPr>
          <a:xfrm>
            <a:off x="13763625" y="1586078"/>
            <a:ext cx="0" cy="875731"/>
          </a:xfrm>
          <a:prstGeom prst="line">
            <a:avLst/>
          </a:prstGeom>
          <a:noFill/>
          <a:ln w="1905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privileged-cue-to-loss-line">
            <a:extLst>
              <a:ext uri="{FF2B5EF4-FFF2-40B4-BE49-F238E27FC236}">
                <a16:creationId xmlns:a16="http://schemas.microsoft.com/office/drawing/2014/main" id="{E6187BCF-727C-4C1D-A916-F2524ED42ECE}"/>
              </a:ext>
            </a:extLst>
          </p:cNvPr>
          <p:cNvSpPr>
            <a:spLocks noGrp="1"/>
          </p:cNvSpPr>
          <p:nvPr/>
        </p:nvSpPr>
        <p:spPr>
          <a:xfrm>
            <a:off x="13763625" y="2461810"/>
            <a:ext cx="85725" cy="0"/>
          </a:xfrm>
          <a:prstGeom prst="line">
            <a:avLst/>
          </a:prstGeom>
          <a:noFill/>
          <a:ln w="1905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privileged-cue-to-loss-head">
            <a:extLst>
              <a:ext uri="{FF2B5EF4-FFF2-40B4-BE49-F238E27FC236}">
                <a16:creationId xmlns:a16="http://schemas.microsoft.com/office/drawing/2014/main" id="{8902ED09-EA84-4D1E-B1CB-6174FAD82927}"/>
              </a:ext>
            </a:extLst>
          </p:cNvPr>
          <p:cNvSpPr>
            <a:spLocks noGrp="1"/>
          </p:cNvSpPr>
          <p:nvPr/>
        </p:nvSpPr>
        <p:spPr>
          <a:xfrm rot="5400000">
            <a:off x="13830300" y="2409683"/>
            <a:ext cx="95250" cy="104254"/>
          </a:xfrm>
          <a:prstGeom prst="triangle">
            <a:avLst/>
          </a:prstGeom>
          <a:solidFill>
            <a:srgbClr val="6F42C1"/>
          </a:solidFill>
          <a:ln w="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predicted-cue-loss-line">
            <a:extLst>
              <a:ext uri="{FF2B5EF4-FFF2-40B4-BE49-F238E27FC236}">
                <a16:creationId xmlns:a16="http://schemas.microsoft.com/office/drawing/2014/main" id="{310E74CD-EBAD-4148-A435-29EB34940522}"/>
              </a:ext>
            </a:extLst>
          </p:cNvPr>
          <p:cNvSpPr>
            <a:spLocks noGrp="1"/>
          </p:cNvSpPr>
          <p:nvPr/>
        </p:nvSpPr>
        <p:spPr>
          <a:xfrm>
            <a:off x="13639800" y="3400093"/>
            <a:ext cx="123825" cy="0"/>
          </a:xfrm>
          <a:prstGeom prst="line">
            <a:avLst/>
          </a:prstGeom>
          <a:noFill/>
          <a:ln w="1905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predicted-cue-loss-turn">
            <a:extLst>
              <a:ext uri="{FF2B5EF4-FFF2-40B4-BE49-F238E27FC236}">
                <a16:creationId xmlns:a16="http://schemas.microsoft.com/office/drawing/2014/main" id="{7B73F0A9-4750-4D2B-B02A-707CD9ACC107}"/>
              </a:ext>
            </a:extLst>
          </p:cNvPr>
          <p:cNvSpPr>
            <a:spLocks noGrp="1"/>
          </p:cNvSpPr>
          <p:nvPr/>
        </p:nvSpPr>
        <p:spPr>
          <a:xfrm>
            <a:off x="13763625" y="2701593"/>
            <a:ext cx="0" cy="698500"/>
          </a:xfrm>
          <a:prstGeom prst="line">
            <a:avLst/>
          </a:prstGeom>
          <a:noFill/>
          <a:ln w="1905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predicted-cue-to-loss-line">
            <a:extLst>
              <a:ext uri="{FF2B5EF4-FFF2-40B4-BE49-F238E27FC236}">
                <a16:creationId xmlns:a16="http://schemas.microsoft.com/office/drawing/2014/main" id="{DD90C2B7-95F1-47C2-AF83-01E784170652}"/>
              </a:ext>
            </a:extLst>
          </p:cNvPr>
          <p:cNvSpPr>
            <a:spLocks noGrp="1"/>
          </p:cNvSpPr>
          <p:nvPr/>
        </p:nvSpPr>
        <p:spPr>
          <a:xfrm>
            <a:off x="13763625" y="2701593"/>
            <a:ext cx="85725" cy="0"/>
          </a:xfrm>
          <a:prstGeom prst="line">
            <a:avLst/>
          </a:prstGeom>
          <a:noFill/>
          <a:ln w="1905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predicted-cue-to-loss-head">
            <a:extLst>
              <a:ext uri="{FF2B5EF4-FFF2-40B4-BE49-F238E27FC236}">
                <a16:creationId xmlns:a16="http://schemas.microsoft.com/office/drawing/2014/main" id="{F072892E-5FF3-4EBF-BB81-491D9D9DF201}"/>
              </a:ext>
            </a:extLst>
          </p:cNvPr>
          <p:cNvSpPr>
            <a:spLocks noGrp="1"/>
          </p:cNvSpPr>
          <p:nvPr/>
        </p:nvSpPr>
        <p:spPr>
          <a:xfrm rot="5400000">
            <a:off x="13830300" y="2649466"/>
            <a:ext cx="95250" cy="104254"/>
          </a:xfrm>
          <a:prstGeom prst="triangle">
            <a:avLst/>
          </a:prstGeom>
          <a:solidFill>
            <a:srgbClr val="6F42C1"/>
          </a:solidFill>
          <a:ln w="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student-velocity-to-pattern-line">
            <a:extLst>
              <a:ext uri="{FF2B5EF4-FFF2-40B4-BE49-F238E27FC236}">
                <a16:creationId xmlns:a16="http://schemas.microsoft.com/office/drawing/2014/main" id="{E9389DA2-902D-4D7B-BDA7-8BEF7FBA53A5}"/>
              </a:ext>
            </a:extLst>
          </p:cNvPr>
          <p:cNvSpPr>
            <a:spLocks noGrp="1"/>
          </p:cNvSpPr>
          <p:nvPr/>
        </p:nvSpPr>
        <p:spPr>
          <a:xfrm>
            <a:off x="10925175" y="5078578"/>
            <a:ext cx="333375" cy="0"/>
          </a:xfrm>
          <a:prstGeom prst="line">
            <a:avLst/>
          </a:prstGeom>
          <a:noFill/>
          <a:ln w="1905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student-velocity-to-pattern-head">
            <a:extLst>
              <a:ext uri="{FF2B5EF4-FFF2-40B4-BE49-F238E27FC236}">
                <a16:creationId xmlns:a16="http://schemas.microsoft.com/office/drawing/2014/main" id="{547FC7E6-321D-4CD7-BC65-7DF199BD5C4B}"/>
              </a:ext>
            </a:extLst>
          </p:cNvPr>
          <p:cNvSpPr>
            <a:spLocks noGrp="1"/>
          </p:cNvSpPr>
          <p:nvPr/>
        </p:nvSpPr>
        <p:spPr>
          <a:xfrm rot="5400000">
            <a:off x="11239500" y="5026451"/>
            <a:ext cx="95250" cy="104254"/>
          </a:xfrm>
          <a:prstGeom prst="triangle">
            <a:avLst/>
          </a:prstGeom>
          <a:solidFill>
            <a:srgbClr val="D55E00"/>
          </a:solidFill>
          <a:ln w="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teacher-velocity-to-pattern-line">
            <a:extLst>
              <a:ext uri="{FF2B5EF4-FFF2-40B4-BE49-F238E27FC236}">
                <a16:creationId xmlns:a16="http://schemas.microsoft.com/office/drawing/2014/main" id="{3370D465-B454-463A-81CE-418411CF40CC}"/>
              </a:ext>
            </a:extLst>
          </p:cNvPr>
          <p:cNvSpPr>
            <a:spLocks noGrp="1"/>
          </p:cNvSpPr>
          <p:nvPr/>
        </p:nvSpPr>
        <p:spPr>
          <a:xfrm>
            <a:off x="10925175" y="5808354"/>
            <a:ext cx="333375" cy="0"/>
          </a:xfrm>
          <a:prstGeom prst="line">
            <a:avLst/>
          </a:prstGeom>
          <a:noFill/>
          <a:ln w="19050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teacher-velocity-to-pattern-head">
            <a:extLst>
              <a:ext uri="{FF2B5EF4-FFF2-40B4-BE49-F238E27FC236}">
                <a16:creationId xmlns:a16="http://schemas.microsoft.com/office/drawing/2014/main" id="{8CE644A0-DFF2-45DB-97E7-6C1D98EB7CEA}"/>
              </a:ext>
            </a:extLst>
          </p:cNvPr>
          <p:cNvSpPr>
            <a:spLocks noGrp="1"/>
          </p:cNvSpPr>
          <p:nvPr/>
        </p:nvSpPr>
        <p:spPr>
          <a:xfrm rot="5400000">
            <a:off x="11239500" y="5756228"/>
            <a:ext cx="95250" cy="104254"/>
          </a:xfrm>
          <a:prstGeom prst="triangle">
            <a:avLst/>
          </a:prstGeom>
          <a:solidFill>
            <a:srgbClr val="0072B2"/>
          </a:solidFill>
          <a:ln w="0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pattern-to-acl-line">
            <a:extLst>
              <a:ext uri="{FF2B5EF4-FFF2-40B4-BE49-F238E27FC236}">
                <a16:creationId xmlns:a16="http://schemas.microsoft.com/office/drawing/2014/main" id="{203C85AF-4062-43B8-A901-2977AA59B134}"/>
              </a:ext>
            </a:extLst>
          </p:cNvPr>
          <p:cNvSpPr>
            <a:spLocks noGrp="1"/>
          </p:cNvSpPr>
          <p:nvPr/>
        </p:nvSpPr>
        <p:spPr>
          <a:xfrm>
            <a:off x="13477875" y="5443466"/>
            <a:ext cx="276225" cy="0"/>
          </a:xfrm>
          <a:prstGeom prst="line">
            <a:avLst/>
          </a:prstGeom>
          <a:noFill/>
          <a:ln w="1905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pattern-to-acl-head">
            <a:extLst>
              <a:ext uri="{FF2B5EF4-FFF2-40B4-BE49-F238E27FC236}">
                <a16:creationId xmlns:a16="http://schemas.microsoft.com/office/drawing/2014/main" id="{BF40C043-EBC6-4206-A399-FD3D45D7DA85}"/>
              </a:ext>
            </a:extLst>
          </p:cNvPr>
          <p:cNvSpPr>
            <a:spLocks noGrp="1"/>
          </p:cNvSpPr>
          <p:nvPr/>
        </p:nvSpPr>
        <p:spPr>
          <a:xfrm rot="5400000">
            <a:off x="13735050" y="5391340"/>
            <a:ext cx="95250" cy="104254"/>
          </a:xfrm>
          <a:prstGeom prst="triangle">
            <a:avLst/>
          </a:prstGeom>
          <a:solidFill>
            <a:srgbClr val="6F42C1"/>
          </a:solidFill>
          <a:ln w="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deploy-input-to-policy-line">
            <a:extLst>
              <a:ext uri="{FF2B5EF4-FFF2-40B4-BE49-F238E27FC236}">
                <a16:creationId xmlns:a16="http://schemas.microsoft.com/office/drawing/2014/main" id="{EFD720B9-1050-4AE2-BB7D-E1675B7FA8C0}"/>
              </a:ext>
            </a:extLst>
          </p:cNvPr>
          <p:cNvSpPr>
            <a:spLocks noGrp="1"/>
          </p:cNvSpPr>
          <p:nvPr/>
        </p:nvSpPr>
        <p:spPr>
          <a:xfrm>
            <a:off x="3048000" y="7768325"/>
            <a:ext cx="209550" cy="0"/>
          </a:xfrm>
          <a:prstGeom prst="line">
            <a:avLst/>
          </a:prstGeom>
          <a:noFill/>
          <a:ln w="23813">
            <a:solidFill>
              <a:srgbClr val="009E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deploy-input-to-policy-head">
            <a:extLst>
              <a:ext uri="{FF2B5EF4-FFF2-40B4-BE49-F238E27FC236}">
                <a16:creationId xmlns:a16="http://schemas.microsoft.com/office/drawing/2014/main" id="{E9B977E7-3181-40B3-9B59-349DF5232F99}"/>
              </a:ext>
            </a:extLst>
          </p:cNvPr>
          <p:cNvSpPr>
            <a:spLocks noGrp="1"/>
          </p:cNvSpPr>
          <p:nvPr/>
        </p:nvSpPr>
        <p:spPr>
          <a:xfrm rot="5400000">
            <a:off x="3238500" y="7716198"/>
            <a:ext cx="95250" cy="104254"/>
          </a:xfrm>
          <a:prstGeom prst="triangle">
            <a:avLst/>
          </a:prstGeom>
          <a:solidFill>
            <a:srgbClr val="009E73"/>
          </a:solidFill>
          <a:ln w="0">
            <a:solidFill>
              <a:srgbClr val="009E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deploy-policy-to-action-line">
            <a:extLst>
              <a:ext uri="{FF2B5EF4-FFF2-40B4-BE49-F238E27FC236}">
                <a16:creationId xmlns:a16="http://schemas.microsoft.com/office/drawing/2014/main" id="{BDC66248-16F4-4E75-A9E6-8B581EA7D23A}"/>
              </a:ext>
            </a:extLst>
          </p:cNvPr>
          <p:cNvSpPr>
            <a:spLocks noGrp="1"/>
          </p:cNvSpPr>
          <p:nvPr/>
        </p:nvSpPr>
        <p:spPr>
          <a:xfrm>
            <a:off x="5429250" y="7768325"/>
            <a:ext cx="1162050" cy="0"/>
          </a:xfrm>
          <a:prstGeom prst="line">
            <a:avLst/>
          </a:prstGeom>
          <a:noFill/>
          <a:ln w="23813">
            <a:solidFill>
              <a:srgbClr val="009E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deploy-policy-to-action-head">
            <a:extLst>
              <a:ext uri="{FF2B5EF4-FFF2-40B4-BE49-F238E27FC236}">
                <a16:creationId xmlns:a16="http://schemas.microsoft.com/office/drawing/2014/main" id="{8825066D-9986-43E7-B27C-7669F8DF308C}"/>
              </a:ext>
            </a:extLst>
          </p:cNvPr>
          <p:cNvSpPr>
            <a:spLocks noGrp="1"/>
          </p:cNvSpPr>
          <p:nvPr/>
        </p:nvSpPr>
        <p:spPr>
          <a:xfrm rot="5400000">
            <a:off x="6572250" y="7716198"/>
            <a:ext cx="95250" cy="104254"/>
          </a:xfrm>
          <a:prstGeom prst="triangle">
            <a:avLst/>
          </a:prstGeom>
          <a:solidFill>
            <a:srgbClr val="009E73"/>
          </a:solidFill>
          <a:ln w="0">
            <a:solidFill>
              <a:srgbClr val="009E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deployment-divider">
            <a:extLst>
              <a:ext uri="{FF2B5EF4-FFF2-40B4-BE49-F238E27FC236}">
                <a16:creationId xmlns:a16="http://schemas.microsoft.com/office/drawing/2014/main" id="{0B81AD34-F0EC-4BA1-8A3D-FB4F89DF8828}"/>
              </a:ext>
            </a:extLst>
          </p:cNvPr>
          <p:cNvSpPr>
            <a:spLocks noGrp="1"/>
          </p:cNvSpPr>
          <p:nvPr/>
        </p:nvSpPr>
        <p:spPr>
          <a:xfrm>
            <a:off x="8858250" y="7174078"/>
            <a:ext cx="0" cy="1115515"/>
          </a:xfrm>
          <a:prstGeom prst="line">
            <a:avLst/>
          </a:prstGeom>
          <a:noFill/>
          <a:ln w="13335">
            <a:solidFill>
              <a:srgbClr val="AAB2B9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training-heading">
            <a:extLst>
              <a:ext uri="{FF2B5EF4-FFF2-40B4-BE49-F238E27FC236}">
                <a16:creationId xmlns:a16="http://schemas.microsoft.com/office/drawing/2014/main" id="{E995A233-CDA7-4241-8821-5D0C312BAD60}"/>
              </a:ext>
            </a:extLst>
          </p:cNvPr>
          <p:cNvSpPr>
            <a:spLocks noGrp="1"/>
          </p:cNvSpPr>
          <p:nvPr/>
        </p:nvSpPr>
        <p:spPr>
          <a:xfrm>
            <a:off x="428625" y="178653"/>
            <a:ext cx="8286750" cy="3231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l">
              <a:defRPr sz="18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Training setup</a:t>
            </a:r>
          </a:p>
        </p:txBody>
      </p:sp>
      <p:sp>
        <p:nvSpPr>
          <p:cNvPr id="73" name="teacher-heading">
            <a:extLst>
              <a:ext uri="{FF2B5EF4-FFF2-40B4-BE49-F238E27FC236}">
                <a16:creationId xmlns:a16="http://schemas.microsoft.com/office/drawing/2014/main" id="{3A103FB9-06C6-47D3-BED6-9DFAD409A4B7}"/>
              </a:ext>
            </a:extLst>
          </p:cNvPr>
          <p:cNvSpPr>
            <a:spLocks noGrp="1"/>
          </p:cNvSpPr>
          <p:nvPr/>
        </p:nvSpPr>
        <p:spPr>
          <a:xfrm>
            <a:off x="495300" y="679071"/>
            <a:ext cx="2667000" cy="3231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l">
              <a:defRPr sz="1650" b="1" i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650" b="1">
                <a:solidFill>
                  <a:srgbClr val="0072B2"/>
                </a:solidFill>
                <a:latin typeface="Arial"/>
                <a:ea typeface="Arial"/>
                <a:cs typeface="Arial"/>
              </a:rPr>
              <a:t>P</a:t>
            </a:r>
            <a:r>
              <a:rPr sz="1650" b="1" i="0">
                <a:solidFill>
                  <a:srgbClr val="0072B2"/>
                </a:solidFill>
                <a:latin typeface="Arial"/>
                <a:ea typeface="Arial"/>
                <a:cs typeface="Arial"/>
              </a:rPr>
              <a:t>rivileged teacher</a:t>
            </a:r>
          </a:p>
        </p:txBody>
      </p:sp>
      <p:pic>
        <p:nvPicPr>
          <p:cNvPr id="325" name="teacher-frozen-icon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97331" y="710347"/>
            <a:ext cx="203068" cy="228600"/>
          </a:xfrm>
          <a:prstGeom prst="rect">
            <a:avLst/>
          </a:prstGeom>
        </p:spPr>
      </p:pic>
      <p:sp>
        <p:nvSpPr>
          <p:cNvPr id="76" name="student-heading">
            <a:extLst>
              <a:ext uri="{FF2B5EF4-FFF2-40B4-BE49-F238E27FC236}">
                <a16:creationId xmlns:a16="http://schemas.microsoft.com/office/drawing/2014/main" id="{937DC710-83CA-4CCC-8665-19B65CC5CF53}"/>
              </a:ext>
            </a:extLst>
          </p:cNvPr>
          <p:cNvSpPr>
            <a:spLocks noGrp="1"/>
          </p:cNvSpPr>
          <p:nvPr/>
        </p:nvSpPr>
        <p:spPr>
          <a:xfrm>
            <a:off x="495300" y="3514772"/>
            <a:ext cx="2952750" cy="3231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l">
              <a:defRPr sz="1650" b="1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650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W</a:t>
            </a:r>
            <a:r>
              <a:rPr sz="1650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eak-view student</a:t>
            </a:r>
          </a:p>
        </p:txBody>
      </p:sp>
      <p:pic>
        <p:nvPicPr>
          <p:cNvPr id="328" name="student-trainable-icon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572465" y="3546049"/>
            <a:ext cx="201055" cy="238125"/>
          </a:xfrm>
          <a:prstGeom prst="rect">
            <a:avLst/>
          </a:prstGeom>
        </p:spPr>
      </p:pic>
      <p:sp>
        <p:nvSpPr>
          <p:cNvPr id="79" name="acpd-heading">
            <a:extLst>
              <a:ext uri="{FF2B5EF4-FFF2-40B4-BE49-F238E27FC236}">
                <a16:creationId xmlns:a16="http://schemas.microsoft.com/office/drawing/2014/main" id="{A0AF36EC-BF22-4C47-B231-247A2E9FF1C6}"/>
              </a:ext>
            </a:extLst>
          </p:cNvPr>
          <p:cNvSpPr>
            <a:spLocks noGrp="1"/>
          </p:cNvSpPr>
          <p:nvPr/>
        </p:nvSpPr>
        <p:spPr>
          <a:xfrm>
            <a:off x="9334500" y="168228"/>
            <a:ext cx="1047750" cy="3544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l">
              <a:defRPr sz="2025" b="1" i="0">
                <a:solidFill>
                  <a:srgbClr val="5630A5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5630A5"/>
                </a:solidFill>
                <a:latin typeface="Arial"/>
                <a:ea typeface="Arial"/>
                <a:cs typeface="Arial"/>
              </a:rPr>
              <a:t>ACPD</a:t>
            </a:r>
          </a:p>
        </p:txBody>
      </p:sp>
      <p:sp>
        <p:nvSpPr>
          <p:cNvPr id="80" name="acpd-subtitle">
            <a:extLst>
              <a:ext uri="{FF2B5EF4-FFF2-40B4-BE49-F238E27FC236}">
                <a16:creationId xmlns:a16="http://schemas.microsoft.com/office/drawing/2014/main" id="{A1EBD168-0B14-4532-9A16-BC688343B0A8}"/>
              </a:ext>
            </a:extLst>
          </p:cNvPr>
          <p:cNvSpPr>
            <a:spLocks noGrp="1"/>
          </p:cNvSpPr>
          <p:nvPr/>
        </p:nvSpPr>
        <p:spPr>
          <a:xfrm>
            <a:off x="10382250" y="209929"/>
            <a:ext cx="4333875" cy="2919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l">
              <a:defRPr sz="1200" b="0" i="1">
                <a:solidFill>
                  <a:srgbClr val="53606C"/>
                </a:solidFill>
                <a:latin typeface="Arial"/>
                <a:ea typeface="Arial"/>
                <a:cs typeface="Arial"/>
              </a:defRPr>
            </a:pPr>
            <a:r>
              <a:rPr sz="1200" b="0" i="1">
                <a:solidFill>
                  <a:srgbClr val="53606C"/>
                </a:solidFill>
                <a:latin typeface="Arial"/>
                <a:ea typeface="Arial"/>
                <a:cs typeface="Arial"/>
              </a:rPr>
              <a:t>two complementary training-only objectives</a:t>
            </a:r>
          </a:p>
        </p:txBody>
      </p:sp>
      <p:sp>
        <p:nvSpPr>
          <p:cNvPr id="81" name="cue-section-title">
            <a:extLst>
              <a:ext uri="{FF2B5EF4-FFF2-40B4-BE49-F238E27FC236}">
                <a16:creationId xmlns:a16="http://schemas.microsoft.com/office/drawing/2014/main" id="{C4826CF3-002E-419C-8CBD-C6468AE48190}"/>
              </a:ext>
            </a:extLst>
          </p:cNvPr>
          <p:cNvSpPr>
            <a:spLocks noGrp="1"/>
          </p:cNvSpPr>
          <p:nvPr/>
        </p:nvSpPr>
        <p:spPr>
          <a:xfrm>
            <a:off x="9401175" y="741623"/>
            <a:ext cx="5143500" cy="312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l">
              <a:defRPr sz="1575" b="1" i="0">
                <a:solidFill>
                  <a:srgbClr val="5630A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5630A5"/>
                </a:solidFill>
                <a:latin typeface="Arial"/>
                <a:ea typeface="Arial"/>
                <a:cs typeface="Arial"/>
              </a:rPr>
              <a:t>A   Privileged cue distillation</a:t>
            </a:r>
          </a:p>
        </p:txBody>
      </p:sp>
      <p:sp>
        <p:nvSpPr>
          <p:cNvPr id="82" name="acl-section-title">
            <a:extLst>
              <a:ext uri="{FF2B5EF4-FFF2-40B4-BE49-F238E27FC236}">
                <a16:creationId xmlns:a16="http://schemas.microsoft.com/office/drawing/2014/main" id="{9BC65495-3193-4C37-960B-427A242E0CB9}"/>
              </a:ext>
            </a:extLst>
          </p:cNvPr>
          <p:cNvSpPr>
            <a:spLocks noGrp="1"/>
          </p:cNvSpPr>
          <p:nvPr/>
        </p:nvSpPr>
        <p:spPr>
          <a:xfrm>
            <a:off x="9401175" y="4515608"/>
            <a:ext cx="5143500" cy="312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l">
              <a:defRPr sz="1575" b="1" i="0">
                <a:solidFill>
                  <a:srgbClr val="5630A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5630A5"/>
                </a:solidFill>
                <a:latin typeface="Arial"/>
                <a:ea typeface="Arial"/>
                <a:cs typeface="Arial"/>
              </a:rPr>
              <a:t>B   Action correlation loss</a:t>
            </a:r>
          </a:p>
        </p:txBody>
      </p:sp>
      <p:sp>
        <p:nvSpPr>
          <p:cNvPr id="83" name="deployment-heading">
            <a:extLst>
              <a:ext uri="{FF2B5EF4-FFF2-40B4-BE49-F238E27FC236}">
                <a16:creationId xmlns:a16="http://schemas.microsoft.com/office/drawing/2014/main" id="{C9254694-108B-4085-8D0A-5C21A1869C27}"/>
              </a:ext>
            </a:extLst>
          </p:cNvPr>
          <p:cNvSpPr>
            <a:spLocks noGrp="1"/>
          </p:cNvSpPr>
          <p:nvPr/>
        </p:nvSpPr>
        <p:spPr>
          <a:xfrm>
            <a:off x="428625" y="6965571"/>
            <a:ext cx="2095500" cy="3231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l">
              <a:defRPr sz="1800" b="1" i="0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9E73"/>
                </a:solidFill>
                <a:latin typeface="Arial"/>
                <a:ea typeface="Arial"/>
                <a:cs typeface="Arial"/>
              </a:rPr>
              <a:t>Deployment</a:t>
            </a:r>
          </a:p>
        </p:txBody>
      </p:sp>
      <p:sp>
        <p:nvSpPr>
          <p:cNvPr id="84" name="teacher-input">
            <a:extLst>
              <a:ext uri="{FF2B5EF4-FFF2-40B4-BE49-F238E27FC236}">
                <a16:creationId xmlns:a16="http://schemas.microsoft.com/office/drawing/2014/main" id="{516A128B-E397-4518-B1AF-B74F3AFC9096}"/>
              </a:ext>
            </a:extLst>
          </p:cNvPr>
          <p:cNvSpPr>
            <a:spLocks noGrp="1"/>
          </p:cNvSpPr>
          <p:nvPr/>
        </p:nvSpPr>
        <p:spPr>
          <a:xfrm>
            <a:off x="476250" y="1096086"/>
            <a:ext cx="1662374" cy="1417851"/>
          </a:xfrm>
          <a:prstGeom prst="roundRect">
            <a:avLst>
              <a:gd name="adj" fmla="val 4703"/>
            </a:avLst>
          </a:prstGeom>
          <a:solidFill>
            <a:srgbClr val="FFFFFF"/>
          </a:solidFill>
          <a:ln w="14288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36" name="teacher-camera-icon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81025" y="1192584"/>
            <a:ext cx="209550" cy="175634"/>
          </a:xfrm>
          <a:prstGeom prst="rect">
            <a:avLst/>
          </a:prstGeom>
        </p:spPr>
      </p:pic>
      <p:sp>
        <p:nvSpPr>
          <p:cNvPr id="86" name="teacher-input-label">
            <a:extLst>
              <a:ext uri="{FF2B5EF4-FFF2-40B4-BE49-F238E27FC236}">
                <a16:creationId xmlns:a16="http://schemas.microsoft.com/office/drawing/2014/main" id="{50446C2E-2A1A-49D1-8960-2891EBFC4CC1}"/>
              </a:ext>
            </a:extLst>
          </p:cNvPr>
          <p:cNvSpPr>
            <a:spLocks noGrp="1"/>
          </p:cNvSpPr>
          <p:nvPr/>
        </p:nvSpPr>
        <p:spPr>
          <a:xfrm>
            <a:off x="809625" y="1158638"/>
            <a:ext cx="2826460" cy="26063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l">
              <a:defRPr sz="1275" b="1" i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72B2"/>
                </a:solidFill>
                <a:latin typeface="Arial"/>
                <a:ea typeface="Arial"/>
                <a:cs typeface="Arial"/>
              </a:rPr>
              <a:t>Privileged</a:t>
            </a:r>
            <a:r>
              <a:rPr lang="zh-CN" altLang="en-US" sz="1275" b="1" i="0">
                <a:solidFill>
                  <a:srgbClr val="0072B2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1" i="0">
                <a:solidFill>
                  <a:srgbClr val="0072B2"/>
                </a:solidFill>
                <a:latin typeface="Arial"/>
                <a:ea typeface="Arial"/>
                <a:cs typeface="Arial"/>
              </a:rPr>
              <a:t>views</a:t>
            </a:r>
          </a:p>
        </p:txBody>
      </p:sp>
      <p:pic>
        <p:nvPicPr>
          <p:cNvPr id="338" name="teacher-agentview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71500" y="1492250"/>
            <a:ext cx="619125" cy="619125"/>
          </a:xfrm>
          <a:prstGeom prst="roundRect">
            <a:avLst>
              <a:gd name="adj" fmla="val 7692"/>
            </a:avLst>
          </a:prstGeom>
        </p:spPr>
      </p:pic>
      <p:sp>
        <p:nvSpPr>
          <p:cNvPr id="88" name="teacher-agentview-border">
            <a:extLst>
              <a:ext uri="{FF2B5EF4-FFF2-40B4-BE49-F238E27FC236}">
                <a16:creationId xmlns:a16="http://schemas.microsoft.com/office/drawing/2014/main" id="{CBAEA096-2B4B-4EF1-A539-92DC772F9B31}"/>
              </a:ext>
            </a:extLst>
          </p:cNvPr>
          <p:cNvSpPr>
            <a:spLocks noGrp="1"/>
          </p:cNvSpPr>
          <p:nvPr/>
        </p:nvSpPr>
        <p:spPr>
          <a:xfrm>
            <a:off x="571500" y="1492250"/>
            <a:ext cx="619125" cy="619125"/>
          </a:xfrm>
          <a:prstGeom prst="roundRect">
            <a:avLst>
              <a:gd name="adj" fmla="val 7692"/>
            </a:avLst>
          </a:prstGeom>
          <a:noFill/>
          <a:ln w="9525">
            <a:solidFill>
              <a:srgbClr val="7B858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40" name="teacher-wrist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285875" y="1492250"/>
            <a:ext cx="619125" cy="619125"/>
          </a:xfrm>
          <a:prstGeom prst="roundRect">
            <a:avLst>
              <a:gd name="adj" fmla="val 7692"/>
            </a:avLst>
          </a:prstGeom>
        </p:spPr>
      </p:pic>
      <p:sp>
        <p:nvSpPr>
          <p:cNvPr id="90" name="teacher-wrist-border">
            <a:extLst>
              <a:ext uri="{FF2B5EF4-FFF2-40B4-BE49-F238E27FC236}">
                <a16:creationId xmlns:a16="http://schemas.microsoft.com/office/drawing/2014/main" id="{D78C6034-C187-45D7-8A7A-C78F0F25CEF4}"/>
              </a:ext>
            </a:extLst>
          </p:cNvPr>
          <p:cNvSpPr>
            <a:spLocks noGrp="1"/>
          </p:cNvSpPr>
          <p:nvPr/>
        </p:nvSpPr>
        <p:spPr>
          <a:xfrm>
            <a:off x="1285875" y="1492250"/>
            <a:ext cx="619125" cy="619125"/>
          </a:xfrm>
          <a:prstGeom prst="roundRect">
            <a:avLst>
              <a:gd name="adj" fmla="val 7692"/>
            </a:avLst>
          </a:prstGeom>
          <a:noFill/>
          <a:ln w="9525">
            <a:solidFill>
              <a:srgbClr val="7B858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teacher-view-names">
            <a:extLst>
              <a:ext uri="{FF2B5EF4-FFF2-40B4-BE49-F238E27FC236}">
                <a16:creationId xmlns:a16="http://schemas.microsoft.com/office/drawing/2014/main" id="{D7988236-8046-4F1B-BCD9-14F352813EF1}"/>
              </a:ext>
            </a:extLst>
          </p:cNvPr>
          <p:cNvSpPr>
            <a:spLocks noGrp="1"/>
          </p:cNvSpPr>
          <p:nvPr/>
        </p:nvSpPr>
        <p:spPr>
          <a:xfrm>
            <a:off x="571500" y="2201175"/>
            <a:ext cx="1333500" cy="2189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ctr">
              <a:defRPr sz="1200" b="0" i="0">
                <a:solidFill>
                  <a:srgbClr val="53606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3606C"/>
                </a:solidFill>
                <a:latin typeface="Arial"/>
                <a:ea typeface="Arial"/>
                <a:cs typeface="Arial"/>
              </a:rPr>
              <a:t>agent      wrist</a:t>
            </a:r>
          </a:p>
        </p:txBody>
      </p:sp>
      <p:pic>
        <p:nvPicPr>
          <p:cNvPr id="343" name="teacher-language-icon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583710" y="2555638"/>
            <a:ext cx="175605" cy="180975"/>
          </a:xfrm>
          <a:prstGeom prst="rect">
            <a:avLst/>
          </a:prstGeom>
        </p:spPr>
      </p:pic>
      <p:sp>
        <p:nvSpPr>
          <p:cNvPr id="93" name="teacher-shared-condition">
            <a:extLst>
              <a:ext uri="{FF2B5EF4-FFF2-40B4-BE49-F238E27FC236}">
                <a16:creationId xmlns:a16="http://schemas.microsoft.com/office/drawing/2014/main" id="{2C5F00BF-EA6F-4AA3-8618-D27AFC9A7765}"/>
              </a:ext>
            </a:extLst>
          </p:cNvPr>
          <p:cNvSpPr>
            <a:spLocks noGrp="1"/>
          </p:cNvSpPr>
          <p:nvPr/>
        </p:nvSpPr>
        <p:spPr>
          <a:xfrm>
            <a:off x="781050" y="2524362"/>
            <a:ext cx="1143000" cy="2397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l">
              <a:defRPr sz="1200" b="0" i="0">
                <a:solidFill>
                  <a:srgbClr val="53606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3606C"/>
                </a:solidFill>
                <a:latin typeface="Arial"/>
                <a:ea typeface="Arial"/>
                <a:cs typeface="Arial"/>
              </a:rPr>
              <a:t>language / state</a:t>
            </a:r>
          </a:p>
        </p:txBody>
      </p:sp>
      <p:sp>
        <p:nvSpPr>
          <p:cNvPr id="94" name="student-input">
            <a:extLst>
              <a:ext uri="{FF2B5EF4-FFF2-40B4-BE49-F238E27FC236}">
                <a16:creationId xmlns:a16="http://schemas.microsoft.com/office/drawing/2014/main" id="{268A067F-2498-4298-A2AA-C3AF6D1D908F}"/>
              </a:ext>
            </a:extLst>
          </p:cNvPr>
          <p:cNvSpPr>
            <a:spLocks noGrp="1"/>
          </p:cNvSpPr>
          <p:nvPr/>
        </p:nvSpPr>
        <p:spPr>
          <a:xfrm>
            <a:off x="476250" y="4015190"/>
            <a:ext cx="1524000" cy="1417851"/>
          </a:xfrm>
          <a:prstGeom prst="roundRect">
            <a:avLst>
              <a:gd name="adj" fmla="val 4703"/>
            </a:avLst>
          </a:prstGeom>
          <a:solidFill>
            <a:srgbClr val="FFFFFF"/>
          </a:solidFill>
          <a:ln w="14288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46" name="student-camera-icon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81025" y="4111689"/>
            <a:ext cx="209550" cy="175634"/>
          </a:xfrm>
          <a:prstGeom prst="rect">
            <a:avLst/>
          </a:prstGeom>
        </p:spPr>
      </p:pic>
      <p:sp>
        <p:nvSpPr>
          <p:cNvPr id="96" name="student-input-label">
            <a:extLst>
              <a:ext uri="{FF2B5EF4-FFF2-40B4-BE49-F238E27FC236}">
                <a16:creationId xmlns:a16="http://schemas.microsoft.com/office/drawing/2014/main" id="{39403AC5-B7F4-47B1-9474-A95437CAC1BF}"/>
              </a:ext>
            </a:extLst>
          </p:cNvPr>
          <p:cNvSpPr>
            <a:spLocks noGrp="1"/>
          </p:cNvSpPr>
          <p:nvPr/>
        </p:nvSpPr>
        <p:spPr>
          <a:xfrm>
            <a:off x="809625" y="4077743"/>
            <a:ext cx="1123950" cy="26063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l">
              <a:defRPr sz="1275" b="1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Weak</a:t>
            </a:r>
            <a:r>
              <a:rPr lang="zh-CN" altLang="en-US" sz="1275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vie</a:t>
            </a:r>
            <a:r>
              <a:rPr lang="en-US" altLang="zh-CN" sz="1275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w</a:t>
            </a:r>
            <a:endParaRPr sz="1275" b="1" i="0">
              <a:solidFill>
                <a:srgbClr val="D55E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48" name="student-backview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828675" y="4411354"/>
            <a:ext cx="819150" cy="819150"/>
          </a:xfrm>
          <a:prstGeom prst="roundRect">
            <a:avLst>
              <a:gd name="adj" fmla="val 5814"/>
            </a:avLst>
          </a:prstGeom>
        </p:spPr>
      </p:pic>
      <p:sp>
        <p:nvSpPr>
          <p:cNvPr id="98" name="student-backview-border">
            <a:extLst>
              <a:ext uri="{FF2B5EF4-FFF2-40B4-BE49-F238E27FC236}">
                <a16:creationId xmlns:a16="http://schemas.microsoft.com/office/drawing/2014/main" id="{60294CE9-47CC-4B00-9908-D9114ABDAF91}"/>
              </a:ext>
            </a:extLst>
          </p:cNvPr>
          <p:cNvSpPr>
            <a:spLocks noGrp="1"/>
          </p:cNvSpPr>
          <p:nvPr/>
        </p:nvSpPr>
        <p:spPr>
          <a:xfrm>
            <a:off x="828675" y="4411354"/>
            <a:ext cx="819150" cy="819150"/>
          </a:xfrm>
          <a:prstGeom prst="roundRect">
            <a:avLst>
              <a:gd name="adj" fmla="val 5814"/>
            </a:avLst>
          </a:prstGeom>
          <a:noFill/>
          <a:ln w="9525">
            <a:solidFill>
              <a:srgbClr val="7B858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50" name="student-language-icon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583710" y="5474743"/>
            <a:ext cx="175605" cy="180975"/>
          </a:xfrm>
          <a:prstGeom prst="rect">
            <a:avLst/>
          </a:prstGeom>
        </p:spPr>
      </p:pic>
      <p:sp>
        <p:nvSpPr>
          <p:cNvPr id="100" name="student-shared-condition">
            <a:extLst>
              <a:ext uri="{FF2B5EF4-FFF2-40B4-BE49-F238E27FC236}">
                <a16:creationId xmlns:a16="http://schemas.microsoft.com/office/drawing/2014/main" id="{D5FB17B1-28A1-4947-A225-4860F4F652D0}"/>
              </a:ext>
            </a:extLst>
          </p:cNvPr>
          <p:cNvSpPr>
            <a:spLocks noGrp="1"/>
          </p:cNvSpPr>
          <p:nvPr/>
        </p:nvSpPr>
        <p:spPr>
          <a:xfrm>
            <a:off x="781050" y="5443466"/>
            <a:ext cx="1143000" cy="2397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l">
              <a:defRPr sz="1200" b="0" i="0">
                <a:solidFill>
                  <a:srgbClr val="53606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3606C"/>
                </a:solidFill>
                <a:latin typeface="Arial"/>
                <a:ea typeface="Arial"/>
                <a:cs typeface="Arial"/>
              </a:rPr>
              <a:t>language / state</a:t>
            </a:r>
          </a:p>
        </p:txBody>
      </p:sp>
      <p:sp>
        <p:nvSpPr>
          <p:cNvPr id="101" name="teacher-visual-box">
            <a:extLst>
              <a:ext uri="{FF2B5EF4-FFF2-40B4-BE49-F238E27FC236}">
                <a16:creationId xmlns:a16="http://schemas.microsoft.com/office/drawing/2014/main" id="{5A81492E-D10E-427D-870E-A88D3133CA3D}"/>
              </a:ext>
            </a:extLst>
          </p:cNvPr>
          <p:cNvSpPr>
            <a:spLocks noGrp="1"/>
          </p:cNvSpPr>
          <p:nvPr/>
        </p:nvSpPr>
        <p:spPr>
          <a:xfrm>
            <a:off x="2381250" y="1283743"/>
            <a:ext cx="1381125" cy="740201"/>
          </a:xfrm>
          <a:prstGeom prst="roundRect">
            <a:avLst>
              <a:gd name="adj" fmla="val 6395"/>
            </a:avLst>
          </a:prstGeom>
          <a:solidFill>
            <a:srgbClr val="FFFFFF"/>
          </a:solidFill>
          <a:ln w="14288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" name="teacher-visual-title">
            <a:extLst>
              <a:ext uri="{FF2B5EF4-FFF2-40B4-BE49-F238E27FC236}">
                <a16:creationId xmlns:a16="http://schemas.microsoft.com/office/drawing/2014/main" id="{6013A457-112C-44E5-956E-7D4601F1B272}"/>
              </a:ext>
            </a:extLst>
          </p:cNvPr>
          <p:cNvSpPr>
            <a:spLocks noGrp="1"/>
          </p:cNvSpPr>
          <p:nvPr/>
        </p:nvSpPr>
        <p:spPr>
          <a:xfrm>
            <a:off x="2438400" y="1367146"/>
            <a:ext cx="1266825" cy="3753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Visual Backbone</a:t>
            </a:r>
          </a:p>
        </p:txBody>
      </p:sp>
      <p:sp>
        <p:nvSpPr>
          <p:cNvPr id="103" name="teacher-visual-subtitle">
            <a:extLst>
              <a:ext uri="{FF2B5EF4-FFF2-40B4-BE49-F238E27FC236}">
                <a16:creationId xmlns:a16="http://schemas.microsoft.com/office/drawing/2014/main" id="{5F23F668-B718-4044-8FC6-CE3FBBCB1618}"/>
              </a:ext>
            </a:extLst>
          </p:cNvPr>
          <p:cNvSpPr>
            <a:spLocks noGrp="1"/>
          </p:cNvSpPr>
          <p:nvPr/>
        </p:nvSpPr>
        <p:spPr>
          <a:xfrm>
            <a:off x="2457450" y="1784160"/>
            <a:ext cx="1228725" cy="2085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ctr">
              <a:defRPr sz="1200" b="0" i="0">
                <a:solidFill>
                  <a:srgbClr val="53606C"/>
                </a:solidFill>
                <a:latin typeface="Arial"/>
                <a:ea typeface="Arial"/>
                <a:cs typeface="Arial"/>
              </a:defRPr>
            </a:pPr>
            <a:endParaRPr sz="1200" b="0" i="0">
              <a:solidFill>
                <a:srgbClr val="53606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teacher-visual-tokens-1">
            <a:extLst>
              <a:ext uri="{FF2B5EF4-FFF2-40B4-BE49-F238E27FC236}">
                <a16:creationId xmlns:a16="http://schemas.microsoft.com/office/drawing/2014/main" id="{C594B150-2BD5-491D-8E11-7EF8A55E83AE}"/>
              </a:ext>
            </a:extLst>
          </p:cNvPr>
          <p:cNvSpPr>
            <a:spLocks noGrp="1"/>
          </p:cNvSpPr>
          <p:nvPr/>
        </p:nvSpPr>
        <p:spPr>
          <a:xfrm>
            <a:off x="2719388" y="1849495"/>
            <a:ext cx="95250" cy="104254"/>
          </a:xfrm>
          <a:prstGeom prst="roundRect">
            <a:avLst>
              <a:gd name="adj" fmla="val 20000"/>
            </a:avLst>
          </a:prstGeom>
          <a:solidFill>
            <a:srgbClr val="0072B2"/>
          </a:solidFill>
          <a:ln w="11430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teacher-visual-tokens-2">
            <a:extLst>
              <a:ext uri="{FF2B5EF4-FFF2-40B4-BE49-F238E27FC236}">
                <a16:creationId xmlns:a16="http://schemas.microsoft.com/office/drawing/2014/main" id="{9C949B31-F66E-482D-9D8B-6AE3E770AC49}"/>
              </a:ext>
            </a:extLst>
          </p:cNvPr>
          <p:cNvSpPr>
            <a:spLocks noGrp="1"/>
          </p:cNvSpPr>
          <p:nvPr/>
        </p:nvSpPr>
        <p:spPr>
          <a:xfrm>
            <a:off x="2871788" y="1849495"/>
            <a:ext cx="95250" cy="104254"/>
          </a:xfrm>
          <a:prstGeom prst="roundRect">
            <a:avLst>
              <a:gd name="adj" fmla="val 20000"/>
            </a:avLst>
          </a:prstGeom>
          <a:solidFill>
            <a:srgbClr val="0072B2"/>
          </a:solidFill>
          <a:ln w="11430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6" name="teacher-visual-tokens-3">
            <a:extLst>
              <a:ext uri="{FF2B5EF4-FFF2-40B4-BE49-F238E27FC236}">
                <a16:creationId xmlns:a16="http://schemas.microsoft.com/office/drawing/2014/main" id="{98828705-AB15-426A-83FD-A0E7448CC239}"/>
              </a:ext>
            </a:extLst>
          </p:cNvPr>
          <p:cNvSpPr>
            <a:spLocks noGrp="1"/>
          </p:cNvSpPr>
          <p:nvPr/>
        </p:nvSpPr>
        <p:spPr>
          <a:xfrm>
            <a:off x="3024188" y="1849495"/>
            <a:ext cx="95250" cy="104254"/>
          </a:xfrm>
          <a:prstGeom prst="roundRect">
            <a:avLst>
              <a:gd name="adj" fmla="val 20000"/>
            </a:avLst>
          </a:prstGeom>
          <a:solidFill>
            <a:srgbClr val="0072B2"/>
          </a:solidFill>
          <a:ln w="11430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teacher-visual-tokens-4">
            <a:extLst>
              <a:ext uri="{FF2B5EF4-FFF2-40B4-BE49-F238E27FC236}">
                <a16:creationId xmlns:a16="http://schemas.microsoft.com/office/drawing/2014/main" id="{08A3E747-F329-4F68-B4B0-97ACAFA31D42}"/>
              </a:ext>
            </a:extLst>
          </p:cNvPr>
          <p:cNvSpPr>
            <a:spLocks noGrp="1"/>
          </p:cNvSpPr>
          <p:nvPr/>
        </p:nvSpPr>
        <p:spPr>
          <a:xfrm>
            <a:off x="3176588" y="1849495"/>
            <a:ext cx="95250" cy="10425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8" name="teacher-visual-tokens-5">
            <a:extLst>
              <a:ext uri="{FF2B5EF4-FFF2-40B4-BE49-F238E27FC236}">
                <a16:creationId xmlns:a16="http://schemas.microsoft.com/office/drawing/2014/main" id="{642F2C87-F5E5-4B88-829F-D95FAC89C5A3}"/>
              </a:ext>
            </a:extLst>
          </p:cNvPr>
          <p:cNvSpPr>
            <a:spLocks noGrp="1"/>
          </p:cNvSpPr>
          <p:nvPr/>
        </p:nvSpPr>
        <p:spPr>
          <a:xfrm>
            <a:off x="3328988" y="1849495"/>
            <a:ext cx="95250" cy="104254"/>
          </a:xfrm>
          <a:prstGeom prst="roundRect">
            <a:avLst>
              <a:gd name="adj" fmla="val 20000"/>
            </a:avLst>
          </a:prstGeom>
          <a:solidFill>
            <a:srgbClr val="0072B2"/>
          </a:solidFill>
          <a:ln w="11430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teacher-fusion">
            <a:extLst>
              <a:ext uri="{FF2B5EF4-FFF2-40B4-BE49-F238E27FC236}">
                <a16:creationId xmlns:a16="http://schemas.microsoft.com/office/drawing/2014/main" id="{0D894D8D-995D-4672-958D-4F23817C0FB6}"/>
              </a:ext>
            </a:extLst>
          </p:cNvPr>
          <p:cNvSpPr>
            <a:spLocks noGrp="1"/>
          </p:cNvSpPr>
          <p:nvPr/>
        </p:nvSpPr>
        <p:spPr>
          <a:xfrm>
            <a:off x="4000500" y="1586078"/>
            <a:ext cx="400050" cy="437866"/>
          </a:xfrm>
          <a:prstGeom prst="ellipse">
            <a:avLst/>
          </a:prstGeom>
          <a:solidFill>
            <a:srgbClr val="FFFFFF"/>
          </a:solidFill>
          <a:ln w="14288">
            <a:solidFill>
              <a:srgbClr val="5360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" name="teacher-fusion-plus">
            <a:extLst>
              <a:ext uri="{FF2B5EF4-FFF2-40B4-BE49-F238E27FC236}">
                <a16:creationId xmlns:a16="http://schemas.microsoft.com/office/drawing/2014/main" id="{96F36BFA-DB9E-44CB-9353-CB04E83DC430}"/>
              </a:ext>
            </a:extLst>
          </p:cNvPr>
          <p:cNvSpPr>
            <a:spLocks noGrp="1"/>
          </p:cNvSpPr>
          <p:nvPr/>
        </p:nvSpPr>
        <p:spPr>
          <a:xfrm>
            <a:off x="4000500" y="1565228"/>
            <a:ext cx="400050" cy="4587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ctr">
              <a:defRPr sz="21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11" name="teacher-policy-box">
            <a:extLst>
              <a:ext uri="{FF2B5EF4-FFF2-40B4-BE49-F238E27FC236}">
                <a16:creationId xmlns:a16="http://schemas.microsoft.com/office/drawing/2014/main" id="{5952B144-B07D-43C6-922F-38A2EBCBFF25}"/>
              </a:ext>
            </a:extLst>
          </p:cNvPr>
          <p:cNvSpPr>
            <a:spLocks noGrp="1"/>
          </p:cNvSpPr>
          <p:nvPr/>
        </p:nvSpPr>
        <p:spPr>
          <a:xfrm>
            <a:off x="4619625" y="1283744"/>
            <a:ext cx="1333500" cy="719350"/>
          </a:xfrm>
          <a:prstGeom prst="roundRect">
            <a:avLst>
              <a:gd name="adj" fmla="val 6395"/>
            </a:avLst>
          </a:prstGeom>
          <a:solidFill>
            <a:srgbClr val="FFFFFF"/>
          </a:solidFill>
          <a:ln w="14288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" name="teacher-policy-title">
            <a:extLst>
              <a:ext uri="{FF2B5EF4-FFF2-40B4-BE49-F238E27FC236}">
                <a16:creationId xmlns:a16="http://schemas.microsoft.com/office/drawing/2014/main" id="{5DDF2BB5-BCEE-4197-AB1B-3332350E0B4D}"/>
              </a:ext>
            </a:extLst>
          </p:cNvPr>
          <p:cNvSpPr>
            <a:spLocks noGrp="1"/>
          </p:cNvSpPr>
          <p:nvPr/>
        </p:nvSpPr>
        <p:spPr>
          <a:xfrm>
            <a:off x="4676775" y="1367146"/>
            <a:ext cx="1219200" cy="3753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Policy Backbone</a:t>
            </a:r>
          </a:p>
        </p:txBody>
      </p:sp>
      <p:sp>
        <p:nvSpPr>
          <p:cNvPr id="113" name="teacher-policy-subtitle">
            <a:extLst>
              <a:ext uri="{FF2B5EF4-FFF2-40B4-BE49-F238E27FC236}">
                <a16:creationId xmlns:a16="http://schemas.microsoft.com/office/drawing/2014/main" id="{5C6DDBD2-CCF1-433B-BA4A-1BAAB1BE9829}"/>
              </a:ext>
            </a:extLst>
          </p:cNvPr>
          <p:cNvSpPr>
            <a:spLocks noGrp="1"/>
          </p:cNvSpPr>
          <p:nvPr/>
        </p:nvSpPr>
        <p:spPr>
          <a:xfrm>
            <a:off x="4695825" y="1784160"/>
            <a:ext cx="1181100" cy="2085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ctr">
              <a:defRPr sz="1200" b="0" i="0">
                <a:solidFill>
                  <a:srgbClr val="53606C"/>
                </a:solidFill>
                <a:latin typeface="Arial"/>
                <a:ea typeface="Arial"/>
                <a:cs typeface="Arial"/>
              </a:defRPr>
            </a:pPr>
            <a:endParaRPr sz="1200" b="0" i="0">
              <a:solidFill>
                <a:srgbClr val="53606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teacher-policy-tokens-1">
            <a:extLst>
              <a:ext uri="{FF2B5EF4-FFF2-40B4-BE49-F238E27FC236}">
                <a16:creationId xmlns:a16="http://schemas.microsoft.com/office/drawing/2014/main" id="{E0221DAE-EE8E-44C7-A46E-F7437572F60D}"/>
              </a:ext>
            </a:extLst>
          </p:cNvPr>
          <p:cNvSpPr>
            <a:spLocks noGrp="1"/>
          </p:cNvSpPr>
          <p:nvPr/>
        </p:nvSpPr>
        <p:spPr>
          <a:xfrm>
            <a:off x="4933950" y="1849495"/>
            <a:ext cx="95250" cy="104254"/>
          </a:xfrm>
          <a:prstGeom prst="roundRect">
            <a:avLst>
              <a:gd name="adj" fmla="val 20000"/>
            </a:avLst>
          </a:prstGeom>
          <a:solidFill>
            <a:srgbClr val="0072B2"/>
          </a:solidFill>
          <a:ln w="11430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5" name="teacher-policy-tokens-2">
            <a:extLst>
              <a:ext uri="{FF2B5EF4-FFF2-40B4-BE49-F238E27FC236}">
                <a16:creationId xmlns:a16="http://schemas.microsoft.com/office/drawing/2014/main" id="{27B11571-391D-4FAE-B17E-31CC40A3CB30}"/>
              </a:ext>
            </a:extLst>
          </p:cNvPr>
          <p:cNvSpPr>
            <a:spLocks noGrp="1"/>
          </p:cNvSpPr>
          <p:nvPr/>
        </p:nvSpPr>
        <p:spPr>
          <a:xfrm>
            <a:off x="5086350" y="1849495"/>
            <a:ext cx="95250" cy="104254"/>
          </a:xfrm>
          <a:prstGeom prst="roundRect">
            <a:avLst>
              <a:gd name="adj" fmla="val 20000"/>
            </a:avLst>
          </a:prstGeom>
          <a:solidFill>
            <a:srgbClr val="0072B2"/>
          </a:solidFill>
          <a:ln w="11430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6" name="teacher-policy-tokens-3">
            <a:extLst>
              <a:ext uri="{FF2B5EF4-FFF2-40B4-BE49-F238E27FC236}">
                <a16:creationId xmlns:a16="http://schemas.microsoft.com/office/drawing/2014/main" id="{055B3C14-A717-4C94-825B-0CA45669D58F}"/>
              </a:ext>
            </a:extLst>
          </p:cNvPr>
          <p:cNvSpPr>
            <a:spLocks noGrp="1"/>
          </p:cNvSpPr>
          <p:nvPr/>
        </p:nvSpPr>
        <p:spPr>
          <a:xfrm>
            <a:off x="5238750" y="1849495"/>
            <a:ext cx="95250" cy="104254"/>
          </a:xfrm>
          <a:prstGeom prst="roundRect">
            <a:avLst>
              <a:gd name="adj" fmla="val 20000"/>
            </a:avLst>
          </a:prstGeom>
          <a:solidFill>
            <a:srgbClr val="0072B2"/>
          </a:solidFill>
          <a:ln w="11430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7" name="teacher-policy-tokens-4">
            <a:extLst>
              <a:ext uri="{FF2B5EF4-FFF2-40B4-BE49-F238E27FC236}">
                <a16:creationId xmlns:a16="http://schemas.microsoft.com/office/drawing/2014/main" id="{CE1FF4F8-10C0-4BBC-B10F-C4ADB25D9CFE}"/>
              </a:ext>
            </a:extLst>
          </p:cNvPr>
          <p:cNvSpPr>
            <a:spLocks noGrp="1"/>
          </p:cNvSpPr>
          <p:nvPr/>
        </p:nvSpPr>
        <p:spPr>
          <a:xfrm>
            <a:off x="5391150" y="1849495"/>
            <a:ext cx="95250" cy="10425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teacher-policy-tokens-5">
            <a:extLst>
              <a:ext uri="{FF2B5EF4-FFF2-40B4-BE49-F238E27FC236}">
                <a16:creationId xmlns:a16="http://schemas.microsoft.com/office/drawing/2014/main" id="{C0A1E49F-2D88-4AF4-9448-9CC4840795E5}"/>
              </a:ext>
            </a:extLst>
          </p:cNvPr>
          <p:cNvSpPr>
            <a:spLocks noGrp="1"/>
          </p:cNvSpPr>
          <p:nvPr/>
        </p:nvSpPr>
        <p:spPr>
          <a:xfrm>
            <a:off x="5543550" y="1849495"/>
            <a:ext cx="95250" cy="104254"/>
          </a:xfrm>
          <a:prstGeom prst="roundRect">
            <a:avLst>
              <a:gd name="adj" fmla="val 20000"/>
            </a:avLst>
          </a:prstGeom>
          <a:solidFill>
            <a:srgbClr val="0072B2"/>
          </a:solidFill>
          <a:ln w="11430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9" name="teacher-action-box">
            <a:extLst>
              <a:ext uri="{FF2B5EF4-FFF2-40B4-BE49-F238E27FC236}">
                <a16:creationId xmlns:a16="http://schemas.microsoft.com/office/drawing/2014/main" id="{9D401CE9-546D-453E-BCEF-E60F0631E7F6}"/>
              </a:ext>
            </a:extLst>
          </p:cNvPr>
          <p:cNvSpPr>
            <a:spLocks noGrp="1"/>
          </p:cNvSpPr>
          <p:nvPr/>
        </p:nvSpPr>
        <p:spPr>
          <a:xfrm>
            <a:off x="6381750" y="1283744"/>
            <a:ext cx="1333500" cy="714136"/>
          </a:xfrm>
          <a:prstGeom prst="roundRect">
            <a:avLst>
              <a:gd name="adj" fmla="val 6395"/>
            </a:avLst>
          </a:prstGeom>
          <a:solidFill>
            <a:srgbClr val="FFFFFF"/>
          </a:solidFill>
          <a:ln w="14288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0" name="teacher-action-title">
            <a:extLst>
              <a:ext uri="{FF2B5EF4-FFF2-40B4-BE49-F238E27FC236}">
                <a16:creationId xmlns:a16="http://schemas.microsoft.com/office/drawing/2014/main" id="{D364B465-408B-470B-9332-35D55C255226}"/>
              </a:ext>
            </a:extLst>
          </p:cNvPr>
          <p:cNvSpPr>
            <a:spLocks noGrp="1"/>
          </p:cNvSpPr>
          <p:nvPr/>
        </p:nvSpPr>
        <p:spPr>
          <a:xfrm>
            <a:off x="6438900" y="1367146"/>
            <a:ext cx="1219200" cy="3753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Action Expert</a:t>
            </a:r>
          </a:p>
        </p:txBody>
      </p:sp>
      <p:sp>
        <p:nvSpPr>
          <p:cNvPr id="122" name="teacher-action-tokens-1">
            <a:extLst>
              <a:ext uri="{FF2B5EF4-FFF2-40B4-BE49-F238E27FC236}">
                <a16:creationId xmlns:a16="http://schemas.microsoft.com/office/drawing/2014/main" id="{41C5B948-1A97-4418-974D-7775C10141A6}"/>
              </a:ext>
            </a:extLst>
          </p:cNvPr>
          <p:cNvSpPr>
            <a:spLocks noGrp="1"/>
          </p:cNvSpPr>
          <p:nvPr/>
        </p:nvSpPr>
        <p:spPr>
          <a:xfrm>
            <a:off x="6619875" y="1849495"/>
            <a:ext cx="95250" cy="104254"/>
          </a:xfrm>
          <a:prstGeom prst="roundRect">
            <a:avLst>
              <a:gd name="adj" fmla="val 20000"/>
            </a:avLst>
          </a:prstGeom>
          <a:solidFill>
            <a:srgbClr val="0072B2"/>
          </a:solidFill>
          <a:ln w="11430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" name="teacher-action-tokens-2">
            <a:extLst>
              <a:ext uri="{FF2B5EF4-FFF2-40B4-BE49-F238E27FC236}">
                <a16:creationId xmlns:a16="http://schemas.microsoft.com/office/drawing/2014/main" id="{BCEE70B3-D6C3-4738-9FFC-19C586A4E16E}"/>
              </a:ext>
            </a:extLst>
          </p:cNvPr>
          <p:cNvSpPr>
            <a:spLocks noGrp="1"/>
          </p:cNvSpPr>
          <p:nvPr/>
        </p:nvSpPr>
        <p:spPr>
          <a:xfrm>
            <a:off x="6772275" y="1849495"/>
            <a:ext cx="95250" cy="104254"/>
          </a:xfrm>
          <a:prstGeom prst="roundRect">
            <a:avLst>
              <a:gd name="adj" fmla="val 20000"/>
            </a:avLst>
          </a:prstGeom>
          <a:solidFill>
            <a:srgbClr val="0072B2"/>
          </a:solidFill>
          <a:ln w="11430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" name="teacher-action-tokens-3">
            <a:extLst>
              <a:ext uri="{FF2B5EF4-FFF2-40B4-BE49-F238E27FC236}">
                <a16:creationId xmlns:a16="http://schemas.microsoft.com/office/drawing/2014/main" id="{CDA09233-A99F-48E6-84D1-BBA4236BB7ED}"/>
              </a:ext>
            </a:extLst>
          </p:cNvPr>
          <p:cNvSpPr>
            <a:spLocks noGrp="1"/>
          </p:cNvSpPr>
          <p:nvPr/>
        </p:nvSpPr>
        <p:spPr>
          <a:xfrm>
            <a:off x="6924675" y="1849495"/>
            <a:ext cx="95250" cy="104254"/>
          </a:xfrm>
          <a:prstGeom prst="roundRect">
            <a:avLst>
              <a:gd name="adj" fmla="val 20000"/>
            </a:avLst>
          </a:prstGeom>
          <a:solidFill>
            <a:srgbClr val="0072B2"/>
          </a:solidFill>
          <a:ln w="11430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5" name="teacher-action-tokens-4">
            <a:extLst>
              <a:ext uri="{FF2B5EF4-FFF2-40B4-BE49-F238E27FC236}">
                <a16:creationId xmlns:a16="http://schemas.microsoft.com/office/drawing/2014/main" id="{8F95D576-5408-499A-A88B-A24519F3171F}"/>
              </a:ext>
            </a:extLst>
          </p:cNvPr>
          <p:cNvSpPr>
            <a:spLocks noGrp="1"/>
          </p:cNvSpPr>
          <p:nvPr/>
        </p:nvSpPr>
        <p:spPr>
          <a:xfrm>
            <a:off x="7077075" y="1849495"/>
            <a:ext cx="95250" cy="104254"/>
          </a:xfrm>
          <a:prstGeom prst="roundRect">
            <a:avLst>
              <a:gd name="adj" fmla="val 20000"/>
            </a:avLst>
          </a:prstGeom>
          <a:solidFill>
            <a:srgbClr val="0072B2"/>
          </a:solidFill>
          <a:ln w="11430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teacher-action-tokens-5">
            <a:extLst>
              <a:ext uri="{FF2B5EF4-FFF2-40B4-BE49-F238E27FC236}">
                <a16:creationId xmlns:a16="http://schemas.microsoft.com/office/drawing/2014/main" id="{6C2EA643-2B18-4813-B5DF-D2EDD1BE7655}"/>
              </a:ext>
            </a:extLst>
          </p:cNvPr>
          <p:cNvSpPr>
            <a:spLocks noGrp="1"/>
          </p:cNvSpPr>
          <p:nvPr/>
        </p:nvSpPr>
        <p:spPr>
          <a:xfrm>
            <a:off x="7229475" y="1849495"/>
            <a:ext cx="95250" cy="10425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7" name="teacher-action-tokens-6">
            <a:extLst>
              <a:ext uri="{FF2B5EF4-FFF2-40B4-BE49-F238E27FC236}">
                <a16:creationId xmlns:a16="http://schemas.microsoft.com/office/drawing/2014/main" id="{C33EAE30-9470-425B-9F01-6D60C97E2B60}"/>
              </a:ext>
            </a:extLst>
          </p:cNvPr>
          <p:cNvSpPr>
            <a:spLocks noGrp="1"/>
          </p:cNvSpPr>
          <p:nvPr/>
        </p:nvSpPr>
        <p:spPr>
          <a:xfrm>
            <a:off x="7381875" y="1849495"/>
            <a:ext cx="95250" cy="104254"/>
          </a:xfrm>
          <a:prstGeom prst="roundRect">
            <a:avLst>
              <a:gd name="adj" fmla="val 20000"/>
            </a:avLst>
          </a:prstGeom>
          <a:solidFill>
            <a:srgbClr val="0072B2"/>
          </a:solidFill>
          <a:ln w="11430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8" name="teacher-velocity-box">
            <a:extLst>
              <a:ext uri="{FF2B5EF4-FFF2-40B4-BE49-F238E27FC236}">
                <a16:creationId xmlns:a16="http://schemas.microsoft.com/office/drawing/2014/main" id="{89F1EEAF-5BEC-4387-AA47-F65DBDB75C62}"/>
              </a:ext>
            </a:extLst>
          </p:cNvPr>
          <p:cNvSpPr>
            <a:spLocks noGrp="1"/>
          </p:cNvSpPr>
          <p:nvPr/>
        </p:nvSpPr>
        <p:spPr>
          <a:xfrm>
            <a:off x="7953375" y="1283743"/>
            <a:ext cx="714375" cy="1042537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4288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9" name="teacher-velocity-title">
            <a:extLst>
              <a:ext uri="{FF2B5EF4-FFF2-40B4-BE49-F238E27FC236}">
                <a16:creationId xmlns:a16="http://schemas.microsoft.com/office/drawing/2014/main" id="{F6592D0E-7111-4ADF-8DF8-09D2CA154915}"/>
              </a:ext>
            </a:extLst>
          </p:cNvPr>
          <p:cNvSpPr>
            <a:spLocks noGrp="1"/>
          </p:cNvSpPr>
          <p:nvPr/>
        </p:nvSpPr>
        <p:spPr>
          <a:xfrm>
            <a:off x="8010525" y="1367146"/>
            <a:ext cx="600075" cy="47956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47625" tIns="19050" rIns="47625" bIns="19050" anchor="ctr">
            <a:noAutofit/>
          </a:bodyPr>
          <a:lstStyle/>
          <a:p>
            <a:pPr algn="ctr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Velocity</a:t>
            </a:r>
          </a:p>
        </p:txBody>
      </p:sp>
      <p:pic>
        <p:nvPicPr>
          <p:cNvPr id="381" name="teacher-velocity-symbol-math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8138945" y="1919690"/>
            <a:ext cx="343235" cy="291910"/>
          </a:xfrm>
          <a:prstGeom prst="rect">
            <a:avLst/>
          </a:prstGeom>
        </p:spPr>
      </p:pic>
      <p:sp>
        <p:nvSpPr>
          <p:cNvPr id="131" name="student-visual-box">
            <a:extLst>
              <a:ext uri="{FF2B5EF4-FFF2-40B4-BE49-F238E27FC236}">
                <a16:creationId xmlns:a16="http://schemas.microsoft.com/office/drawing/2014/main" id="{6B001464-21C8-4042-A49A-6A6542274F32}"/>
              </a:ext>
            </a:extLst>
          </p:cNvPr>
          <p:cNvSpPr>
            <a:spLocks noGrp="1"/>
          </p:cNvSpPr>
          <p:nvPr/>
        </p:nvSpPr>
        <p:spPr>
          <a:xfrm>
            <a:off x="2381250" y="4202847"/>
            <a:ext cx="1381125" cy="1042537"/>
          </a:xfrm>
          <a:prstGeom prst="roundRect">
            <a:avLst>
              <a:gd name="adj" fmla="val 6395"/>
            </a:avLst>
          </a:prstGeom>
          <a:solidFill>
            <a:srgbClr val="FFFFFF"/>
          </a:solidFill>
          <a:ln w="14288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student-visual-title">
            <a:extLst>
              <a:ext uri="{FF2B5EF4-FFF2-40B4-BE49-F238E27FC236}">
                <a16:creationId xmlns:a16="http://schemas.microsoft.com/office/drawing/2014/main" id="{F4903277-8A75-4819-B4E5-5053B44B85A2}"/>
              </a:ext>
            </a:extLst>
          </p:cNvPr>
          <p:cNvSpPr>
            <a:spLocks noGrp="1"/>
          </p:cNvSpPr>
          <p:nvPr/>
        </p:nvSpPr>
        <p:spPr>
          <a:xfrm>
            <a:off x="2438400" y="4286250"/>
            <a:ext cx="1266825" cy="3753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Visual Backbone</a:t>
            </a:r>
          </a:p>
        </p:txBody>
      </p:sp>
      <p:sp>
        <p:nvSpPr>
          <p:cNvPr id="133" name="student-visual-subtitle">
            <a:extLst>
              <a:ext uri="{FF2B5EF4-FFF2-40B4-BE49-F238E27FC236}">
                <a16:creationId xmlns:a16="http://schemas.microsoft.com/office/drawing/2014/main" id="{77385B4E-FB66-4AD2-BCC6-D10847D48530}"/>
              </a:ext>
            </a:extLst>
          </p:cNvPr>
          <p:cNvSpPr>
            <a:spLocks noGrp="1"/>
          </p:cNvSpPr>
          <p:nvPr/>
        </p:nvSpPr>
        <p:spPr>
          <a:xfrm>
            <a:off x="2457450" y="4703265"/>
            <a:ext cx="1228725" cy="2085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ctr">
              <a:defRPr sz="1200" b="0" i="0">
                <a:solidFill>
                  <a:srgbClr val="53606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3606C"/>
                </a:solidFill>
                <a:latin typeface="Arial"/>
                <a:ea typeface="Arial"/>
                <a:cs typeface="Arial"/>
              </a:rPr>
              <a:t>visual tokens</a:t>
            </a:r>
          </a:p>
        </p:txBody>
      </p:sp>
      <p:sp>
        <p:nvSpPr>
          <p:cNvPr id="134" name="student-visual-tokens-1">
            <a:extLst>
              <a:ext uri="{FF2B5EF4-FFF2-40B4-BE49-F238E27FC236}">
                <a16:creationId xmlns:a16="http://schemas.microsoft.com/office/drawing/2014/main" id="{2CC38FDB-9CBC-451D-926E-8D72A55C585A}"/>
              </a:ext>
            </a:extLst>
          </p:cNvPr>
          <p:cNvSpPr>
            <a:spLocks noGrp="1"/>
          </p:cNvSpPr>
          <p:nvPr/>
        </p:nvSpPr>
        <p:spPr>
          <a:xfrm>
            <a:off x="2719388" y="5016026"/>
            <a:ext cx="95250" cy="104254"/>
          </a:xfrm>
          <a:prstGeom prst="roundRect">
            <a:avLst>
              <a:gd name="adj" fmla="val 20000"/>
            </a:avLst>
          </a:prstGeom>
          <a:solidFill>
            <a:srgbClr val="D55E00"/>
          </a:solidFill>
          <a:ln w="1143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5" name="student-visual-tokens-2">
            <a:extLst>
              <a:ext uri="{FF2B5EF4-FFF2-40B4-BE49-F238E27FC236}">
                <a16:creationId xmlns:a16="http://schemas.microsoft.com/office/drawing/2014/main" id="{80FB442E-9F20-4483-963C-F2264D174D6D}"/>
              </a:ext>
            </a:extLst>
          </p:cNvPr>
          <p:cNvSpPr>
            <a:spLocks noGrp="1"/>
          </p:cNvSpPr>
          <p:nvPr/>
        </p:nvSpPr>
        <p:spPr>
          <a:xfrm>
            <a:off x="2871788" y="5016026"/>
            <a:ext cx="95250" cy="104254"/>
          </a:xfrm>
          <a:prstGeom prst="roundRect">
            <a:avLst>
              <a:gd name="adj" fmla="val 20000"/>
            </a:avLst>
          </a:prstGeom>
          <a:solidFill>
            <a:srgbClr val="D55E00"/>
          </a:solidFill>
          <a:ln w="1143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" name="student-visual-tokens-3">
            <a:extLst>
              <a:ext uri="{FF2B5EF4-FFF2-40B4-BE49-F238E27FC236}">
                <a16:creationId xmlns:a16="http://schemas.microsoft.com/office/drawing/2014/main" id="{FA289B65-68DB-4F18-8D85-074101607339}"/>
              </a:ext>
            </a:extLst>
          </p:cNvPr>
          <p:cNvSpPr>
            <a:spLocks noGrp="1"/>
          </p:cNvSpPr>
          <p:nvPr/>
        </p:nvSpPr>
        <p:spPr>
          <a:xfrm>
            <a:off x="3024188" y="5016026"/>
            <a:ext cx="95250" cy="104254"/>
          </a:xfrm>
          <a:prstGeom prst="roundRect">
            <a:avLst>
              <a:gd name="adj" fmla="val 20000"/>
            </a:avLst>
          </a:prstGeom>
          <a:solidFill>
            <a:srgbClr val="D55E00"/>
          </a:solidFill>
          <a:ln w="1143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7" name="student-visual-tokens-4">
            <a:extLst>
              <a:ext uri="{FF2B5EF4-FFF2-40B4-BE49-F238E27FC236}">
                <a16:creationId xmlns:a16="http://schemas.microsoft.com/office/drawing/2014/main" id="{0A40C661-4723-4435-B25D-B8C9791DA8EE}"/>
              </a:ext>
            </a:extLst>
          </p:cNvPr>
          <p:cNvSpPr>
            <a:spLocks noGrp="1"/>
          </p:cNvSpPr>
          <p:nvPr/>
        </p:nvSpPr>
        <p:spPr>
          <a:xfrm>
            <a:off x="3176588" y="5016026"/>
            <a:ext cx="95250" cy="10425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8" name="student-visual-tokens-5">
            <a:extLst>
              <a:ext uri="{FF2B5EF4-FFF2-40B4-BE49-F238E27FC236}">
                <a16:creationId xmlns:a16="http://schemas.microsoft.com/office/drawing/2014/main" id="{4909673A-3E61-450A-A531-49E2053CE8EE}"/>
              </a:ext>
            </a:extLst>
          </p:cNvPr>
          <p:cNvSpPr>
            <a:spLocks noGrp="1"/>
          </p:cNvSpPr>
          <p:nvPr/>
        </p:nvSpPr>
        <p:spPr>
          <a:xfrm>
            <a:off x="3328988" y="5016026"/>
            <a:ext cx="95250" cy="104254"/>
          </a:xfrm>
          <a:prstGeom prst="roundRect">
            <a:avLst>
              <a:gd name="adj" fmla="val 20000"/>
            </a:avLst>
          </a:prstGeom>
          <a:solidFill>
            <a:srgbClr val="D55E00"/>
          </a:solidFill>
          <a:ln w="1143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9" name="student-fusion">
            <a:extLst>
              <a:ext uri="{FF2B5EF4-FFF2-40B4-BE49-F238E27FC236}">
                <a16:creationId xmlns:a16="http://schemas.microsoft.com/office/drawing/2014/main" id="{F70DB9AF-4D1C-4D3D-BBB2-734301D64626}"/>
              </a:ext>
            </a:extLst>
          </p:cNvPr>
          <p:cNvSpPr>
            <a:spLocks noGrp="1"/>
          </p:cNvSpPr>
          <p:nvPr/>
        </p:nvSpPr>
        <p:spPr>
          <a:xfrm>
            <a:off x="4000500" y="4505183"/>
            <a:ext cx="400050" cy="437866"/>
          </a:xfrm>
          <a:prstGeom prst="ellipse">
            <a:avLst/>
          </a:prstGeom>
          <a:solidFill>
            <a:srgbClr val="FFFFFF"/>
          </a:solidFill>
          <a:ln w="14288">
            <a:solidFill>
              <a:srgbClr val="53606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0" name="student-fusion-plus">
            <a:extLst>
              <a:ext uri="{FF2B5EF4-FFF2-40B4-BE49-F238E27FC236}">
                <a16:creationId xmlns:a16="http://schemas.microsoft.com/office/drawing/2014/main" id="{1833353E-E5A3-4299-B4F2-651B3F4ECE29}"/>
              </a:ext>
            </a:extLst>
          </p:cNvPr>
          <p:cNvSpPr>
            <a:spLocks noGrp="1"/>
          </p:cNvSpPr>
          <p:nvPr/>
        </p:nvSpPr>
        <p:spPr>
          <a:xfrm>
            <a:off x="4000500" y="4484332"/>
            <a:ext cx="400050" cy="4587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ctr">
              <a:defRPr sz="21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41" name="student-policy-box">
            <a:extLst>
              <a:ext uri="{FF2B5EF4-FFF2-40B4-BE49-F238E27FC236}">
                <a16:creationId xmlns:a16="http://schemas.microsoft.com/office/drawing/2014/main" id="{AD2523FE-9FEC-48EA-8A1A-58CE547D974B}"/>
              </a:ext>
            </a:extLst>
          </p:cNvPr>
          <p:cNvSpPr>
            <a:spLocks noGrp="1"/>
          </p:cNvSpPr>
          <p:nvPr/>
        </p:nvSpPr>
        <p:spPr>
          <a:xfrm>
            <a:off x="4619625" y="4202847"/>
            <a:ext cx="1333500" cy="1042537"/>
          </a:xfrm>
          <a:prstGeom prst="roundRect">
            <a:avLst>
              <a:gd name="adj" fmla="val 6395"/>
            </a:avLst>
          </a:prstGeom>
          <a:solidFill>
            <a:srgbClr val="FFFFFF"/>
          </a:solidFill>
          <a:ln w="14288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2" name="student-policy-title">
            <a:extLst>
              <a:ext uri="{FF2B5EF4-FFF2-40B4-BE49-F238E27FC236}">
                <a16:creationId xmlns:a16="http://schemas.microsoft.com/office/drawing/2014/main" id="{B0233752-A9D5-4FEE-8515-2A4B55EFD385}"/>
              </a:ext>
            </a:extLst>
          </p:cNvPr>
          <p:cNvSpPr>
            <a:spLocks noGrp="1"/>
          </p:cNvSpPr>
          <p:nvPr/>
        </p:nvSpPr>
        <p:spPr>
          <a:xfrm>
            <a:off x="4676775" y="4286250"/>
            <a:ext cx="1219200" cy="3753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Policy Backbone</a:t>
            </a:r>
          </a:p>
        </p:txBody>
      </p:sp>
      <p:sp>
        <p:nvSpPr>
          <p:cNvPr id="143" name="student-policy-subtitle">
            <a:extLst>
              <a:ext uri="{FF2B5EF4-FFF2-40B4-BE49-F238E27FC236}">
                <a16:creationId xmlns:a16="http://schemas.microsoft.com/office/drawing/2014/main" id="{A2FF733F-D0A0-455F-88BB-00B8B789B7C1}"/>
              </a:ext>
            </a:extLst>
          </p:cNvPr>
          <p:cNvSpPr>
            <a:spLocks noGrp="1"/>
          </p:cNvSpPr>
          <p:nvPr/>
        </p:nvSpPr>
        <p:spPr>
          <a:xfrm>
            <a:off x="4695825" y="4703265"/>
            <a:ext cx="1181100" cy="2085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ctr">
              <a:defRPr sz="1200" b="0" i="0">
                <a:solidFill>
                  <a:srgbClr val="53606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3606C"/>
                </a:solidFill>
                <a:latin typeface="Arial"/>
                <a:ea typeface="Arial"/>
                <a:cs typeface="Arial"/>
              </a:rPr>
              <a:t>language/state</a:t>
            </a:r>
          </a:p>
        </p:txBody>
      </p:sp>
      <p:sp>
        <p:nvSpPr>
          <p:cNvPr id="144" name="student-policy-tokens-1">
            <a:extLst>
              <a:ext uri="{FF2B5EF4-FFF2-40B4-BE49-F238E27FC236}">
                <a16:creationId xmlns:a16="http://schemas.microsoft.com/office/drawing/2014/main" id="{C503F5BD-2B17-4AEE-869E-76125A9F5A0C}"/>
              </a:ext>
            </a:extLst>
          </p:cNvPr>
          <p:cNvSpPr>
            <a:spLocks noGrp="1"/>
          </p:cNvSpPr>
          <p:nvPr/>
        </p:nvSpPr>
        <p:spPr>
          <a:xfrm>
            <a:off x="4933950" y="5016026"/>
            <a:ext cx="95250" cy="104254"/>
          </a:xfrm>
          <a:prstGeom prst="roundRect">
            <a:avLst>
              <a:gd name="adj" fmla="val 20000"/>
            </a:avLst>
          </a:prstGeom>
          <a:solidFill>
            <a:srgbClr val="D55E00"/>
          </a:solidFill>
          <a:ln w="1143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5" name="student-policy-tokens-2">
            <a:extLst>
              <a:ext uri="{FF2B5EF4-FFF2-40B4-BE49-F238E27FC236}">
                <a16:creationId xmlns:a16="http://schemas.microsoft.com/office/drawing/2014/main" id="{A8B9448A-271C-4D8D-A203-0EFC6B6856E1}"/>
              </a:ext>
            </a:extLst>
          </p:cNvPr>
          <p:cNvSpPr>
            <a:spLocks noGrp="1"/>
          </p:cNvSpPr>
          <p:nvPr/>
        </p:nvSpPr>
        <p:spPr>
          <a:xfrm>
            <a:off x="5086350" y="5016026"/>
            <a:ext cx="95250" cy="104254"/>
          </a:xfrm>
          <a:prstGeom prst="roundRect">
            <a:avLst>
              <a:gd name="adj" fmla="val 20000"/>
            </a:avLst>
          </a:prstGeom>
          <a:solidFill>
            <a:srgbClr val="D55E00"/>
          </a:solidFill>
          <a:ln w="1143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6" name="student-policy-tokens-3">
            <a:extLst>
              <a:ext uri="{FF2B5EF4-FFF2-40B4-BE49-F238E27FC236}">
                <a16:creationId xmlns:a16="http://schemas.microsoft.com/office/drawing/2014/main" id="{6F033CEC-D01E-403E-BA8F-0244E08AB18A}"/>
              </a:ext>
            </a:extLst>
          </p:cNvPr>
          <p:cNvSpPr>
            <a:spLocks noGrp="1"/>
          </p:cNvSpPr>
          <p:nvPr/>
        </p:nvSpPr>
        <p:spPr>
          <a:xfrm>
            <a:off x="5238750" y="5016026"/>
            <a:ext cx="95250" cy="104254"/>
          </a:xfrm>
          <a:prstGeom prst="roundRect">
            <a:avLst>
              <a:gd name="adj" fmla="val 20000"/>
            </a:avLst>
          </a:prstGeom>
          <a:solidFill>
            <a:srgbClr val="D55E00"/>
          </a:solidFill>
          <a:ln w="1143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7" name="student-policy-tokens-4">
            <a:extLst>
              <a:ext uri="{FF2B5EF4-FFF2-40B4-BE49-F238E27FC236}">
                <a16:creationId xmlns:a16="http://schemas.microsoft.com/office/drawing/2014/main" id="{97DE13DC-C4E9-4BFE-A8B4-A8B177AD5518}"/>
              </a:ext>
            </a:extLst>
          </p:cNvPr>
          <p:cNvSpPr>
            <a:spLocks noGrp="1"/>
          </p:cNvSpPr>
          <p:nvPr/>
        </p:nvSpPr>
        <p:spPr>
          <a:xfrm>
            <a:off x="5391150" y="5016026"/>
            <a:ext cx="95250" cy="10425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8" name="student-policy-tokens-5">
            <a:extLst>
              <a:ext uri="{FF2B5EF4-FFF2-40B4-BE49-F238E27FC236}">
                <a16:creationId xmlns:a16="http://schemas.microsoft.com/office/drawing/2014/main" id="{421EF9C1-559D-4D77-AA32-3F64F258173C}"/>
              </a:ext>
            </a:extLst>
          </p:cNvPr>
          <p:cNvSpPr>
            <a:spLocks noGrp="1"/>
          </p:cNvSpPr>
          <p:nvPr/>
        </p:nvSpPr>
        <p:spPr>
          <a:xfrm>
            <a:off x="5543550" y="5016026"/>
            <a:ext cx="95250" cy="104254"/>
          </a:xfrm>
          <a:prstGeom prst="roundRect">
            <a:avLst>
              <a:gd name="adj" fmla="val 20000"/>
            </a:avLst>
          </a:prstGeom>
          <a:solidFill>
            <a:srgbClr val="D55E00"/>
          </a:solidFill>
          <a:ln w="1143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" name="student-action-box">
            <a:extLst>
              <a:ext uri="{FF2B5EF4-FFF2-40B4-BE49-F238E27FC236}">
                <a16:creationId xmlns:a16="http://schemas.microsoft.com/office/drawing/2014/main" id="{EFDE0583-850E-4585-9E21-53FF54AD5E3F}"/>
              </a:ext>
            </a:extLst>
          </p:cNvPr>
          <p:cNvSpPr>
            <a:spLocks noGrp="1"/>
          </p:cNvSpPr>
          <p:nvPr/>
        </p:nvSpPr>
        <p:spPr>
          <a:xfrm>
            <a:off x="6381750" y="4202847"/>
            <a:ext cx="1333500" cy="1042537"/>
          </a:xfrm>
          <a:prstGeom prst="roundRect">
            <a:avLst>
              <a:gd name="adj" fmla="val 6395"/>
            </a:avLst>
          </a:prstGeom>
          <a:solidFill>
            <a:srgbClr val="FFFFFF"/>
          </a:solidFill>
          <a:ln w="14288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0" name="student-action-title">
            <a:extLst>
              <a:ext uri="{FF2B5EF4-FFF2-40B4-BE49-F238E27FC236}">
                <a16:creationId xmlns:a16="http://schemas.microsoft.com/office/drawing/2014/main" id="{27D4D487-0B51-4F16-868C-3E8766B47D62}"/>
              </a:ext>
            </a:extLst>
          </p:cNvPr>
          <p:cNvSpPr>
            <a:spLocks noGrp="1"/>
          </p:cNvSpPr>
          <p:nvPr/>
        </p:nvSpPr>
        <p:spPr>
          <a:xfrm>
            <a:off x="6438900" y="4286250"/>
            <a:ext cx="1219200" cy="3753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Action Expert</a:t>
            </a:r>
          </a:p>
        </p:txBody>
      </p:sp>
      <p:sp>
        <p:nvSpPr>
          <p:cNvPr id="151" name="student-action-subtitle">
            <a:extLst>
              <a:ext uri="{FF2B5EF4-FFF2-40B4-BE49-F238E27FC236}">
                <a16:creationId xmlns:a16="http://schemas.microsoft.com/office/drawing/2014/main" id="{DE08054A-1FA6-40DA-9257-B024E661E386}"/>
              </a:ext>
            </a:extLst>
          </p:cNvPr>
          <p:cNvSpPr>
            <a:spLocks noGrp="1"/>
          </p:cNvSpPr>
          <p:nvPr/>
        </p:nvSpPr>
        <p:spPr>
          <a:xfrm>
            <a:off x="6457950" y="4703265"/>
            <a:ext cx="1181100" cy="2085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ctr">
              <a:defRPr sz="1200" b="0" i="0">
                <a:solidFill>
                  <a:srgbClr val="53606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3606C"/>
                </a:solidFill>
                <a:latin typeface="Arial"/>
                <a:ea typeface="Arial"/>
                <a:cs typeface="Arial"/>
              </a:rPr>
              <a:t>H action tokens</a:t>
            </a:r>
          </a:p>
        </p:txBody>
      </p:sp>
      <p:sp>
        <p:nvSpPr>
          <p:cNvPr id="152" name="student-action-tokens-1">
            <a:extLst>
              <a:ext uri="{FF2B5EF4-FFF2-40B4-BE49-F238E27FC236}">
                <a16:creationId xmlns:a16="http://schemas.microsoft.com/office/drawing/2014/main" id="{161DEBA6-517A-4E1A-AD33-D2E5610613F1}"/>
              </a:ext>
            </a:extLst>
          </p:cNvPr>
          <p:cNvSpPr>
            <a:spLocks noGrp="1"/>
          </p:cNvSpPr>
          <p:nvPr/>
        </p:nvSpPr>
        <p:spPr>
          <a:xfrm>
            <a:off x="6619875" y="5016026"/>
            <a:ext cx="95250" cy="104254"/>
          </a:xfrm>
          <a:prstGeom prst="roundRect">
            <a:avLst>
              <a:gd name="adj" fmla="val 20000"/>
            </a:avLst>
          </a:prstGeom>
          <a:solidFill>
            <a:srgbClr val="D55E00"/>
          </a:solidFill>
          <a:ln w="1143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" name="student-action-tokens-2">
            <a:extLst>
              <a:ext uri="{FF2B5EF4-FFF2-40B4-BE49-F238E27FC236}">
                <a16:creationId xmlns:a16="http://schemas.microsoft.com/office/drawing/2014/main" id="{AC6CE197-1735-4B14-9761-38DE67A519A6}"/>
              </a:ext>
            </a:extLst>
          </p:cNvPr>
          <p:cNvSpPr>
            <a:spLocks noGrp="1"/>
          </p:cNvSpPr>
          <p:nvPr/>
        </p:nvSpPr>
        <p:spPr>
          <a:xfrm>
            <a:off x="6772275" y="5016026"/>
            <a:ext cx="95250" cy="104254"/>
          </a:xfrm>
          <a:prstGeom prst="roundRect">
            <a:avLst>
              <a:gd name="adj" fmla="val 20000"/>
            </a:avLst>
          </a:prstGeom>
          <a:solidFill>
            <a:srgbClr val="D55E00"/>
          </a:solidFill>
          <a:ln w="1143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" name="student-action-tokens-3">
            <a:extLst>
              <a:ext uri="{FF2B5EF4-FFF2-40B4-BE49-F238E27FC236}">
                <a16:creationId xmlns:a16="http://schemas.microsoft.com/office/drawing/2014/main" id="{C2BE678B-292D-4AF2-9908-0EB2B922BF16}"/>
              </a:ext>
            </a:extLst>
          </p:cNvPr>
          <p:cNvSpPr>
            <a:spLocks noGrp="1"/>
          </p:cNvSpPr>
          <p:nvPr/>
        </p:nvSpPr>
        <p:spPr>
          <a:xfrm>
            <a:off x="6924675" y="5016026"/>
            <a:ext cx="95250" cy="104254"/>
          </a:xfrm>
          <a:prstGeom prst="roundRect">
            <a:avLst>
              <a:gd name="adj" fmla="val 20000"/>
            </a:avLst>
          </a:prstGeom>
          <a:solidFill>
            <a:srgbClr val="D55E00"/>
          </a:solidFill>
          <a:ln w="1143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5" name="student-action-tokens-4">
            <a:extLst>
              <a:ext uri="{FF2B5EF4-FFF2-40B4-BE49-F238E27FC236}">
                <a16:creationId xmlns:a16="http://schemas.microsoft.com/office/drawing/2014/main" id="{BB257DC2-B6FC-4933-83A3-866CC356E7E6}"/>
              </a:ext>
            </a:extLst>
          </p:cNvPr>
          <p:cNvSpPr>
            <a:spLocks noGrp="1"/>
          </p:cNvSpPr>
          <p:nvPr/>
        </p:nvSpPr>
        <p:spPr>
          <a:xfrm>
            <a:off x="7077075" y="5016026"/>
            <a:ext cx="95250" cy="104254"/>
          </a:xfrm>
          <a:prstGeom prst="roundRect">
            <a:avLst>
              <a:gd name="adj" fmla="val 20000"/>
            </a:avLst>
          </a:prstGeom>
          <a:solidFill>
            <a:srgbClr val="D55E00"/>
          </a:solidFill>
          <a:ln w="1143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6" name="student-action-tokens-5">
            <a:extLst>
              <a:ext uri="{FF2B5EF4-FFF2-40B4-BE49-F238E27FC236}">
                <a16:creationId xmlns:a16="http://schemas.microsoft.com/office/drawing/2014/main" id="{6B18EDFA-F4B4-48D2-ADCA-4BD157E1D8F7}"/>
              </a:ext>
            </a:extLst>
          </p:cNvPr>
          <p:cNvSpPr>
            <a:spLocks noGrp="1"/>
          </p:cNvSpPr>
          <p:nvPr/>
        </p:nvSpPr>
        <p:spPr>
          <a:xfrm>
            <a:off x="7229475" y="5016026"/>
            <a:ext cx="95250" cy="10425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7" name="student-action-tokens-6">
            <a:extLst>
              <a:ext uri="{FF2B5EF4-FFF2-40B4-BE49-F238E27FC236}">
                <a16:creationId xmlns:a16="http://schemas.microsoft.com/office/drawing/2014/main" id="{9BF93F8A-F419-4D8B-9C28-04633BC8FD29}"/>
              </a:ext>
            </a:extLst>
          </p:cNvPr>
          <p:cNvSpPr>
            <a:spLocks noGrp="1"/>
          </p:cNvSpPr>
          <p:nvPr/>
        </p:nvSpPr>
        <p:spPr>
          <a:xfrm>
            <a:off x="7381875" y="5016026"/>
            <a:ext cx="95250" cy="104254"/>
          </a:xfrm>
          <a:prstGeom prst="roundRect">
            <a:avLst>
              <a:gd name="adj" fmla="val 20000"/>
            </a:avLst>
          </a:prstGeom>
          <a:solidFill>
            <a:srgbClr val="D55E00"/>
          </a:solidFill>
          <a:ln w="1143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8" name="student-velocity-box">
            <a:extLst>
              <a:ext uri="{FF2B5EF4-FFF2-40B4-BE49-F238E27FC236}">
                <a16:creationId xmlns:a16="http://schemas.microsoft.com/office/drawing/2014/main" id="{AC55FB20-F85B-4E93-B5BF-C4FBC9915DFF}"/>
              </a:ext>
            </a:extLst>
          </p:cNvPr>
          <p:cNvSpPr>
            <a:spLocks noGrp="1"/>
          </p:cNvSpPr>
          <p:nvPr/>
        </p:nvSpPr>
        <p:spPr>
          <a:xfrm>
            <a:off x="7953375" y="4202847"/>
            <a:ext cx="714375" cy="1042537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4288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9" name="student-velocity-title">
            <a:extLst>
              <a:ext uri="{FF2B5EF4-FFF2-40B4-BE49-F238E27FC236}">
                <a16:creationId xmlns:a16="http://schemas.microsoft.com/office/drawing/2014/main" id="{49FEAB06-0996-4688-BEA8-A8D84AC67109}"/>
              </a:ext>
            </a:extLst>
          </p:cNvPr>
          <p:cNvSpPr>
            <a:spLocks noGrp="1"/>
          </p:cNvSpPr>
          <p:nvPr/>
        </p:nvSpPr>
        <p:spPr>
          <a:xfrm>
            <a:off x="8010525" y="4286250"/>
            <a:ext cx="600075" cy="47956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47625" tIns="19050" rIns="47625" bIns="19050" anchor="ctr">
            <a:noAutofit/>
          </a:bodyPr>
          <a:lstStyle/>
          <a:p>
            <a:pPr algn="ctr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Velocity</a:t>
            </a:r>
          </a:p>
        </p:txBody>
      </p:sp>
      <p:pic>
        <p:nvPicPr>
          <p:cNvPr id="411" name="student-velocity-symbol-math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8087789" y="4838795"/>
            <a:ext cx="445548" cy="291910"/>
          </a:xfrm>
          <a:prstGeom prst="rect">
            <a:avLst/>
          </a:prstGeom>
        </p:spPr>
      </p:pic>
      <p:sp>
        <p:nvSpPr>
          <p:cNvPr id="161" name="teacher-visual-tap-box">
            <a:extLst>
              <a:ext uri="{FF2B5EF4-FFF2-40B4-BE49-F238E27FC236}">
                <a16:creationId xmlns:a16="http://schemas.microsoft.com/office/drawing/2014/main" id="{80734028-97C7-4469-8EBA-0C2C06BAE923}"/>
              </a:ext>
            </a:extLst>
          </p:cNvPr>
          <p:cNvSpPr>
            <a:spLocks noGrp="1"/>
          </p:cNvSpPr>
          <p:nvPr/>
        </p:nvSpPr>
        <p:spPr>
          <a:xfrm>
            <a:off x="2381250" y="2451384"/>
            <a:ext cx="1381125" cy="291910"/>
          </a:xfrm>
          <a:prstGeom prst="roundRect">
            <a:avLst>
              <a:gd name="adj" fmla="val 16315"/>
            </a:avLst>
          </a:prstGeom>
          <a:solidFill>
            <a:srgbClr val="FFFFFF"/>
          </a:solidFill>
          <a:ln w="9525">
            <a:solidFill>
              <a:srgbClr val="0072B2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13" name="teacher-visual-tap-math"/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2543518" y="2503511"/>
            <a:ext cx="1056589" cy="187657"/>
          </a:xfrm>
          <a:prstGeom prst="rect">
            <a:avLst/>
          </a:prstGeom>
        </p:spPr>
      </p:pic>
      <p:sp>
        <p:nvSpPr>
          <p:cNvPr id="163" name="teacher-action-tap-box">
            <a:extLst>
              <a:ext uri="{FF2B5EF4-FFF2-40B4-BE49-F238E27FC236}">
                <a16:creationId xmlns:a16="http://schemas.microsoft.com/office/drawing/2014/main" id="{D15003C7-DB48-4999-95D5-4F98E1A8F408}"/>
              </a:ext>
            </a:extLst>
          </p:cNvPr>
          <p:cNvSpPr>
            <a:spLocks noGrp="1"/>
          </p:cNvSpPr>
          <p:nvPr/>
        </p:nvSpPr>
        <p:spPr>
          <a:xfrm>
            <a:off x="6381750" y="2451384"/>
            <a:ext cx="1381125" cy="291910"/>
          </a:xfrm>
          <a:prstGeom prst="roundRect">
            <a:avLst>
              <a:gd name="adj" fmla="val 16315"/>
            </a:avLst>
          </a:prstGeom>
          <a:solidFill>
            <a:srgbClr val="FFFFFF"/>
          </a:solidFill>
          <a:ln w="9525">
            <a:solidFill>
              <a:srgbClr val="0072B2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15" name="teacher-action-tap-math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6665479" y="2503511"/>
            <a:ext cx="813668" cy="187657"/>
          </a:xfrm>
          <a:prstGeom prst="rect">
            <a:avLst/>
          </a:prstGeom>
        </p:spPr>
      </p:pic>
      <p:sp>
        <p:nvSpPr>
          <p:cNvPr id="165" name="student-action-tap-box">
            <a:extLst>
              <a:ext uri="{FF2B5EF4-FFF2-40B4-BE49-F238E27FC236}">
                <a16:creationId xmlns:a16="http://schemas.microsoft.com/office/drawing/2014/main" id="{3CD51784-1DE4-4195-A195-C89572962DED}"/>
              </a:ext>
            </a:extLst>
          </p:cNvPr>
          <p:cNvSpPr>
            <a:spLocks noGrp="1"/>
          </p:cNvSpPr>
          <p:nvPr/>
        </p:nvSpPr>
        <p:spPr>
          <a:xfrm>
            <a:off x="6381750" y="5370489"/>
            <a:ext cx="1381125" cy="291910"/>
          </a:xfrm>
          <a:prstGeom prst="roundRect">
            <a:avLst>
              <a:gd name="adj" fmla="val 16315"/>
            </a:avLst>
          </a:prstGeom>
          <a:solidFill>
            <a:srgbClr val="FFFFFF"/>
          </a:solidFill>
          <a:ln w="9525">
            <a:solidFill>
              <a:srgbClr val="D55E00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17" name="student-action-tap-math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6610388" y="5422616"/>
            <a:ext cx="923848" cy="187657"/>
          </a:xfrm>
          <a:prstGeom prst="rect">
            <a:avLst/>
          </a:prstGeom>
        </p:spPr>
      </p:pic>
      <p:sp>
        <p:nvSpPr>
          <p:cNvPr id="167" name="shared-noisy-action-box">
            <a:extLst>
              <a:ext uri="{FF2B5EF4-FFF2-40B4-BE49-F238E27FC236}">
                <a16:creationId xmlns:a16="http://schemas.microsoft.com/office/drawing/2014/main" id="{D56C5868-D500-4096-82AC-043D7EF26F96}"/>
              </a:ext>
            </a:extLst>
          </p:cNvPr>
          <p:cNvSpPr>
            <a:spLocks noGrp="1"/>
          </p:cNvSpPr>
          <p:nvPr/>
        </p:nvSpPr>
        <p:spPr>
          <a:xfrm>
            <a:off x="6191250" y="3191586"/>
            <a:ext cx="1714500" cy="271060"/>
          </a:xfrm>
          <a:prstGeom prst="roundRect">
            <a:avLst>
              <a:gd name="adj" fmla="val 17570"/>
            </a:avLst>
          </a:prstGeom>
          <a:solidFill>
            <a:srgbClr val="F1F3F5"/>
          </a:solidFill>
          <a:ln w="9525">
            <a:solidFill>
              <a:srgbClr val="87919A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19" name="shared-noisy-action-math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6286500" y="3267116"/>
            <a:ext cx="1524000" cy="120000"/>
          </a:xfrm>
          <a:prstGeom prst="rect">
            <a:avLst/>
          </a:prstGeom>
        </p:spPr>
      </p:pic>
      <p:sp>
        <p:nvSpPr>
          <p:cNvPr id="169" name="teacher-feature-sequence">
            <a:extLst>
              <a:ext uri="{FF2B5EF4-FFF2-40B4-BE49-F238E27FC236}">
                <a16:creationId xmlns:a16="http://schemas.microsoft.com/office/drawing/2014/main" id="{6A29A092-6556-43ED-A16D-EF814736146F}"/>
              </a:ext>
            </a:extLst>
          </p:cNvPr>
          <p:cNvSpPr>
            <a:spLocks noGrp="1"/>
          </p:cNvSpPr>
          <p:nvPr/>
        </p:nvSpPr>
        <p:spPr>
          <a:xfrm>
            <a:off x="9382125" y="1169063"/>
            <a:ext cx="1428750" cy="834030"/>
          </a:xfrm>
          <a:prstGeom prst="roundRect">
            <a:avLst>
              <a:gd name="adj" fmla="val 7994"/>
            </a:avLst>
          </a:prstGeom>
          <a:solidFill>
            <a:srgbClr val="EEF6FB"/>
          </a:solidFill>
          <a:ln w="13335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0" name="teacher-feature-title">
            <a:extLst>
              <a:ext uri="{FF2B5EF4-FFF2-40B4-BE49-F238E27FC236}">
                <a16:creationId xmlns:a16="http://schemas.microsoft.com/office/drawing/2014/main" id="{3BE93494-1450-43F5-97FA-0F5E6B3B2DCE}"/>
              </a:ext>
            </a:extLst>
          </p:cNvPr>
          <p:cNvSpPr>
            <a:spLocks noGrp="1"/>
          </p:cNvSpPr>
          <p:nvPr/>
        </p:nvSpPr>
        <p:spPr>
          <a:xfrm>
            <a:off x="9439275" y="1221190"/>
            <a:ext cx="1314450" cy="2710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ctr">
              <a:defRPr sz="1200" b="1" i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72B2"/>
                </a:solidFill>
                <a:latin typeface="Arial"/>
                <a:ea typeface="Arial"/>
                <a:cs typeface="Arial"/>
              </a:rPr>
              <a:t>Teacher features</a:t>
            </a:r>
          </a:p>
        </p:txBody>
      </p:sp>
      <p:pic>
        <p:nvPicPr>
          <p:cNvPr id="422" name="teacher-feature-formula-math"/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9724648" y="1502675"/>
            <a:ext cx="743704" cy="239784"/>
          </a:xfrm>
          <a:prstGeom prst="rect">
            <a:avLst/>
          </a:prstGeom>
        </p:spPr>
      </p:pic>
      <p:sp>
        <p:nvSpPr>
          <p:cNvPr id="172" name="teacher-feature-tokens-1">
            <a:extLst>
              <a:ext uri="{FF2B5EF4-FFF2-40B4-BE49-F238E27FC236}">
                <a16:creationId xmlns:a16="http://schemas.microsoft.com/office/drawing/2014/main" id="{3E6AEC2E-53B2-437F-B6AA-8A31023833AA}"/>
              </a:ext>
            </a:extLst>
          </p:cNvPr>
          <p:cNvSpPr>
            <a:spLocks noGrp="1"/>
          </p:cNvSpPr>
          <p:nvPr/>
        </p:nvSpPr>
        <p:spPr>
          <a:xfrm>
            <a:off x="9667875" y="1825862"/>
            <a:ext cx="95250" cy="104254"/>
          </a:xfrm>
          <a:prstGeom prst="roundRect">
            <a:avLst>
              <a:gd name="adj" fmla="val 20000"/>
            </a:avLst>
          </a:prstGeom>
          <a:solidFill>
            <a:srgbClr val="0072B2"/>
          </a:solidFill>
          <a:ln w="11430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3" name="teacher-feature-tokens-2">
            <a:extLst>
              <a:ext uri="{FF2B5EF4-FFF2-40B4-BE49-F238E27FC236}">
                <a16:creationId xmlns:a16="http://schemas.microsoft.com/office/drawing/2014/main" id="{E748D21F-B6B2-48D5-AE04-D327CF4C2CB6}"/>
              </a:ext>
            </a:extLst>
          </p:cNvPr>
          <p:cNvSpPr>
            <a:spLocks noGrp="1"/>
          </p:cNvSpPr>
          <p:nvPr/>
        </p:nvSpPr>
        <p:spPr>
          <a:xfrm>
            <a:off x="9829800" y="1825862"/>
            <a:ext cx="95250" cy="104254"/>
          </a:xfrm>
          <a:prstGeom prst="roundRect">
            <a:avLst>
              <a:gd name="adj" fmla="val 20000"/>
            </a:avLst>
          </a:prstGeom>
          <a:solidFill>
            <a:srgbClr val="0072B2"/>
          </a:solidFill>
          <a:ln w="11430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4" name="teacher-feature-tokens-3">
            <a:extLst>
              <a:ext uri="{FF2B5EF4-FFF2-40B4-BE49-F238E27FC236}">
                <a16:creationId xmlns:a16="http://schemas.microsoft.com/office/drawing/2014/main" id="{18464BDA-AEBD-4AC6-B9B4-7B62A8C69EBE}"/>
              </a:ext>
            </a:extLst>
          </p:cNvPr>
          <p:cNvSpPr>
            <a:spLocks noGrp="1"/>
          </p:cNvSpPr>
          <p:nvPr/>
        </p:nvSpPr>
        <p:spPr>
          <a:xfrm>
            <a:off x="9991725" y="1825862"/>
            <a:ext cx="95250" cy="104254"/>
          </a:xfrm>
          <a:prstGeom prst="roundRect">
            <a:avLst>
              <a:gd name="adj" fmla="val 20000"/>
            </a:avLst>
          </a:prstGeom>
          <a:solidFill>
            <a:srgbClr val="0072B2"/>
          </a:solidFill>
          <a:ln w="11430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5" name="teacher-feature-tokens-4">
            <a:extLst>
              <a:ext uri="{FF2B5EF4-FFF2-40B4-BE49-F238E27FC236}">
                <a16:creationId xmlns:a16="http://schemas.microsoft.com/office/drawing/2014/main" id="{FDC52559-5D08-4B4B-9F18-105E3DEE7A98}"/>
              </a:ext>
            </a:extLst>
          </p:cNvPr>
          <p:cNvSpPr>
            <a:spLocks noGrp="1"/>
          </p:cNvSpPr>
          <p:nvPr/>
        </p:nvSpPr>
        <p:spPr>
          <a:xfrm>
            <a:off x="10153650" y="1825862"/>
            <a:ext cx="95250" cy="10425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6" name="teacher-feature-tokens-5">
            <a:extLst>
              <a:ext uri="{FF2B5EF4-FFF2-40B4-BE49-F238E27FC236}">
                <a16:creationId xmlns:a16="http://schemas.microsoft.com/office/drawing/2014/main" id="{EDDCE625-3748-44DF-8740-EAF4FC8D3105}"/>
              </a:ext>
            </a:extLst>
          </p:cNvPr>
          <p:cNvSpPr>
            <a:spLocks noGrp="1"/>
          </p:cNvSpPr>
          <p:nvPr/>
        </p:nvSpPr>
        <p:spPr>
          <a:xfrm>
            <a:off x="10315575" y="1825862"/>
            <a:ext cx="95250" cy="104254"/>
          </a:xfrm>
          <a:prstGeom prst="roundRect">
            <a:avLst>
              <a:gd name="adj" fmla="val 20000"/>
            </a:avLst>
          </a:prstGeom>
          <a:solidFill>
            <a:srgbClr val="0072B2"/>
          </a:solidFill>
          <a:ln w="11430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7" name="cross-attention-selector-box">
            <a:extLst>
              <a:ext uri="{FF2B5EF4-FFF2-40B4-BE49-F238E27FC236}">
                <a16:creationId xmlns:a16="http://schemas.microsoft.com/office/drawing/2014/main" id="{DACAD401-9844-4CA4-B4BB-A7546F1474CB}"/>
              </a:ext>
            </a:extLst>
          </p:cNvPr>
          <p:cNvSpPr>
            <a:spLocks noGrp="1"/>
          </p:cNvSpPr>
          <p:nvPr/>
        </p:nvSpPr>
        <p:spPr>
          <a:xfrm>
            <a:off x="11049000" y="1169063"/>
            <a:ext cx="1381125" cy="834030"/>
          </a:xfrm>
          <a:prstGeom prst="roundRect">
            <a:avLst>
              <a:gd name="adj" fmla="val 7994"/>
            </a:avLst>
          </a:prstGeom>
          <a:solidFill>
            <a:srgbClr val="FFFFFF"/>
          </a:solidFill>
          <a:ln w="14288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8" name="cross-attention-selector-title">
            <a:extLst>
              <a:ext uri="{FF2B5EF4-FFF2-40B4-BE49-F238E27FC236}">
                <a16:creationId xmlns:a16="http://schemas.microsoft.com/office/drawing/2014/main" id="{920AABAF-E347-4BF6-9682-801DB622B2E1}"/>
              </a:ext>
            </a:extLst>
          </p:cNvPr>
          <p:cNvSpPr>
            <a:spLocks noGrp="1"/>
          </p:cNvSpPr>
          <p:nvPr/>
        </p:nvSpPr>
        <p:spPr>
          <a:xfrm>
            <a:off x="11106150" y="1221190"/>
            <a:ext cx="1266825" cy="26063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47625" tIns="19050" rIns="47625" bIns="19050" anchor="ctr">
            <a:noAutofit/>
          </a:bodyPr>
          <a:lstStyle/>
          <a:p>
            <a:pPr algn="ctr">
              <a:defRPr sz="127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Cross-Attn</a:t>
            </a:r>
          </a:p>
        </p:txBody>
      </p:sp>
      <p:sp>
        <p:nvSpPr>
          <p:cNvPr id="179" name="cross-attention-selector-subtitle">
            <a:extLst>
              <a:ext uri="{FF2B5EF4-FFF2-40B4-BE49-F238E27FC236}">
                <a16:creationId xmlns:a16="http://schemas.microsoft.com/office/drawing/2014/main" id="{296FBFB7-3FD0-48DD-ACBD-2E984E02A7A4}"/>
              </a:ext>
            </a:extLst>
          </p:cNvPr>
          <p:cNvSpPr>
            <a:spLocks noGrp="1"/>
          </p:cNvSpPr>
          <p:nvPr/>
        </p:nvSpPr>
        <p:spPr>
          <a:xfrm>
            <a:off x="11125200" y="1492250"/>
            <a:ext cx="1228725" cy="1980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47625" tIns="19050" rIns="47625" bIns="19050" anchor="ctr">
            <a:noAutofit/>
          </a:bodyPr>
          <a:lstStyle/>
          <a:p>
            <a:pPr algn="ctr">
              <a:defRPr sz="1200" b="0" i="1">
                <a:solidFill>
                  <a:srgbClr val="53606C"/>
                </a:solidFill>
                <a:latin typeface="Arial"/>
                <a:ea typeface="Arial"/>
                <a:cs typeface="Arial"/>
              </a:defRPr>
            </a:pPr>
            <a:r>
              <a:rPr sz="1200" b="0" i="1">
                <a:solidFill>
                  <a:srgbClr val="53606C"/>
                </a:solidFill>
                <a:latin typeface="Arial"/>
                <a:ea typeface="Arial"/>
                <a:cs typeface="Arial"/>
              </a:rPr>
              <a:t>student query</a:t>
            </a:r>
          </a:p>
        </p:txBody>
      </p:sp>
      <p:sp>
        <p:nvSpPr>
          <p:cNvPr id="180" name="privileged-cue-box">
            <a:extLst>
              <a:ext uri="{FF2B5EF4-FFF2-40B4-BE49-F238E27FC236}">
                <a16:creationId xmlns:a16="http://schemas.microsoft.com/office/drawing/2014/main" id="{087EC850-2C79-46B1-8779-93A605D9F2C7}"/>
              </a:ext>
            </a:extLst>
          </p:cNvPr>
          <p:cNvSpPr>
            <a:spLocks noGrp="1"/>
          </p:cNvSpPr>
          <p:nvPr/>
        </p:nvSpPr>
        <p:spPr>
          <a:xfrm>
            <a:off x="12668250" y="1169063"/>
            <a:ext cx="971550" cy="834030"/>
          </a:xfrm>
          <a:prstGeom prst="roundRect">
            <a:avLst>
              <a:gd name="adj" fmla="val 7994"/>
            </a:avLst>
          </a:prstGeom>
          <a:solidFill>
            <a:srgbClr val="FFFFFF"/>
          </a:solidFill>
          <a:ln w="14288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1" name="privileged-cue-title">
            <a:extLst>
              <a:ext uri="{FF2B5EF4-FFF2-40B4-BE49-F238E27FC236}">
                <a16:creationId xmlns:a16="http://schemas.microsoft.com/office/drawing/2014/main" id="{1C2A688C-9055-4895-BF1A-BDFEEE7560B6}"/>
              </a:ext>
            </a:extLst>
          </p:cNvPr>
          <p:cNvSpPr>
            <a:spLocks noGrp="1"/>
          </p:cNvSpPr>
          <p:nvPr/>
        </p:nvSpPr>
        <p:spPr>
          <a:xfrm>
            <a:off x="12725400" y="1221190"/>
            <a:ext cx="857250" cy="26063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ctr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Selected Cue</a:t>
            </a:r>
          </a:p>
        </p:txBody>
      </p:sp>
      <p:pic>
        <p:nvPicPr>
          <p:cNvPr id="433" name="privileged-cue-subtitle-math"/>
          <p:cNvPicPr>
            <a:picLocks noChangeAspect="1"/>
          </p:cNvPicPr>
          <p:nvPr/>
        </p:nvPicPr>
        <p:blipFill>
          <a:blip r:embed="rId17"/>
          <a:stretch/>
        </p:blipFill>
        <p:spPr>
          <a:xfrm>
            <a:off x="13022777" y="1596504"/>
            <a:ext cx="262496" cy="156381"/>
          </a:xfrm>
          <a:prstGeom prst="rect">
            <a:avLst/>
          </a:prstGeom>
        </p:spPr>
      </p:pic>
      <p:sp>
        <p:nvSpPr>
          <p:cNvPr id="183" name="privileged-cue-tokens-1">
            <a:extLst>
              <a:ext uri="{FF2B5EF4-FFF2-40B4-BE49-F238E27FC236}">
                <a16:creationId xmlns:a16="http://schemas.microsoft.com/office/drawing/2014/main" id="{F84F8B03-E1AA-49B5-8E2E-D04FF74E1476}"/>
              </a:ext>
            </a:extLst>
          </p:cNvPr>
          <p:cNvSpPr>
            <a:spLocks noGrp="1"/>
          </p:cNvSpPr>
          <p:nvPr/>
        </p:nvSpPr>
        <p:spPr>
          <a:xfrm>
            <a:off x="12877800" y="1773735"/>
            <a:ext cx="95250" cy="104254"/>
          </a:xfrm>
          <a:prstGeom prst="roundRect">
            <a:avLst>
              <a:gd name="adj" fmla="val 20000"/>
            </a:avLst>
          </a:prstGeom>
          <a:solidFill>
            <a:srgbClr val="6F42C1"/>
          </a:solidFill>
          <a:ln w="1143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" name="privileged-cue-tokens-2">
            <a:extLst>
              <a:ext uri="{FF2B5EF4-FFF2-40B4-BE49-F238E27FC236}">
                <a16:creationId xmlns:a16="http://schemas.microsoft.com/office/drawing/2014/main" id="{383FF5FD-8C0F-4FCD-8FE2-954FAFCE6B3D}"/>
              </a:ext>
            </a:extLst>
          </p:cNvPr>
          <p:cNvSpPr>
            <a:spLocks noGrp="1"/>
          </p:cNvSpPr>
          <p:nvPr/>
        </p:nvSpPr>
        <p:spPr>
          <a:xfrm>
            <a:off x="13030200" y="1773735"/>
            <a:ext cx="95250" cy="104254"/>
          </a:xfrm>
          <a:prstGeom prst="roundRect">
            <a:avLst>
              <a:gd name="adj" fmla="val 20000"/>
            </a:avLst>
          </a:prstGeom>
          <a:solidFill>
            <a:srgbClr val="6F42C1"/>
          </a:solidFill>
          <a:ln w="1143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5" name="privileged-cue-tokens-3">
            <a:extLst>
              <a:ext uri="{FF2B5EF4-FFF2-40B4-BE49-F238E27FC236}">
                <a16:creationId xmlns:a16="http://schemas.microsoft.com/office/drawing/2014/main" id="{D3C9EE6D-8DD7-4FBB-A121-37502BEE3DDD}"/>
              </a:ext>
            </a:extLst>
          </p:cNvPr>
          <p:cNvSpPr>
            <a:spLocks noGrp="1"/>
          </p:cNvSpPr>
          <p:nvPr/>
        </p:nvSpPr>
        <p:spPr>
          <a:xfrm>
            <a:off x="13182600" y="1773735"/>
            <a:ext cx="95250" cy="10425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6" name="privileged-cue-tokens-4">
            <a:extLst>
              <a:ext uri="{FF2B5EF4-FFF2-40B4-BE49-F238E27FC236}">
                <a16:creationId xmlns:a16="http://schemas.microsoft.com/office/drawing/2014/main" id="{F1A483EC-E76C-478D-BAE5-FC5E2C45A4AE}"/>
              </a:ext>
            </a:extLst>
          </p:cNvPr>
          <p:cNvSpPr>
            <a:spLocks noGrp="1"/>
          </p:cNvSpPr>
          <p:nvPr/>
        </p:nvSpPr>
        <p:spPr>
          <a:xfrm>
            <a:off x="13335000" y="1773735"/>
            <a:ext cx="95250" cy="104254"/>
          </a:xfrm>
          <a:prstGeom prst="roundRect">
            <a:avLst>
              <a:gd name="adj" fmla="val 20000"/>
            </a:avLst>
          </a:prstGeom>
          <a:solidFill>
            <a:srgbClr val="6F42C1"/>
          </a:solidFill>
          <a:ln w="1143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7" name="student-hidden-state">
            <a:extLst>
              <a:ext uri="{FF2B5EF4-FFF2-40B4-BE49-F238E27FC236}">
                <a16:creationId xmlns:a16="http://schemas.microsoft.com/office/drawing/2014/main" id="{4C095E4B-E307-462E-ABF7-A6BAB87F1C6E}"/>
              </a:ext>
            </a:extLst>
          </p:cNvPr>
          <p:cNvSpPr>
            <a:spLocks noGrp="1"/>
          </p:cNvSpPr>
          <p:nvPr/>
        </p:nvSpPr>
        <p:spPr>
          <a:xfrm>
            <a:off x="9382125" y="2983078"/>
            <a:ext cx="1428750" cy="834030"/>
          </a:xfrm>
          <a:prstGeom prst="roundRect">
            <a:avLst>
              <a:gd name="adj" fmla="val 7994"/>
            </a:avLst>
          </a:prstGeom>
          <a:solidFill>
            <a:srgbClr val="FFF3EA"/>
          </a:solidFill>
          <a:ln w="13335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8" name="student-hidden-title">
            <a:extLst>
              <a:ext uri="{FF2B5EF4-FFF2-40B4-BE49-F238E27FC236}">
                <a16:creationId xmlns:a16="http://schemas.microsoft.com/office/drawing/2014/main" id="{614A1AC1-453D-454F-863E-85704BA54FBC}"/>
              </a:ext>
            </a:extLst>
          </p:cNvPr>
          <p:cNvSpPr>
            <a:spLocks noGrp="1"/>
          </p:cNvSpPr>
          <p:nvPr/>
        </p:nvSpPr>
        <p:spPr>
          <a:xfrm>
            <a:off x="9439275" y="3056056"/>
            <a:ext cx="1314450" cy="2814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ctr">
              <a:defRPr sz="1200" b="1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Student action state</a:t>
            </a:r>
          </a:p>
        </p:txBody>
      </p:sp>
      <p:pic>
        <p:nvPicPr>
          <p:cNvPr id="440" name="student-hidden-symbol-math"/>
          <p:cNvPicPr>
            <a:picLocks noChangeAspect="1"/>
          </p:cNvPicPr>
          <p:nvPr/>
        </p:nvPicPr>
        <p:blipFill>
          <a:blip r:embed="rId18"/>
          <a:stretch/>
        </p:blipFill>
        <p:spPr>
          <a:xfrm>
            <a:off x="9928692" y="3337541"/>
            <a:ext cx="335617" cy="281485"/>
          </a:xfrm>
          <a:prstGeom prst="rect">
            <a:avLst/>
          </a:prstGeom>
        </p:spPr>
      </p:pic>
      <p:sp>
        <p:nvSpPr>
          <p:cNvPr id="190" name="student-hidden-tokens-1">
            <a:extLst>
              <a:ext uri="{FF2B5EF4-FFF2-40B4-BE49-F238E27FC236}">
                <a16:creationId xmlns:a16="http://schemas.microsoft.com/office/drawing/2014/main" id="{89EBF2AC-52DC-4A24-9E04-94F13DD54254}"/>
              </a:ext>
            </a:extLst>
          </p:cNvPr>
          <p:cNvSpPr>
            <a:spLocks noGrp="1"/>
          </p:cNvSpPr>
          <p:nvPr/>
        </p:nvSpPr>
        <p:spPr>
          <a:xfrm>
            <a:off x="9667875" y="3639877"/>
            <a:ext cx="95250" cy="104254"/>
          </a:xfrm>
          <a:prstGeom prst="roundRect">
            <a:avLst>
              <a:gd name="adj" fmla="val 20000"/>
            </a:avLst>
          </a:prstGeom>
          <a:solidFill>
            <a:srgbClr val="D55E00"/>
          </a:solidFill>
          <a:ln w="1143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1" name="student-hidden-tokens-2">
            <a:extLst>
              <a:ext uri="{FF2B5EF4-FFF2-40B4-BE49-F238E27FC236}">
                <a16:creationId xmlns:a16="http://schemas.microsoft.com/office/drawing/2014/main" id="{09EFD57B-25C8-421E-9671-7A856A05AED0}"/>
              </a:ext>
            </a:extLst>
          </p:cNvPr>
          <p:cNvSpPr>
            <a:spLocks noGrp="1"/>
          </p:cNvSpPr>
          <p:nvPr/>
        </p:nvSpPr>
        <p:spPr>
          <a:xfrm>
            <a:off x="9829800" y="3639877"/>
            <a:ext cx="95250" cy="104254"/>
          </a:xfrm>
          <a:prstGeom prst="roundRect">
            <a:avLst>
              <a:gd name="adj" fmla="val 20000"/>
            </a:avLst>
          </a:prstGeom>
          <a:solidFill>
            <a:srgbClr val="D55E00"/>
          </a:solidFill>
          <a:ln w="1143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2" name="student-hidden-tokens-3">
            <a:extLst>
              <a:ext uri="{FF2B5EF4-FFF2-40B4-BE49-F238E27FC236}">
                <a16:creationId xmlns:a16="http://schemas.microsoft.com/office/drawing/2014/main" id="{C0A020BA-F81D-4F6C-B2F4-72F746F0D13C}"/>
              </a:ext>
            </a:extLst>
          </p:cNvPr>
          <p:cNvSpPr>
            <a:spLocks noGrp="1"/>
          </p:cNvSpPr>
          <p:nvPr/>
        </p:nvSpPr>
        <p:spPr>
          <a:xfrm>
            <a:off x="9991725" y="3639877"/>
            <a:ext cx="95250" cy="104254"/>
          </a:xfrm>
          <a:prstGeom prst="roundRect">
            <a:avLst>
              <a:gd name="adj" fmla="val 20000"/>
            </a:avLst>
          </a:prstGeom>
          <a:solidFill>
            <a:srgbClr val="D55E00"/>
          </a:solidFill>
          <a:ln w="1143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3" name="student-hidden-tokens-4">
            <a:extLst>
              <a:ext uri="{FF2B5EF4-FFF2-40B4-BE49-F238E27FC236}">
                <a16:creationId xmlns:a16="http://schemas.microsoft.com/office/drawing/2014/main" id="{EDEB4F32-7134-4317-8404-6D0964BB4844}"/>
              </a:ext>
            </a:extLst>
          </p:cNvPr>
          <p:cNvSpPr>
            <a:spLocks noGrp="1"/>
          </p:cNvSpPr>
          <p:nvPr/>
        </p:nvSpPr>
        <p:spPr>
          <a:xfrm>
            <a:off x="10153650" y="3639877"/>
            <a:ext cx="95250" cy="10425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4" name="student-hidden-tokens-5">
            <a:extLst>
              <a:ext uri="{FF2B5EF4-FFF2-40B4-BE49-F238E27FC236}">
                <a16:creationId xmlns:a16="http://schemas.microsoft.com/office/drawing/2014/main" id="{648094F2-5A08-4859-B3AA-644E09A93C5E}"/>
              </a:ext>
            </a:extLst>
          </p:cNvPr>
          <p:cNvSpPr>
            <a:spLocks noGrp="1"/>
          </p:cNvSpPr>
          <p:nvPr/>
        </p:nvSpPr>
        <p:spPr>
          <a:xfrm>
            <a:off x="10315575" y="3639877"/>
            <a:ext cx="95250" cy="104254"/>
          </a:xfrm>
          <a:prstGeom prst="roundRect">
            <a:avLst>
              <a:gd name="adj" fmla="val 20000"/>
            </a:avLst>
          </a:prstGeom>
          <a:solidFill>
            <a:srgbClr val="D55E00"/>
          </a:solidFill>
          <a:ln w="1143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5" name="cue-predictor-box">
            <a:extLst>
              <a:ext uri="{FF2B5EF4-FFF2-40B4-BE49-F238E27FC236}">
                <a16:creationId xmlns:a16="http://schemas.microsoft.com/office/drawing/2014/main" id="{6FFF7B9E-B20E-4C32-9F3F-F6B77B339A71}"/>
              </a:ext>
            </a:extLst>
          </p:cNvPr>
          <p:cNvSpPr>
            <a:spLocks noGrp="1"/>
          </p:cNvSpPr>
          <p:nvPr/>
        </p:nvSpPr>
        <p:spPr>
          <a:xfrm>
            <a:off x="11049000" y="2983078"/>
            <a:ext cx="1381125" cy="834030"/>
          </a:xfrm>
          <a:prstGeom prst="roundRect">
            <a:avLst>
              <a:gd name="adj" fmla="val 7994"/>
            </a:avLst>
          </a:prstGeom>
          <a:solidFill>
            <a:srgbClr val="FFFFFF"/>
          </a:solidFill>
          <a:ln w="14288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6" name="cue-predictor-title">
            <a:extLst>
              <a:ext uri="{FF2B5EF4-FFF2-40B4-BE49-F238E27FC236}">
                <a16:creationId xmlns:a16="http://schemas.microsoft.com/office/drawing/2014/main" id="{E0DD85B2-3AAB-490A-BE40-07F6B51B8343}"/>
              </a:ext>
            </a:extLst>
          </p:cNvPr>
          <p:cNvSpPr>
            <a:spLocks noGrp="1"/>
          </p:cNvSpPr>
          <p:nvPr/>
        </p:nvSpPr>
        <p:spPr>
          <a:xfrm>
            <a:off x="11106150" y="3035205"/>
            <a:ext cx="1266825" cy="26063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ctr">
              <a:defRPr sz="127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Cue Predictor</a:t>
            </a:r>
          </a:p>
        </p:txBody>
      </p:sp>
      <p:pic>
        <p:nvPicPr>
          <p:cNvPr id="448" name="cue-predictor-subtitle-math"/>
          <p:cNvPicPr>
            <a:picLocks noChangeAspect="1"/>
          </p:cNvPicPr>
          <p:nvPr/>
        </p:nvPicPr>
        <p:blipFill>
          <a:blip r:embed="rId19"/>
          <a:stretch/>
        </p:blipFill>
        <p:spPr>
          <a:xfrm>
            <a:off x="11497786" y="3306265"/>
            <a:ext cx="483553" cy="198082"/>
          </a:xfrm>
          <a:prstGeom prst="rect">
            <a:avLst/>
          </a:prstGeom>
        </p:spPr>
      </p:pic>
      <p:sp>
        <p:nvSpPr>
          <p:cNvPr id="198" name="predicted-cue-box">
            <a:extLst>
              <a:ext uri="{FF2B5EF4-FFF2-40B4-BE49-F238E27FC236}">
                <a16:creationId xmlns:a16="http://schemas.microsoft.com/office/drawing/2014/main" id="{3D155A3C-668E-4EB1-9CB3-0B1EBD2AF5E6}"/>
              </a:ext>
            </a:extLst>
          </p:cNvPr>
          <p:cNvSpPr>
            <a:spLocks noGrp="1"/>
          </p:cNvSpPr>
          <p:nvPr/>
        </p:nvSpPr>
        <p:spPr>
          <a:xfrm>
            <a:off x="12668250" y="2983078"/>
            <a:ext cx="971550" cy="834030"/>
          </a:xfrm>
          <a:prstGeom prst="roundRect">
            <a:avLst>
              <a:gd name="adj" fmla="val 7994"/>
            </a:avLst>
          </a:prstGeom>
          <a:solidFill>
            <a:srgbClr val="FFFFFF"/>
          </a:solidFill>
          <a:ln w="14288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9" name="predicted-cue-title">
            <a:extLst>
              <a:ext uri="{FF2B5EF4-FFF2-40B4-BE49-F238E27FC236}">
                <a16:creationId xmlns:a16="http://schemas.microsoft.com/office/drawing/2014/main" id="{92671309-5596-4AC5-8932-289E0505A7C6}"/>
              </a:ext>
            </a:extLst>
          </p:cNvPr>
          <p:cNvSpPr>
            <a:spLocks noGrp="1"/>
          </p:cNvSpPr>
          <p:nvPr/>
        </p:nvSpPr>
        <p:spPr>
          <a:xfrm>
            <a:off x="12725400" y="3035205"/>
            <a:ext cx="857250" cy="26063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ctr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Predicted Cue</a:t>
            </a:r>
          </a:p>
        </p:txBody>
      </p:sp>
      <p:pic>
        <p:nvPicPr>
          <p:cNvPr id="451" name="predicted-cue-subtitle-math"/>
          <p:cNvPicPr>
            <a:picLocks noChangeAspect="1"/>
          </p:cNvPicPr>
          <p:nvPr/>
        </p:nvPicPr>
        <p:blipFill>
          <a:blip r:embed="rId20"/>
          <a:stretch/>
        </p:blipFill>
        <p:spPr>
          <a:xfrm>
            <a:off x="13065826" y="3410519"/>
            <a:ext cx="176397" cy="156381"/>
          </a:xfrm>
          <a:prstGeom prst="rect">
            <a:avLst/>
          </a:prstGeom>
        </p:spPr>
      </p:pic>
      <p:sp>
        <p:nvSpPr>
          <p:cNvPr id="201" name="predicted-cue-tokens-1">
            <a:extLst>
              <a:ext uri="{FF2B5EF4-FFF2-40B4-BE49-F238E27FC236}">
                <a16:creationId xmlns:a16="http://schemas.microsoft.com/office/drawing/2014/main" id="{8240A85D-A72F-4A31-8105-B2906E25FCD5}"/>
              </a:ext>
            </a:extLst>
          </p:cNvPr>
          <p:cNvSpPr>
            <a:spLocks noGrp="1"/>
          </p:cNvSpPr>
          <p:nvPr/>
        </p:nvSpPr>
        <p:spPr>
          <a:xfrm>
            <a:off x="12877800" y="3587750"/>
            <a:ext cx="95250" cy="104254"/>
          </a:xfrm>
          <a:prstGeom prst="roundRect">
            <a:avLst>
              <a:gd name="adj" fmla="val 20000"/>
            </a:avLst>
          </a:prstGeom>
          <a:solidFill>
            <a:srgbClr val="6F42C1"/>
          </a:solidFill>
          <a:ln w="1143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2" name="predicted-cue-tokens-2">
            <a:extLst>
              <a:ext uri="{FF2B5EF4-FFF2-40B4-BE49-F238E27FC236}">
                <a16:creationId xmlns:a16="http://schemas.microsoft.com/office/drawing/2014/main" id="{6682C223-2943-42DC-86F8-2F0638081EF4}"/>
              </a:ext>
            </a:extLst>
          </p:cNvPr>
          <p:cNvSpPr>
            <a:spLocks noGrp="1"/>
          </p:cNvSpPr>
          <p:nvPr/>
        </p:nvSpPr>
        <p:spPr>
          <a:xfrm>
            <a:off x="13030200" y="3587750"/>
            <a:ext cx="95250" cy="104254"/>
          </a:xfrm>
          <a:prstGeom prst="roundRect">
            <a:avLst>
              <a:gd name="adj" fmla="val 20000"/>
            </a:avLst>
          </a:prstGeom>
          <a:solidFill>
            <a:srgbClr val="6F42C1"/>
          </a:solidFill>
          <a:ln w="1143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3" name="predicted-cue-tokens-3">
            <a:extLst>
              <a:ext uri="{FF2B5EF4-FFF2-40B4-BE49-F238E27FC236}">
                <a16:creationId xmlns:a16="http://schemas.microsoft.com/office/drawing/2014/main" id="{BD909CF0-6B25-4732-849F-85663024D5E8}"/>
              </a:ext>
            </a:extLst>
          </p:cNvPr>
          <p:cNvSpPr>
            <a:spLocks noGrp="1"/>
          </p:cNvSpPr>
          <p:nvPr/>
        </p:nvSpPr>
        <p:spPr>
          <a:xfrm>
            <a:off x="13182600" y="3587750"/>
            <a:ext cx="95250" cy="10425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4" name="predicted-cue-tokens-4">
            <a:extLst>
              <a:ext uri="{FF2B5EF4-FFF2-40B4-BE49-F238E27FC236}">
                <a16:creationId xmlns:a16="http://schemas.microsoft.com/office/drawing/2014/main" id="{620368A2-E5FA-4B1B-A38B-133254C8A5F6}"/>
              </a:ext>
            </a:extLst>
          </p:cNvPr>
          <p:cNvSpPr>
            <a:spLocks noGrp="1"/>
          </p:cNvSpPr>
          <p:nvPr/>
        </p:nvSpPr>
        <p:spPr>
          <a:xfrm>
            <a:off x="13335000" y="3587750"/>
            <a:ext cx="95250" cy="104254"/>
          </a:xfrm>
          <a:prstGeom prst="roundRect">
            <a:avLst>
              <a:gd name="adj" fmla="val 20000"/>
            </a:avLst>
          </a:prstGeom>
          <a:solidFill>
            <a:srgbClr val="6F42C1"/>
          </a:solidFill>
          <a:ln w="1143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" name="cue-loss-box">
            <a:extLst>
              <a:ext uri="{FF2B5EF4-FFF2-40B4-BE49-F238E27FC236}">
                <a16:creationId xmlns:a16="http://schemas.microsoft.com/office/drawing/2014/main" id="{C4DEBC1D-2867-4837-8033-9653DA6CDBBF}"/>
              </a:ext>
            </a:extLst>
          </p:cNvPr>
          <p:cNvSpPr>
            <a:spLocks noGrp="1"/>
          </p:cNvSpPr>
          <p:nvPr/>
        </p:nvSpPr>
        <p:spPr>
          <a:xfrm>
            <a:off x="13868400" y="2076071"/>
            <a:ext cx="952500" cy="959134"/>
          </a:xfrm>
          <a:prstGeom prst="roundRect">
            <a:avLst>
              <a:gd name="adj" fmla="val 8000"/>
            </a:avLst>
          </a:prstGeom>
          <a:solidFill>
            <a:srgbClr val="5630A5"/>
          </a:solidFill>
          <a:ln w="11430">
            <a:solidFill>
              <a:srgbClr val="5630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57" name="cue-loss-label-math"/>
          <p:cNvPicPr>
            <a:picLocks noChangeAspect="1"/>
          </p:cNvPicPr>
          <p:nvPr/>
        </p:nvPicPr>
        <p:blipFill>
          <a:blip r:embed="rId21"/>
          <a:stretch/>
        </p:blipFill>
        <p:spPr>
          <a:xfrm>
            <a:off x="13999123" y="2211601"/>
            <a:ext cx="691053" cy="333612"/>
          </a:xfrm>
          <a:prstGeom prst="rect">
            <a:avLst/>
          </a:prstGeom>
        </p:spPr>
      </p:pic>
      <p:sp>
        <p:nvSpPr>
          <p:cNvPr id="207" name="cue-loss-subtitle">
            <a:extLst>
              <a:ext uri="{FF2B5EF4-FFF2-40B4-BE49-F238E27FC236}">
                <a16:creationId xmlns:a16="http://schemas.microsoft.com/office/drawing/2014/main" id="{073FEAC5-01C9-4BC4-9A91-75D80465F61D}"/>
              </a:ext>
            </a:extLst>
          </p:cNvPr>
          <p:cNvSpPr>
            <a:spLocks noGrp="1"/>
          </p:cNvSpPr>
          <p:nvPr/>
        </p:nvSpPr>
        <p:spPr>
          <a:xfrm>
            <a:off x="13925550" y="2576489"/>
            <a:ext cx="838200" cy="3231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cosine + variance</a:t>
            </a:r>
          </a:p>
        </p:txBody>
      </p:sp>
      <p:sp>
        <p:nvSpPr>
          <p:cNvPr id="208" name="teacher-velocity-sequence">
            <a:extLst>
              <a:ext uri="{FF2B5EF4-FFF2-40B4-BE49-F238E27FC236}">
                <a16:creationId xmlns:a16="http://schemas.microsoft.com/office/drawing/2014/main" id="{98F5FD2D-EC73-4F5F-9D35-18FD0E4E9560}"/>
              </a:ext>
            </a:extLst>
          </p:cNvPr>
          <p:cNvSpPr>
            <a:spLocks noGrp="1"/>
          </p:cNvSpPr>
          <p:nvPr/>
        </p:nvSpPr>
        <p:spPr>
          <a:xfrm>
            <a:off x="9382125" y="5610272"/>
            <a:ext cx="1543050" cy="500418"/>
          </a:xfrm>
          <a:prstGeom prst="roundRect">
            <a:avLst>
              <a:gd name="adj" fmla="val 11420"/>
            </a:avLst>
          </a:prstGeom>
          <a:solidFill>
            <a:srgbClr val="EEF6FB"/>
          </a:solidFill>
          <a:ln w="12383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9" name="teacher-velocity-title">
            <a:extLst>
              <a:ext uri="{FF2B5EF4-FFF2-40B4-BE49-F238E27FC236}">
                <a16:creationId xmlns:a16="http://schemas.microsoft.com/office/drawing/2014/main" id="{36FE68CE-209E-466E-97F5-CFE988E2C5CF}"/>
              </a:ext>
            </a:extLst>
          </p:cNvPr>
          <p:cNvSpPr>
            <a:spLocks noGrp="1"/>
          </p:cNvSpPr>
          <p:nvPr/>
        </p:nvSpPr>
        <p:spPr>
          <a:xfrm>
            <a:off x="9439275" y="5651974"/>
            <a:ext cx="1066800" cy="2293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ctr">
              <a:defRPr sz="1200" b="1" i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72B2"/>
                </a:solidFill>
                <a:latin typeface="Arial"/>
                <a:ea typeface="Arial"/>
                <a:cs typeface="Arial"/>
              </a:rPr>
              <a:t>Teacher velocity</a:t>
            </a:r>
          </a:p>
        </p:txBody>
      </p:sp>
      <p:pic>
        <p:nvPicPr>
          <p:cNvPr id="461" name="teacher-velocity-sequence-math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0478741" y="5662399"/>
            <a:ext cx="245168" cy="208507"/>
          </a:xfrm>
          <a:prstGeom prst="rect">
            <a:avLst/>
          </a:prstGeom>
        </p:spPr>
      </p:pic>
      <p:sp>
        <p:nvSpPr>
          <p:cNvPr id="211" name="teacher-velocity-tokens-1">
            <a:extLst>
              <a:ext uri="{FF2B5EF4-FFF2-40B4-BE49-F238E27FC236}">
                <a16:creationId xmlns:a16="http://schemas.microsoft.com/office/drawing/2014/main" id="{BC8B64DB-5EEA-4F46-8F52-3D08D0D90F61}"/>
              </a:ext>
            </a:extLst>
          </p:cNvPr>
          <p:cNvSpPr>
            <a:spLocks noGrp="1"/>
          </p:cNvSpPr>
          <p:nvPr/>
        </p:nvSpPr>
        <p:spPr>
          <a:xfrm>
            <a:off x="9734550" y="5902183"/>
            <a:ext cx="85725" cy="93828"/>
          </a:xfrm>
          <a:prstGeom prst="rect">
            <a:avLst/>
          </a:prstGeom>
          <a:solidFill>
            <a:srgbClr val="0072B2"/>
          </a:solidFill>
          <a:ln w="11430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2" name="teacher-velocity-tokens-2">
            <a:extLst>
              <a:ext uri="{FF2B5EF4-FFF2-40B4-BE49-F238E27FC236}">
                <a16:creationId xmlns:a16="http://schemas.microsoft.com/office/drawing/2014/main" id="{6D99C643-924E-456D-9810-2663C3625D1E}"/>
              </a:ext>
            </a:extLst>
          </p:cNvPr>
          <p:cNvSpPr>
            <a:spLocks noGrp="1"/>
          </p:cNvSpPr>
          <p:nvPr/>
        </p:nvSpPr>
        <p:spPr>
          <a:xfrm>
            <a:off x="9886950" y="5902183"/>
            <a:ext cx="85725" cy="93828"/>
          </a:xfrm>
          <a:prstGeom prst="rect">
            <a:avLst/>
          </a:prstGeom>
          <a:solidFill>
            <a:srgbClr val="0072B2"/>
          </a:solidFill>
          <a:ln w="11430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3" name="teacher-velocity-tokens-3">
            <a:extLst>
              <a:ext uri="{FF2B5EF4-FFF2-40B4-BE49-F238E27FC236}">
                <a16:creationId xmlns:a16="http://schemas.microsoft.com/office/drawing/2014/main" id="{0DD8BD18-395D-4292-808A-EAC979E650F4}"/>
              </a:ext>
            </a:extLst>
          </p:cNvPr>
          <p:cNvSpPr>
            <a:spLocks noGrp="1"/>
          </p:cNvSpPr>
          <p:nvPr/>
        </p:nvSpPr>
        <p:spPr>
          <a:xfrm>
            <a:off x="10039350" y="5902183"/>
            <a:ext cx="85725" cy="93828"/>
          </a:xfrm>
          <a:prstGeom prst="rect">
            <a:avLst/>
          </a:prstGeom>
          <a:solidFill>
            <a:srgbClr val="0072B2"/>
          </a:solidFill>
          <a:ln w="11430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4" name="teacher-velocity-tokens-4">
            <a:extLst>
              <a:ext uri="{FF2B5EF4-FFF2-40B4-BE49-F238E27FC236}">
                <a16:creationId xmlns:a16="http://schemas.microsoft.com/office/drawing/2014/main" id="{028648C3-1583-45F4-8892-2EB777EB153C}"/>
              </a:ext>
            </a:extLst>
          </p:cNvPr>
          <p:cNvSpPr>
            <a:spLocks noGrp="1"/>
          </p:cNvSpPr>
          <p:nvPr/>
        </p:nvSpPr>
        <p:spPr>
          <a:xfrm>
            <a:off x="10191750" y="5902183"/>
            <a:ext cx="85725" cy="93828"/>
          </a:xfrm>
          <a:prstGeom prst="rect">
            <a:avLst/>
          </a:prstGeom>
          <a:solidFill>
            <a:srgbClr val="FFFFFF"/>
          </a:solidFill>
          <a:ln w="11430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" name="teacher-velocity-tokens-5">
            <a:extLst>
              <a:ext uri="{FF2B5EF4-FFF2-40B4-BE49-F238E27FC236}">
                <a16:creationId xmlns:a16="http://schemas.microsoft.com/office/drawing/2014/main" id="{E8151125-0870-45FC-B7C5-67AFCC5CC3BA}"/>
              </a:ext>
            </a:extLst>
          </p:cNvPr>
          <p:cNvSpPr>
            <a:spLocks noGrp="1"/>
          </p:cNvSpPr>
          <p:nvPr/>
        </p:nvSpPr>
        <p:spPr>
          <a:xfrm>
            <a:off x="10344150" y="5902183"/>
            <a:ext cx="85725" cy="93828"/>
          </a:xfrm>
          <a:prstGeom prst="rect">
            <a:avLst/>
          </a:prstGeom>
          <a:solidFill>
            <a:srgbClr val="0072B2"/>
          </a:solidFill>
          <a:ln w="11430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6" name="student-velocity-sequence">
            <a:extLst>
              <a:ext uri="{FF2B5EF4-FFF2-40B4-BE49-F238E27FC236}">
                <a16:creationId xmlns:a16="http://schemas.microsoft.com/office/drawing/2014/main" id="{8BA29D8B-CBC9-4CF6-8339-77746E40A09B}"/>
              </a:ext>
            </a:extLst>
          </p:cNvPr>
          <p:cNvSpPr>
            <a:spLocks noGrp="1"/>
          </p:cNvSpPr>
          <p:nvPr/>
        </p:nvSpPr>
        <p:spPr>
          <a:xfrm>
            <a:off x="9382125" y="4880496"/>
            <a:ext cx="1543050" cy="500418"/>
          </a:xfrm>
          <a:prstGeom prst="roundRect">
            <a:avLst>
              <a:gd name="adj" fmla="val 11420"/>
            </a:avLst>
          </a:prstGeom>
          <a:solidFill>
            <a:srgbClr val="FFF3EA"/>
          </a:solidFill>
          <a:ln w="12383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7" name="student-velocity-title">
            <a:extLst>
              <a:ext uri="{FF2B5EF4-FFF2-40B4-BE49-F238E27FC236}">
                <a16:creationId xmlns:a16="http://schemas.microsoft.com/office/drawing/2014/main" id="{42B310E5-8E30-458A-8E06-E1AA3AE84591}"/>
              </a:ext>
            </a:extLst>
          </p:cNvPr>
          <p:cNvSpPr>
            <a:spLocks noGrp="1"/>
          </p:cNvSpPr>
          <p:nvPr/>
        </p:nvSpPr>
        <p:spPr>
          <a:xfrm>
            <a:off x="9439275" y="4922198"/>
            <a:ext cx="1066800" cy="2293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ctr">
              <a:defRPr sz="1200" b="1" i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55E00"/>
                </a:solidFill>
                <a:latin typeface="Arial"/>
                <a:ea typeface="Arial"/>
                <a:cs typeface="Arial"/>
              </a:rPr>
              <a:t>Student velocity</a:t>
            </a:r>
          </a:p>
        </p:txBody>
      </p:sp>
      <p:pic>
        <p:nvPicPr>
          <p:cNvPr id="469" name="student-velocity-sequence-math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10442201" y="4932623"/>
            <a:ext cx="318248" cy="208507"/>
          </a:xfrm>
          <a:prstGeom prst="rect">
            <a:avLst/>
          </a:prstGeom>
        </p:spPr>
      </p:pic>
      <p:sp>
        <p:nvSpPr>
          <p:cNvPr id="219" name="student-velocity-tokens-1">
            <a:extLst>
              <a:ext uri="{FF2B5EF4-FFF2-40B4-BE49-F238E27FC236}">
                <a16:creationId xmlns:a16="http://schemas.microsoft.com/office/drawing/2014/main" id="{4D773003-C9A1-4789-93FA-75E9D18C1A8D}"/>
              </a:ext>
            </a:extLst>
          </p:cNvPr>
          <p:cNvSpPr>
            <a:spLocks noGrp="1"/>
          </p:cNvSpPr>
          <p:nvPr/>
        </p:nvSpPr>
        <p:spPr>
          <a:xfrm>
            <a:off x="9734550" y="5172407"/>
            <a:ext cx="85725" cy="93828"/>
          </a:xfrm>
          <a:prstGeom prst="rect">
            <a:avLst/>
          </a:prstGeom>
          <a:solidFill>
            <a:srgbClr val="D55E00"/>
          </a:solidFill>
          <a:ln w="1143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0" name="student-velocity-tokens-2">
            <a:extLst>
              <a:ext uri="{FF2B5EF4-FFF2-40B4-BE49-F238E27FC236}">
                <a16:creationId xmlns:a16="http://schemas.microsoft.com/office/drawing/2014/main" id="{0E05D7FE-C97A-49C4-8502-4679B12FD1E0}"/>
              </a:ext>
            </a:extLst>
          </p:cNvPr>
          <p:cNvSpPr>
            <a:spLocks noGrp="1"/>
          </p:cNvSpPr>
          <p:nvPr/>
        </p:nvSpPr>
        <p:spPr>
          <a:xfrm>
            <a:off x="9886950" y="5172407"/>
            <a:ext cx="85725" cy="93828"/>
          </a:xfrm>
          <a:prstGeom prst="rect">
            <a:avLst/>
          </a:prstGeom>
          <a:solidFill>
            <a:srgbClr val="D55E00"/>
          </a:solidFill>
          <a:ln w="1143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1" name="student-velocity-tokens-3">
            <a:extLst>
              <a:ext uri="{FF2B5EF4-FFF2-40B4-BE49-F238E27FC236}">
                <a16:creationId xmlns:a16="http://schemas.microsoft.com/office/drawing/2014/main" id="{98771960-C635-4472-9C02-584360665311}"/>
              </a:ext>
            </a:extLst>
          </p:cNvPr>
          <p:cNvSpPr>
            <a:spLocks noGrp="1"/>
          </p:cNvSpPr>
          <p:nvPr/>
        </p:nvSpPr>
        <p:spPr>
          <a:xfrm>
            <a:off x="10039350" y="5172407"/>
            <a:ext cx="85725" cy="93828"/>
          </a:xfrm>
          <a:prstGeom prst="rect">
            <a:avLst/>
          </a:prstGeom>
          <a:solidFill>
            <a:srgbClr val="D55E00"/>
          </a:solidFill>
          <a:ln w="1143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2" name="student-velocity-tokens-4">
            <a:extLst>
              <a:ext uri="{FF2B5EF4-FFF2-40B4-BE49-F238E27FC236}">
                <a16:creationId xmlns:a16="http://schemas.microsoft.com/office/drawing/2014/main" id="{D04C6C7A-E2F7-4780-B7CB-EE8408690E48}"/>
              </a:ext>
            </a:extLst>
          </p:cNvPr>
          <p:cNvSpPr>
            <a:spLocks noGrp="1"/>
          </p:cNvSpPr>
          <p:nvPr/>
        </p:nvSpPr>
        <p:spPr>
          <a:xfrm>
            <a:off x="10191750" y="5172407"/>
            <a:ext cx="85725" cy="93828"/>
          </a:xfrm>
          <a:prstGeom prst="rect">
            <a:avLst/>
          </a:prstGeom>
          <a:solidFill>
            <a:srgbClr val="FFFFFF"/>
          </a:solidFill>
          <a:ln w="1143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3" name="student-velocity-tokens-5">
            <a:extLst>
              <a:ext uri="{FF2B5EF4-FFF2-40B4-BE49-F238E27FC236}">
                <a16:creationId xmlns:a16="http://schemas.microsoft.com/office/drawing/2014/main" id="{3A0C3CE0-5791-43A6-B26A-795F965468D0}"/>
              </a:ext>
            </a:extLst>
          </p:cNvPr>
          <p:cNvSpPr>
            <a:spLocks noGrp="1"/>
          </p:cNvSpPr>
          <p:nvPr/>
        </p:nvSpPr>
        <p:spPr>
          <a:xfrm>
            <a:off x="10344150" y="5172407"/>
            <a:ext cx="85725" cy="93828"/>
          </a:xfrm>
          <a:prstGeom prst="rect">
            <a:avLst/>
          </a:prstGeom>
          <a:solidFill>
            <a:srgbClr val="D55E00"/>
          </a:solidFill>
          <a:ln w="1143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4" name="correlation-pattern">
            <a:extLst>
              <a:ext uri="{FF2B5EF4-FFF2-40B4-BE49-F238E27FC236}">
                <a16:creationId xmlns:a16="http://schemas.microsoft.com/office/drawing/2014/main" id="{1DDB8576-82F3-4DB1-A29A-F2920810F2B5}"/>
              </a:ext>
            </a:extLst>
          </p:cNvPr>
          <p:cNvSpPr>
            <a:spLocks noGrp="1"/>
          </p:cNvSpPr>
          <p:nvPr/>
        </p:nvSpPr>
        <p:spPr>
          <a:xfrm>
            <a:off x="11334750" y="4880496"/>
            <a:ext cx="2143125" cy="1230194"/>
          </a:xfrm>
          <a:prstGeom prst="roundRect">
            <a:avLst>
              <a:gd name="adj" fmla="val 4646"/>
            </a:avLst>
          </a:prstGeom>
          <a:solidFill>
            <a:srgbClr val="F1F3F5"/>
          </a:solidFill>
          <a:ln w="10478">
            <a:solidFill>
              <a:srgbClr val="C8CFD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5" name="correlation-caption">
            <a:extLst>
              <a:ext uri="{FF2B5EF4-FFF2-40B4-BE49-F238E27FC236}">
                <a16:creationId xmlns:a16="http://schemas.microsoft.com/office/drawing/2014/main" id="{AC4541E1-C050-443D-8D92-2BC20C6DB37F}"/>
              </a:ext>
            </a:extLst>
          </p:cNvPr>
          <p:cNvSpPr>
            <a:spLocks noGrp="1"/>
          </p:cNvSpPr>
          <p:nvPr/>
        </p:nvSpPr>
        <p:spPr>
          <a:xfrm>
            <a:off x="11430000" y="5818780"/>
            <a:ext cx="1952625" cy="2397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ctr">
              <a:defRPr sz="1200" b="1" i="0">
                <a:solidFill>
                  <a:srgbClr val="53606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06C"/>
                </a:solidFill>
                <a:latin typeface="Arial"/>
                <a:ea typeface="Arial"/>
                <a:cs typeface="Arial"/>
              </a:rPr>
              <a:t>relative action dynamics</a:t>
            </a:r>
          </a:p>
        </p:txBody>
      </p:sp>
      <p:pic>
        <p:nvPicPr>
          <p:cNvPr id="477" name="correlation-pattern-asset"/>
          <p:cNvPicPr>
            <a:picLocks noChangeAspect="1"/>
          </p:cNvPicPr>
          <p:nvPr/>
        </p:nvPicPr>
        <p:blipFill>
          <a:blip r:embed="rId22"/>
          <a:stretch/>
        </p:blipFill>
        <p:spPr>
          <a:xfrm>
            <a:off x="11439525" y="5025442"/>
            <a:ext cx="1933575" cy="690094"/>
          </a:xfrm>
          <a:prstGeom prst="rect">
            <a:avLst/>
          </a:prstGeom>
        </p:spPr>
      </p:pic>
      <p:sp>
        <p:nvSpPr>
          <p:cNvPr id="227" name="acl-loss-box">
            <a:extLst>
              <a:ext uri="{FF2B5EF4-FFF2-40B4-BE49-F238E27FC236}">
                <a16:creationId xmlns:a16="http://schemas.microsoft.com/office/drawing/2014/main" id="{6D9AE817-BD67-4E4E-9137-C0002F755CE1}"/>
              </a:ext>
            </a:extLst>
          </p:cNvPr>
          <p:cNvSpPr>
            <a:spLocks noGrp="1"/>
          </p:cNvSpPr>
          <p:nvPr/>
        </p:nvSpPr>
        <p:spPr>
          <a:xfrm>
            <a:off x="13811250" y="4963899"/>
            <a:ext cx="952500" cy="959134"/>
          </a:xfrm>
          <a:prstGeom prst="roundRect">
            <a:avLst>
              <a:gd name="adj" fmla="val 8000"/>
            </a:avLst>
          </a:prstGeom>
          <a:solidFill>
            <a:srgbClr val="5630A5"/>
          </a:solidFill>
          <a:ln w="11430">
            <a:solidFill>
              <a:srgbClr val="5630A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79" name="acl-loss-label-math"/>
          <p:cNvPicPr>
            <a:picLocks noChangeAspect="1"/>
          </p:cNvPicPr>
          <p:nvPr/>
        </p:nvPicPr>
        <p:blipFill>
          <a:blip r:embed="rId23"/>
          <a:stretch/>
        </p:blipFill>
        <p:spPr>
          <a:xfrm>
            <a:off x="13877925" y="5107224"/>
            <a:ext cx="819150" cy="318023"/>
          </a:xfrm>
          <a:prstGeom prst="rect">
            <a:avLst/>
          </a:prstGeom>
        </p:spPr>
      </p:pic>
      <p:pic>
        <p:nvPicPr>
          <p:cNvPr id="480" name="acl-loss-subtitle-math"/>
          <p:cNvPicPr>
            <a:picLocks noChangeAspect="1"/>
          </p:cNvPicPr>
          <p:nvPr/>
        </p:nvPicPr>
        <p:blipFill>
          <a:blip r:embed="rId24"/>
          <a:stretch/>
        </p:blipFill>
        <p:spPr>
          <a:xfrm>
            <a:off x="13868400" y="5493702"/>
            <a:ext cx="838200" cy="264416"/>
          </a:xfrm>
          <a:prstGeom prst="rect">
            <a:avLst/>
          </a:prstGeom>
        </p:spPr>
      </p:pic>
      <p:sp>
        <p:nvSpPr>
          <p:cNvPr id="230" name="total-objective-box">
            <a:extLst>
              <a:ext uri="{FF2B5EF4-FFF2-40B4-BE49-F238E27FC236}">
                <a16:creationId xmlns:a16="http://schemas.microsoft.com/office/drawing/2014/main" id="{77331262-7496-44D5-B551-4F41A09E2B88}"/>
              </a:ext>
            </a:extLst>
          </p:cNvPr>
          <p:cNvSpPr>
            <a:spLocks noGrp="1"/>
          </p:cNvSpPr>
          <p:nvPr/>
        </p:nvSpPr>
        <p:spPr>
          <a:xfrm>
            <a:off x="9620250" y="6287922"/>
            <a:ext cx="4810125" cy="344037"/>
          </a:xfrm>
          <a:prstGeom prst="roundRect">
            <a:avLst>
              <a:gd name="adj" fmla="val 16612"/>
            </a:avLst>
          </a:prstGeom>
          <a:solidFill>
            <a:srgbClr val="FFFFFF"/>
          </a:solidFill>
          <a:ln w="10478">
            <a:solidFill>
              <a:srgbClr val="BDA9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82" name="total-objective-math"/>
          <p:cNvPicPr>
            <a:picLocks noChangeAspect="1"/>
          </p:cNvPicPr>
          <p:nvPr/>
        </p:nvPicPr>
        <p:blipFill>
          <a:blip r:embed="rId25"/>
          <a:stretch/>
        </p:blipFill>
        <p:spPr>
          <a:xfrm>
            <a:off x="10224092" y="6350474"/>
            <a:ext cx="3602440" cy="218933"/>
          </a:xfrm>
          <a:prstGeom prst="rect">
            <a:avLst/>
          </a:prstGeom>
        </p:spPr>
      </p:pic>
      <p:sp>
        <p:nvSpPr>
          <p:cNvPr id="232" name="deploy-observation">
            <a:extLst>
              <a:ext uri="{FF2B5EF4-FFF2-40B4-BE49-F238E27FC236}">
                <a16:creationId xmlns:a16="http://schemas.microsoft.com/office/drawing/2014/main" id="{16D9D38E-F495-43AE-A5AE-6266EFAEBBDA}"/>
              </a:ext>
            </a:extLst>
          </p:cNvPr>
          <p:cNvSpPr>
            <a:spLocks noGrp="1"/>
          </p:cNvSpPr>
          <p:nvPr/>
        </p:nvSpPr>
        <p:spPr>
          <a:xfrm>
            <a:off x="476250" y="7372160"/>
            <a:ext cx="2571750" cy="792328"/>
          </a:xfrm>
          <a:prstGeom prst="roundRect">
            <a:avLst>
              <a:gd name="adj" fmla="val 8415"/>
            </a:avLst>
          </a:prstGeom>
          <a:solidFill>
            <a:srgbClr val="FFFFFF"/>
          </a:solidFill>
          <a:ln w="13335">
            <a:solidFill>
              <a:srgbClr val="009E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84" name="deploy-backview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571500" y="7465989"/>
            <a:ext cx="552450" cy="552450"/>
          </a:xfrm>
          <a:prstGeom prst="roundRect">
            <a:avLst>
              <a:gd name="adj" fmla="val 6897"/>
            </a:avLst>
          </a:prstGeom>
        </p:spPr>
      </p:pic>
      <p:sp>
        <p:nvSpPr>
          <p:cNvPr id="234" name="deploy-backview-border">
            <a:extLst>
              <a:ext uri="{FF2B5EF4-FFF2-40B4-BE49-F238E27FC236}">
                <a16:creationId xmlns:a16="http://schemas.microsoft.com/office/drawing/2014/main" id="{F7C18E27-C38D-4013-8D0C-9527A3C2B079}"/>
              </a:ext>
            </a:extLst>
          </p:cNvPr>
          <p:cNvSpPr>
            <a:spLocks noGrp="1"/>
          </p:cNvSpPr>
          <p:nvPr/>
        </p:nvSpPr>
        <p:spPr>
          <a:xfrm>
            <a:off x="571500" y="7465989"/>
            <a:ext cx="552450" cy="552450"/>
          </a:xfrm>
          <a:prstGeom prst="roundRect">
            <a:avLst>
              <a:gd name="adj" fmla="val 6897"/>
            </a:avLst>
          </a:prstGeom>
          <a:noFill/>
          <a:ln w="9525">
            <a:solidFill>
              <a:srgbClr val="7B858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86" name="deploy-camera-icon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81593" y="7497265"/>
            <a:ext cx="170465" cy="142875"/>
          </a:xfrm>
          <a:prstGeom prst="rect">
            <a:avLst/>
          </a:prstGeom>
        </p:spPr>
      </p:pic>
      <p:sp>
        <p:nvSpPr>
          <p:cNvPr id="236" name="deploy-observation-label">
            <a:extLst>
              <a:ext uri="{FF2B5EF4-FFF2-40B4-BE49-F238E27FC236}">
                <a16:creationId xmlns:a16="http://schemas.microsoft.com/office/drawing/2014/main" id="{328AC6B9-A754-4B16-9F60-C02DAC4D1F7E}"/>
              </a:ext>
            </a:extLst>
          </p:cNvPr>
          <p:cNvSpPr>
            <a:spLocks noGrp="1"/>
          </p:cNvSpPr>
          <p:nvPr/>
        </p:nvSpPr>
        <p:spPr>
          <a:xfrm>
            <a:off x="1371600" y="7476414"/>
            <a:ext cx="1571625" cy="2919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l">
              <a:defRPr sz="127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Back-view observation</a:t>
            </a:r>
          </a:p>
        </p:txBody>
      </p:sp>
      <p:pic>
        <p:nvPicPr>
          <p:cNvPr id="488" name="deploy-language-icon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1202270" y="7830877"/>
            <a:ext cx="138635" cy="142875"/>
          </a:xfrm>
          <a:prstGeom prst="rect">
            <a:avLst/>
          </a:prstGeom>
        </p:spPr>
      </p:pic>
      <p:sp>
        <p:nvSpPr>
          <p:cNvPr id="238" name="deploy-observation-state">
            <a:extLst>
              <a:ext uri="{FF2B5EF4-FFF2-40B4-BE49-F238E27FC236}">
                <a16:creationId xmlns:a16="http://schemas.microsoft.com/office/drawing/2014/main" id="{2FF4144F-1C82-4D2F-8469-D191C8035796}"/>
              </a:ext>
            </a:extLst>
          </p:cNvPr>
          <p:cNvSpPr>
            <a:spLocks noGrp="1"/>
          </p:cNvSpPr>
          <p:nvPr/>
        </p:nvSpPr>
        <p:spPr>
          <a:xfrm>
            <a:off x="1371600" y="7789175"/>
            <a:ext cx="1571625" cy="25020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l">
              <a:defRPr sz="1200" b="0" i="0">
                <a:solidFill>
                  <a:srgbClr val="53606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3606C"/>
                </a:solidFill>
                <a:latin typeface="Arial"/>
                <a:ea typeface="Arial"/>
                <a:cs typeface="Arial"/>
              </a:rPr>
              <a:t>language / state</a:t>
            </a:r>
          </a:p>
        </p:txBody>
      </p:sp>
      <p:sp>
        <p:nvSpPr>
          <p:cNvPr id="239" name="deploy-policy">
            <a:extLst>
              <a:ext uri="{FF2B5EF4-FFF2-40B4-BE49-F238E27FC236}">
                <a16:creationId xmlns:a16="http://schemas.microsoft.com/office/drawing/2014/main" id="{33E93D2F-C826-4C7D-A20D-14AEF5F1B4C9}"/>
              </a:ext>
            </a:extLst>
          </p:cNvPr>
          <p:cNvSpPr>
            <a:spLocks noGrp="1"/>
          </p:cNvSpPr>
          <p:nvPr/>
        </p:nvSpPr>
        <p:spPr>
          <a:xfrm>
            <a:off x="3333750" y="7393011"/>
            <a:ext cx="2095500" cy="750627"/>
          </a:xfrm>
          <a:prstGeom prst="roundRect">
            <a:avLst>
              <a:gd name="adj" fmla="val 8883"/>
            </a:avLst>
          </a:prstGeom>
          <a:solidFill>
            <a:srgbClr val="FFFFFF"/>
          </a:solidFill>
          <a:ln w="14288">
            <a:solidFill>
              <a:srgbClr val="009E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0" name="deploy-policy-label">
            <a:extLst>
              <a:ext uri="{FF2B5EF4-FFF2-40B4-BE49-F238E27FC236}">
                <a16:creationId xmlns:a16="http://schemas.microsoft.com/office/drawing/2014/main" id="{286B5FEE-059E-4D3B-900A-1B636D679B9F}"/>
              </a:ext>
            </a:extLst>
          </p:cNvPr>
          <p:cNvSpPr>
            <a:spLocks noGrp="1"/>
          </p:cNvSpPr>
          <p:nvPr/>
        </p:nvSpPr>
        <p:spPr>
          <a:xfrm>
            <a:off x="3429000" y="7486840"/>
            <a:ext cx="1905000" cy="3544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ctr">
              <a:defRPr sz="1575" b="1" i="0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09E73"/>
                </a:solidFill>
                <a:latin typeface="Arial"/>
                <a:ea typeface="Arial"/>
                <a:cs typeface="Arial"/>
              </a:rPr>
              <a:t>Student VLA Policy</a:t>
            </a:r>
          </a:p>
        </p:txBody>
      </p:sp>
      <p:sp>
        <p:nvSpPr>
          <p:cNvPr id="241" name="deploy-policy-subtitle">
            <a:extLst>
              <a:ext uri="{FF2B5EF4-FFF2-40B4-BE49-F238E27FC236}">
                <a16:creationId xmlns:a16="http://schemas.microsoft.com/office/drawing/2014/main" id="{2AAFBFF7-D5DF-4112-94EB-243573B48368}"/>
              </a:ext>
            </a:extLst>
          </p:cNvPr>
          <p:cNvSpPr>
            <a:spLocks noGrp="1"/>
          </p:cNvSpPr>
          <p:nvPr/>
        </p:nvSpPr>
        <p:spPr>
          <a:xfrm>
            <a:off x="3429000" y="7841302"/>
            <a:ext cx="1905000" cy="2293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ctr">
              <a:defRPr sz="1200" b="0" i="0">
                <a:solidFill>
                  <a:srgbClr val="53606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3606C"/>
                </a:solidFill>
                <a:latin typeface="Arial"/>
                <a:ea typeface="Arial"/>
                <a:cs typeface="Arial"/>
              </a:rPr>
              <a:t>unchanged architecture</a:t>
            </a:r>
          </a:p>
        </p:txBody>
      </p:sp>
      <p:sp>
        <p:nvSpPr>
          <p:cNvPr id="242" name="deploy-action">
            <a:extLst>
              <a:ext uri="{FF2B5EF4-FFF2-40B4-BE49-F238E27FC236}">
                <a16:creationId xmlns:a16="http://schemas.microsoft.com/office/drawing/2014/main" id="{7E805A6D-DE97-4A01-AAD2-05C3921393D5}"/>
              </a:ext>
            </a:extLst>
          </p:cNvPr>
          <p:cNvSpPr>
            <a:spLocks noGrp="1"/>
          </p:cNvSpPr>
          <p:nvPr/>
        </p:nvSpPr>
        <p:spPr>
          <a:xfrm>
            <a:off x="6667500" y="7393011"/>
            <a:ext cx="1428750" cy="750627"/>
          </a:xfrm>
          <a:prstGeom prst="roundRect">
            <a:avLst>
              <a:gd name="adj" fmla="val 8883"/>
            </a:avLst>
          </a:prstGeom>
          <a:solidFill>
            <a:srgbClr val="FFFFFF"/>
          </a:solidFill>
          <a:ln w="14288">
            <a:solidFill>
              <a:srgbClr val="009E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3" name="deploy-action-label">
            <a:extLst>
              <a:ext uri="{FF2B5EF4-FFF2-40B4-BE49-F238E27FC236}">
                <a16:creationId xmlns:a16="http://schemas.microsoft.com/office/drawing/2014/main" id="{AEDFF667-E2F8-4408-8BF2-1BCC25598274}"/>
              </a:ext>
            </a:extLst>
          </p:cNvPr>
          <p:cNvSpPr>
            <a:spLocks noGrp="1"/>
          </p:cNvSpPr>
          <p:nvPr/>
        </p:nvSpPr>
        <p:spPr>
          <a:xfrm>
            <a:off x="6762750" y="7486840"/>
            <a:ext cx="1238250" cy="31276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ctr">
              <a:defRPr sz="15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Robot Action</a:t>
            </a:r>
          </a:p>
        </p:txBody>
      </p:sp>
      <p:pic>
        <p:nvPicPr>
          <p:cNvPr id="495" name="deploy-action-symbol-math"/>
          <p:cNvPicPr>
            <a:picLocks noChangeAspect="1"/>
          </p:cNvPicPr>
          <p:nvPr/>
        </p:nvPicPr>
        <p:blipFill>
          <a:blip r:embed="rId26"/>
          <a:stretch/>
        </p:blipFill>
        <p:spPr>
          <a:xfrm>
            <a:off x="7236902" y="7903854"/>
            <a:ext cx="289946" cy="198082"/>
          </a:xfrm>
          <a:prstGeom prst="rect">
            <a:avLst/>
          </a:prstGeom>
        </p:spPr>
      </p:pic>
      <p:sp>
        <p:nvSpPr>
          <p:cNvPr id="245" name="training-only-removed">
            <a:extLst>
              <a:ext uri="{FF2B5EF4-FFF2-40B4-BE49-F238E27FC236}">
                <a16:creationId xmlns:a16="http://schemas.microsoft.com/office/drawing/2014/main" id="{88B69F3B-A9AF-42F6-ABC1-E7360B04F2F4}"/>
              </a:ext>
            </a:extLst>
          </p:cNvPr>
          <p:cNvSpPr>
            <a:spLocks noGrp="1"/>
          </p:cNvSpPr>
          <p:nvPr/>
        </p:nvSpPr>
        <p:spPr>
          <a:xfrm>
            <a:off x="9239250" y="7393011"/>
            <a:ext cx="3476625" cy="750627"/>
          </a:xfrm>
          <a:prstGeom prst="roundRect">
            <a:avLst>
              <a:gd name="adj" fmla="val 8883"/>
            </a:avLst>
          </a:prstGeom>
          <a:solidFill>
            <a:srgbClr val="F1F3F5"/>
          </a:solidFill>
          <a:ln w="13335">
            <a:solidFill>
              <a:srgbClr val="87919A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6" name="training-only-label">
            <a:extLst>
              <a:ext uri="{FF2B5EF4-FFF2-40B4-BE49-F238E27FC236}">
                <a16:creationId xmlns:a16="http://schemas.microsoft.com/office/drawing/2014/main" id="{52ED5A38-4176-4D47-982C-1B0AD1643429}"/>
              </a:ext>
            </a:extLst>
          </p:cNvPr>
          <p:cNvSpPr>
            <a:spLocks noGrp="1"/>
          </p:cNvSpPr>
          <p:nvPr/>
        </p:nvSpPr>
        <p:spPr>
          <a:xfrm>
            <a:off x="9382125" y="7465989"/>
            <a:ext cx="3190875" cy="2919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ctr">
              <a:defRPr sz="1275" b="1" i="0">
                <a:solidFill>
                  <a:srgbClr val="87919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87919A"/>
                </a:solidFill>
                <a:latin typeface="Arial"/>
                <a:ea typeface="Arial"/>
                <a:cs typeface="Arial"/>
              </a:rPr>
              <a:t>Frozen teacher + selector + predictor</a:t>
            </a:r>
          </a:p>
        </p:txBody>
      </p:sp>
      <p:sp>
        <p:nvSpPr>
          <p:cNvPr id="247" name="training-only-subtitle">
            <a:extLst>
              <a:ext uri="{FF2B5EF4-FFF2-40B4-BE49-F238E27FC236}">
                <a16:creationId xmlns:a16="http://schemas.microsoft.com/office/drawing/2014/main" id="{AE7C680F-D288-463F-862F-E9199635615D}"/>
              </a:ext>
            </a:extLst>
          </p:cNvPr>
          <p:cNvSpPr>
            <a:spLocks noGrp="1"/>
          </p:cNvSpPr>
          <p:nvPr/>
        </p:nvSpPr>
        <p:spPr>
          <a:xfrm>
            <a:off x="9382125" y="7810026"/>
            <a:ext cx="3190875" cy="2397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ctr">
              <a:defRPr sz="1200" b="0" i="0">
                <a:solidFill>
                  <a:srgbClr val="87919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87919A"/>
                </a:solidFill>
                <a:latin typeface="Arial"/>
                <a:ea typeface="Arial"/>
                <a:cs typeface="Arial"/>
              </a:rPr>
              <a:t>training only - removed after optimization</a:t>
            </a:r>
          </a:p>
        </p:txBody>
      </p:sp>
      <p:sp>
        <p:nvSpPr>
          <p:cNvPr id="248" name="training-only-cross-1">
            <a:extLst>
              <a:ext uri="{FF2B5EF4-FFF2-40B4-BE49-F238E27FC236}">
                <a16:creationId xmlns:a16="http://schemas.microsoft.com/office/drawing/2014/main" id="{69F3A7AE-BD13-44EA-B988-FB17B312FC30}"/>
              </a:ext>
            </a:extLst>
          </p:cNvPr>
          <p:cNvSpPr>
            <a:spLocks noGrp="1"/>
          </p:cNvSpPr>
          <p:nvPr/>
        </p:nvSpPr>
        <p:spPr>
          <a:xfrm>
            <a:off x="9382125" y="7497265"/>
            <a:ext cx="3190875" cy="562970"/>
          </a:xfrm>
          <a:prstGeom prst="line">
            <a:avLst/>
          </a:prstGeom>
          <a:noFill/>
          <a:ln w="28575">
            <a:solidFill>
              <a:srgbClr val="B0B6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9" name="training-only-cross-2">
            <a:extLst>
              <a:ext uri="{FF2B5EF4-FFF2-40B4-BE49-F238E27FC236}">
                <a16:creationId xmlns:a16="http://schemas.microsoft.com/office/drawing/2014/main" id="{276AA108-EE39-432F-A651-820169BB1F4B}"/>
              </a:ext>
            </a:extLst>
          </p:cNvPr>
          <p:cNvSpPr>
            <a:spLocks noGrp="1"/>
          </p:cNvSpPr>
          <p:nvPr/>
        </p:nvSpPr>
        <p:spPr>
          <a:xfrm flipH="1">
            <a:off x="9382125" y="7497265"/>
            <a:ext cx="3190875" cy="562970"/>
          </a:xfrm>
          <a:prstGeom prst="line">
            <a:avLst/>
          </a:prstGeom>
          <a:noFill/>
          <a:ln w="28575">
            <a:solidFill>
              <a:srgbClr val="B0B6B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0" name="no-extra-cost">
            <a:extLst>
              <a:ext uri="{FF2B5EF4-FFF2-40B4-BE49-F238E27FC236}">
                <a16:creationId xmlns:a16="http://schemas.microsoft.com/office/drawing/2014/main" id="{B15378CA-223E-4137-B82B-18B797014A36}"/>
              </a:ext>
            </a:extLst>
          </p:cNvPr>
          <p:cNvSpPr>
            <a:spLocks noGrp="1"/>
          </p:cNvSpPr>
          <p:nvPr/>
        </p:nvSpPr>
        <p:spPr>
          <a:xfrm>
            <a:off x="13049250" y="7393011"/>
            <a:ext cx="1666875" cy="750627"/>
          </a:xfrm>
          <a:prstGeom prst="roundRect">
            <a:avLst>
              <a:gd name="adj" fmla="val 8883"/>
            </a:avLst>
          </a:prstGeom>
          <a:solidFill>
            <a:srgbClr val="FFFFFF"/>
          </a:solidFill>
          <a:ln w="13335">
            <a:solidFill>
              <a:srgbClr val="009E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1" name="no-extra-cost-label">
            <a:extLst>
              <a:ext uri="{FF2B5EF4-FFF2-40B4-BE49-F238E27FC236}">
                <a16:creationId xmlns:a16="http://schemas.microsoft.com/office/drawing/2014/main" id="{AECBB221-F184-4829-B8A5-003344019366}"/>
              </a:ext>
            </a:extLst>
          </p:cNvPr>
          <p:cNvSpPr>
            <a:spLocks noGrp="1"/>
          </p:cNvSpPr>
          <p:nvPr/>
        </p:nvSpPr>
        <p:spPr>
          <a:xfrm>
            <a:off x="13144500" y="7486840"/>
            <a:ext cx="1476375" cy="5421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47625" tIns="19050" rIns="47625" bIns="19050" anchor="ctr">
            <a:noAutofit/>
          </a:bodyPr>
          <a:lstStyle/>
          <a:p>
            <a:pPr algn="ctr">
              <a:defRPr sz="1425" b="1" i="0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9E73"/>
                </a:solidFill>
                <a:latin typeface="Arial"/>
                <a:ea typeface="Arial"/>
                <a:cs typeface="Arial"/>
              </a:rPr>
              <a:t>No extra</a:t>
            </a:r>
          </a:p>
          <a:p>
            <a:pPr algn="ctr">
              <a:defRPr sz="1425" b="1" i="0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9E73"/>
                </a:solidFill>
                <a:latin typeface="Arial"/>
                <a:ea typeface="Arial"/>
                <a:cs typeface="Arial"/>
              </a:rPr>
              <a:t>inference cost</a:t>
            </a:r>
          </a:p>
        </p:txBody>
      </p:sp>
    </p:spTree>
    <p:extLst>
      <p:ext uri="{BB962C8B-B14F-4D97-AF65-F5344CB8AC3E}">
        <p14:creationId xmlns:p14="http://schemas.microsoft.com/office/powerpoint/2010/main" val="309577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pd-panel">
            <a:extLst>
              <a:ext uri="{FF2B5EF4-FFF2-40B4-BE49-F238E27FC236}">
                <a16:creationId xmlns:a16="http://schemas.microsoft.com/office/drawing/2014/main" id="{A8CADBA2-56EB-E2CD-13FC-8A2377C2EED9}"/>
              </a:ext>
            </a:extLst>
          </p:cNvPr>
          <p:cNvSpPr>
            <a:spLocks noGrp="1"/>
          </p:cNvSpPr>
          <p:nvPr/>
        </p:nvSpPr>
        <p:spPr>
          <a:xfrm>
            <a:off x="8161285" y="108434"/>
            <a:ext cx="6100626" cy="6223358"/>
          </a:xfrm>
          <a:prstGeom prst="roundRect">
            <a:avLst>
              <a:gd name="adj" fmla="val 1813"/>
            </a:avLst>
          </a:prstGeom>
          <a:noFill/>
          <a:ln w="28575">
            <a:solidFill>
              <a:srgbClr val="3F059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4" name="acpd-panel">
            <a:extLst>
              <a:ext uri="{FF2B5EF4-FFF2-40B4-BE49-F238E27FC236}">
                <a16:creationId xmlns:a16="http://schemas.microsoft.com/office/drawing/2014/main" id="{24117822-CAA5-AD3B-E847-457BCBB18FAD}"/>
              </a:ext>
            </a:extLst>
          </p:cNvPr>
          <p:cNvSpPr>
            <a:spLocks noGrp="1"/>
          </p:cNvSpPr>
          <p:nvPr/>
        </p:nvSpPr>
        <p:spPr>
          <a:xfrm>
            <a:off x="134225" y="118869"/>
            <a:ext cx="7880328" cy="3120390"/>
          </a:xfrm>
          <a:prstGeom prst="roundRect">
            <a:avLst>
              <a:gd name="adj" fmla="val 2886"/>
            </a:avLst>
          </a:prstGeom>
          <a:noFill/>
          <a:ln w="28575">
            <a:solidFill>
              <a:srgbClr val="1856F7">
                <a:alpha val="39921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5" name="acpd-panel">
            <a:extLst>
              <a:ext uri="{FF2B5EF4-FFF2-40B4-BE49-F238E27FC236}">
                <a16:creationId xmlns:a16="http://schemas.microsoft.com/office/drawing/2014/main" id="{F3588F7A-8AB6-9C49-7BF1-380B7A0AB1DA}"/>
              </a:ext>
            </a:extLst>
          </p:cNvPr>
          <p:cNvSpPr>
            <a:spLocks noGrp="1"/>
          </p:cNvSpPr>
          <p:nvPr/>
        </p:nvSpPr>
        <p:spPr>
          <a:xfrm>
            <a:off x="139063" y="3316328"/>
            <a:ext cx="7875490" cy="3002280"/>
          </a:xfrm>
          <a:prstGeom prst="roundRect">
            <a:avLst>
              <a:gd name="adj" fmla="val 3807"/>
            </a:avLst>
          </a:prstGeom>
          <a:noFill/>
          <a:ln w="28575">
            <a:solidFill>
              <a:srgbClr val="FE5512">
                <a:alpha val="39792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FE5512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7E0F841-93F8-7AC2-E596-8CD56D042F67}"/>
              </a:ext>
            </a:extLst>
          </p:cNvPr>
          <p:cNvSpPr txBox="1"/>
          <p:nvPr/>
        </p:nvSpPr>
        <p:spPr>
          <a:xfrm>
            <a:off x="139063" y="95250"/>
            <a:ext cx="28981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>
                <a:solidFill>
                  <a:srgbClr val="1856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Privileged</a:t>
            </a:r>
            <a:r>
              <a:rPr kumimoji="1" lang="zh-CN" altLang="en-US" sz="2400" b="1">
                <a:solidFill>
                  <a:srgbClr val="1856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b="1">
                <a:solidFill>
                  <a:srgbClr val="1856F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Teacher</a:t>
            </a:r>
            <a:endParaRPr kumimoji="1" lang="zh-CN" altLang="en-US" sz="2400" b="1">
              <a:solidFill>
                <a:srgbClr val="1856F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9CF22E8-5DE4-C123-BD39-444F3F68968A}"/>
              </a:ext>
            </a:extLst>
          </p:cNvPr>
          <p:cNvSpPr txBox="1"/>
          <p:nvPr/>
        </p:nvSpPr>
        <p:spPr>
          <a:xfrm>
            <a:off x="176999" y="3326912"/>
            <a:ext cx="29827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>
                <a:solidFill>
                  <a:srgbClr val="FE55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Weak-view</a:t>
            </a:r>
            <a:r>
              <a:rPr kumimoji="1" lang="zh-CN" altLang="en-US" sz="2400" b="1">
                <a:solidFill>
                  <a:srgbClr val="FE55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b="1">
                <a:solidFill>
                  <a:srgbClr val="FE55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</a:t>
            </a:r>
            <a:endParaRPr kumimoji="1" lang="zh-CN" altLang="en-US" sz="2400" b="1">
              <a:solidFill>
                <a:srgbClr val="FE551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5B736E41-B498-48D5-0802-8150D04289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2488" y="3366156"/>
            <a:ext cx="280333" cy="326206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8F60B008-83EA-4788-A7EB-35EE416052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2321" y="167098"/>
            <a:ext cx="280333" cy="309003"/>
          </a:xfrm>
          <a:prstGeom prst="rect">
            <a:avLst/>
          </a:prstGeom>
        </p:spPr>
      </p:pic>
      <p:sp>
        <p:nvSpPr>
          <p:cNvPr id="42" name="文本框 41">
            <a:extLst>
              <a:ext uri="{FF2B5EF4-FFF2-40B4-BE49-F238E27FC236}">
                <a16:creationId xmlns:a16="http://schemas.microsoft.com/office/drawing/2014/main" id="{A8C8D0F5-E3D3-7EC5-443B-4FC6267BB09F}"/>
              </a:ext>
            </a:extLst>
          </p:cNvPr>
          <p:cNvSpPr txBox="1"/>
          <p:nvPr/>
        </p:nvSpPr>
        <p:spPr>
          <a:xfrm>
            <a:off x="8763261" y="167098"/>
            <a:ext cx="39773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>
                <a:solidFill>
                  <a:srgbClr val="3F05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Privileged</a:t>
            </a:r>
            <a:r>
              <a:rPr kumimoji="1" lang="zh-CN" altLang="en-US" sz="2400" b="1">
                <a:solidFill>
                  <a:srgbClr val="3F05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b="1">
                <a:solidFill>
                  <a:srgbClr val="3F05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Cue</a:t>
            </a:r>
            <a:r>
              <a:rPr kumimoji="1" lang="zh-CN" altLang="en-US" sz="2400" b="1">
                <a:solidFill>
                  <a:srgbClr val="3F05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b="1">
                <a:solidFill>
                  <a:srgbClr val="3F059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Distillation</a:t>
            </a:r>
            <a:endParaRPr kumimoji="1" lang="zh-CN" altLang="en-US" sz="2400" b="1">
              <a:solidFill>
                <a:srgbClr val="3F059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2C67747-F688-60AA-E2F0-B03DDDD897A6}"/>
              </a:ext>
            </a:extLst>
          </p:cNvPr>
          <p:cNvSpPr txBox="1"/>
          <p:nvPr/>
        </p:nvSpPr>
        <p:spPr>
          <a:xfrm>
            <a:off x="793084" y="6368147"/>
            <a:ext cx="36711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>
                <a:solidFill>
                  <a:srgbClr val="3900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</a:t>
            </a:r>
            <a:r>
              <a:rPr kumimoji="1" lang="zh-CN" altLang="en-US" sz="2400" b="1">
                <a:solidFill>
                  <a:srgbClr val="3900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b="1">
                <a:solidFill>
                  <a:srgbClr val="3900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</a:t>
            </a:r>
            <a:r>
              <a:rPr kumimoji="1" lang="zh-CN" altLang="en-US" sz="2400" b="1">
                <a:solidFill>
                  <a:srgbClr val="3900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b="1">
                <a:solidFill>
                  <a:srgbClr val="3900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</a:t>
            </a:r>
            <a:endParaRPr kumimoji="1" lang="zh-CN" altLang="en-US" sz="2400" b="1">
              <a:solidFill>
                <a:srgbClr val="39009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12369FFF-060D-96C6-958E-927BEC88BF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3" y="6358620"/>
            <a:ext cx="821592" cy="821592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1BEAD94A-6C51-AE40-95A5-150C10557F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2372" y="4465"/>
            <a:ext cx="821592" cy="821592"/>
          </a:xfrm>
          <a:prstGeom prst="rect">
            <a:avLst/>
          </a:prstGeom>
        </p:spPr>
      </p:pic>
      <p:grpSp>
        <p:nvGrpSpPr>
          <p:cNvPr id="62" name="组合 61">
            <a:extLst>
              <a:ext uri="{FF2B5EF4-FFF2-40B4-BE49-F238E27FC236}">
                <a16:creationId xmlns:a16="http://schemas.microsoft.com/office/drawing/2014/main" id="{3469910A-413B-0922-E571-DA9424108806}"/>
              </a:ext>
            </a:extLst>
          </p:cNvPr>
          <p:cNvGrpSpPr>
            <a:grpSpLocks noChangeAspect="1"/>
          </p:cNvGrpSpPr>
          <p:nvPr/>
        </p:nvGrpSpPr>
        <p:grpSpPr>
          <a:xfrm>
            <a:off x="487894" y="863685"/>
            <a:ext cx="1346980" cy="1353488"/>
            <a:chOff x="269268" y="653130"/>
            <a:chExt cx="1554070" cy="1561578"/>
          </a:xfrm>
        </p:grpSpPr>
        <p:pic>
          <p:nvPicPr>
            <p:cNvPr id="53" name="图片 52">
              <a:extLst>
                <a:ext uri="{FF2B5EF4-FFF2-40B4-BE49-F238E27FC236}">
                  <a16:creationId xmlns:a16="http://schemas.microsoft.com/office/drawing/2014/main" id="{EFE00606-63FC-4DED-43D2-115F8EE81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7851" y="869221"/>
              <a:ext cx="1345487" cy="1345487"/>
            </a:xfrm>
            <a:prstGeom prst="rect">
              <a:avLst/>
            </a:prstGeom>
          </p:spPr>
        </p:pic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B13C54FA-89BA-3A27-8367-33C1A15AA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268" y="653130"/>
              <a:ext cx="1345487" cy="1345487"/>
            </a:xfrm>
            <a:prstGeom prst="rect">
              <a:avLst/>
            </a:prstGeom>
          </p:spPr>
        </p:pic>
      </p:grpSp>
      <p:pic>
        <p:nvPicPr>
          <p:cNvPr id="51" name="图片 50">
            <a:extLst>
              <a:ext uri="{FF2B5EF4-FFF2-40B4-BE49-F238E27FC236}">
                <a16:creationId xmlns:a16="http://schemas.microsoft.com/office/drawing/2014/main" id="{F20A959F-984B-A516-C529-1F0B7936393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615" y="4062285"/>
            <a:ext cx="1159590" cy="1159590"/>
          </a:xfrm>
          <a:prstGeom prst="rect">
            <a:avLst/>
          </a:prstGeom>
        </p:spPr>
      </p:pic>
      <p:grpSp>
        <p:nvGrpSpPr>
          <p:cNvPr id="58" name="组合 57">
            <a:extLst>
              <a:ext uri="{FF2B5EF4-FFF2-40B4-BE49-F238E27FC236}">
                <a16:creationId xmlns:a16="http://schemas.microsoft.com/office/drawing/2014/main" id="{318DE460-857B-CFC3-A457-8B1ACEE89DB6}"/>
              </a:ext>
            </a:extLst>
          </p:cNvPr>
          <p:cNvGrpSpPr/>
          <p:nvPr/>
        </p:nvGrpSpPr>
        <p:grpSpPr>
          <a:xfrm>
            <a:off x="4571" y="5549878"/>
            <a:ext cx="2108720" cy="1001856"/>
            <a:chOff x="4571" y="5484563"/>
            <a:chExt cx="2108720" cy="1001856"/>
          </a:xfrm>
        </p:grpSpPr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15F1FDF5-A73C-CA80-356A-BA60C47786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1" y="5484563"/>
              <a:ext cx="1502784" cy="1001856"/>
            </a:xfrm>
            <a:prstGeom prst="rect">
              <a:avLst/>
            </a:prstGeom>
          </p:spPr>
        </p:pic>
        <p:pic>
          <p:nvPicPr>
            <p:cNvPr id="57" name="图片 56">
              <a:extLst>
                <a:ext uri="{FF2B5EF4-FFF2-40B4-BE49-F238E27FC236}">
                  <a16:creationId xmlns:a16="http://schemas.microsoft.com/office/drawing/2014/main" id="{989ADC32-58E6-05A9-729D-112F5C15DD6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3028" y="5528855"/>
              <a:ext cx="1390263" cy="926842"/>
            </a:xfrm>
            <a:prstGeom prst="rect">
              <a:avLst/>
            </a:prstGeom>
          </p:spPr>
        </p:pic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ECCFC416-4FBF-A073-CACE-232CF922E766}"/>
              </a:ext>
            </a:extLst>
          </p:cNvPr>
          <p:cNvGrpSpPr/>
          <p:nvPr/>
        </p:nvGrpSpPr>
        <p:grpSpPr>
          <a:xfrm>
            <a:off x="4571" y="2467036"/>
            <a:ext cx="2108720" cy="1001856"/>
            <a:chOff x="4571" y="5484563"/>
            <a:chExt cx="2108720" cy="1001856"/>
          </a:xfrm>
        </p:grpSpPr>
        <p:pic>
          <p:nvPicPr>
            <p:cNvPr id="60" name="图片 59">
              <a:extLst>
                <a:ext uri="{FF2B5EF4-FFF2-40B4-BE49-F238E27FC236}">
                  <a16:creationId xmlns:a16="http://schemas.microsoft.com/office/drawing/2014/main" id="{6029733A-D063-25CE-D9FA-61EFEC1A1C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1" y="5484563"/>
              <a:ext cx="1502784" cy="1001856"/>
            </a:xfrm>
            <a:prstGeom prst="rect">
              <a:avLst/>
            </a:prstGeom>
          </p:spPr>
        </p:pic>
        <p:pic>
          <p:nvPicPr>
            <p:cNvPr id="61" name="图片 60">
              <a:extLst>
                <a:ext uri="{FF2B5EF4-FFF2-40B4-BE49-F238E27FC236}">
                  <a16:creationId xmlns:a16="http://schemas.microsoft.com/office/drawing/2014/main" id="{F78EC2BA-C3DE-B053-831B-D6DC9C0583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3028" y="5528855"/>
              <a:ext cx="1390263" cy="926842"/>
            </a:xfrm>
            <a:prstGeom prst="rect">
              <a:avLst/>
            </a:prstGeom>
          </p:spPr>
        </p:pic>
      </p:grpSp>
      <p:sp>
        <p:nvSpPr>
          <p:cNvPr id="63" name="文本框 62">
            <a:extLst>
              <a:ext uri="{FF2B5EF4-FFF2-40B4-BE49-F238E27FC236}">
                <a16:creationId xmlns:a16="http://schemas.microsoft.com/office/drawing/2014/main" id="{877C4FB0-A579-7BDD-01AA-9A293203478F}"/>
              </a:ext>
            </a:extLst>
          </p:cNvPr>
          <p:cNvSpPr txBox="1"/>
          <p:nvPr/>
        </p:nvSpPr>
        <p:spPr>
          <a:xfrm>
            <a:off x="139546" y="495569"/>
            <a:ext cx="2159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latin typeface="Arial" panose="020B0604020202020204" pitchFamily="34" charset="0"/>
                <a:cs typeface="Arial" panose="020B0604020202020204" pitchFamily="34" charset="0"/>
              </a:rPr>
              <a:t>multi-view</a:t>
            </a:r>
            <a:r>
              <a:rPr kumimoji="1"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>
                <a:latin typeface="Arial" panose="020B0604020202020204" pitchFamily="34" charset="0"/>
                <a:cs typeface="Arial" panose="020B0604020202020204" pitchFamily="34" charset="0"/>
              </a:rPr>
              <a:t>cameras</a:t>
            </a:r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BDFBDD38-112B-CE84-2996-A62CB61C15CC}"/>
              </a:ext>
            </a:extLst>
          </p:cNvPr>
          <p:cNvSpPr txBox="1"/>
          <p:nvPr/>
        </p:nvSpPr>
        <p:spPr>
          <a:xfrm>
            <a:off x="191797" y="3683999"/>
            <a:ext cx="24368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weak-view</a:t>
            </a:r>
            <a:r>
              <a:rPr kumimoji="1" lang="zh-CN" alt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cameras</a:t>
            </a:r>
            <a:endParaRPr kumimoji="1"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AA57714E-B608-32FB-BF14-21D5658EA122}"/>
              </a:ext>
            </a:extLst>
          </p:cNvPr>
          <p:cNvSpPr txBox="1"/>
          <p:nvPr/>
        </p:nvSpPr>
        <p:spPr>
          <a:xfrm>
            <a:off x="181800" y="5394115"/>
            <a:ext cx="21082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language</a:t>
            </a:r>
            <a:r>
              <a:rPr kumimoji="1" lang="zh-CN" alt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r>
              <a:rPr kumimoji="1" lang="zh-CN" altLang="en-U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state</a:t>
            </a:r>
            <a:endParaRPr kumimoji="1"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03FFA778-3044-4DB2-B702-3B2258822636}"/>
              </a:ext>
            </a:extLst>
          </p:cNvPr>
          <p:cNvSpPr txBox="1"/>
          <p:nvPr/>
        </p:nvSpPr>
        <p:spPr>
          <a:xfrm>
            <a:off x="177444" y="2319982"/>
            <a:ext cx="2108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>
                <a:latin typeface="Arial" panose="020B0604020202020204" pitchFamily="34" charset="0"/>
                <a:cs typeface="Arial" panose="020B0604020202020204" pitchFamily="34" charset="0"/>
              </a:rPr>
              <a:t>language</a:t>
            </a:r>
            <a:r>
              <a:rPr kumimoji="1"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r>
              <a:rPr kumimoji="1"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>
                <a:latin typeface="Arial" panose="020B0604020202020204" pitchFamily="34" charset="0"/>
                <a:cs typeface="Arial" panose="020B0604020202020204" pitchFamily="34" charset="0"/>
              </a:rPr>
              <a:t>state</a:t>
            </a:r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acpd-panel">
            <a:extLst>
              <a:ext uri="{FF2B5EF4-FFF2-40B4-BE49-F238E27FC236}">
                <a16:creationId xmlns:a16="http://schemas.microsoft.com/office/drawing/2014/main" id="{EA58BD4C-5414-424F-B68B-41CD5CEF2DC9}"/>
              </a:ext>
            </a:extLst>
          </p:cNvPr>
          <p:cNvSpPr>
            <a:spLocks noGrp="1"/>
          </p:cNvSpPr>
          <p:nvPr/>
        </p:nvSpPr>
        <p:spPr>
          <a:xfrm>
            <a:off x="2281650" y="971346"/>
            <a:ext cx="1578697" cy="750028"/>
          </a:xfrm>
          <a:prstGeom prst="roundRect">
            <a:avLst>
              <a:gd name="adj" fmla="val 22044"/>
            </a:avLst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049CEE35-2724-F253-ADE2-94B86E81842D}"/>
              </a:ext>
            </a:extLst>
          </p:cNvPr>
          <p:cNvSpPr txBox="1"/>
          <p:nvPr/>
        </p:nvSpPr>
        <p:spPr>
          <a:xfrm>
            <a:off x="2419284" y="1023194"/>
            <a:ext cx="1347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>
                <a:latin typeface="Arial" panose="020B0604020202020204" pitchFamily="34" charset="0"/>
                <a:cs typeface="Arial" panose="020B0604020202020204" pitchFamily="34" charset="0"/>
              </a:rPr>
              <a:t>Visual</a:t>
            </a:r>
          </a:p>
          <a:p>
            <a:pPr algn="ctr"/>
            <a:r>
              <a:rPr kumimoji="1" lang="en-US" altLang="zh-CN">
                <a:latin typeface="Arial" panose="020B0604020202020204" pitchFamily="34" charset="0"/>
                <a:cs typeface="Arial" panose="020B0604020202020204" pitchFamily="34" charset="0"/>
              </a:rPr>
              <a:t>Backbone</a:t>
            </a:r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acpd-panel">
            <a:extLst>
              <a:ext uri="{FF2B5EF4-FFF2-40B4-BE49-F238E27FC236}">
                <a16:creationId xmlns:a16="http://schemas.microsoft.com/office/drawing/2014/main" id="{182D6A2A-182E-2B65-865B-426D856C1925}"/>
              </a:ext>
            </a:extLst>
          </p:cNvPr>
          <p:cNvSpPr>
            <a:spLocks noGrp="1"/>
          </p:cNvSpPr>
          <p:nvPr/>
        </p:nvSpPr>
        <p:spPr>
          <a:xfrm>
            <a:off x="4351561" y="971346"/>
            <a:ext cx="1265483" cy="2156279"/>
          </a:xfrm>
          <a:prstGeom prst="roundRect">
            <a:avLst>
              <a:gd name="adj" fmla="val 22044"/>
            </a:avLst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363B76EC-EAD3-F903-4FD3-65B28C47B5F4}"/>
              </a:ext>
            </a:extLst>
          </p:cNvPr>
          <p:cNvSpPr txBox="1"/>
          <p:nvPr/>
        </p:nvSpPr>
        <p:spPr>
          <a:xfrm>
            <a:off x="4317432" y="1727619"/>
            <a:ext cx="1347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>
                <a:latin typeface="Arial" panose="020B0604020202020204" pitchFamily="34" charset="0"/>
                <a:cs typeface="Arial" panose="020B0604020202020204" pitchFamily="34" charset="0"/>
              </a:rPr>
              <a:t>Policy</a:t>
            </a:r>
          </a:p>
          <a:p>
            <a:pPr algn="ctr"/>
            <a:r>
              <a:rPr kumimoji="1" lang="en-US" altLang="zh-CN">
                <a:latin typeface="Arial" panose="020B0604020202020204" pitchFamily="34" charset="0"/>
                <a:cs typeface="Arial" panose="020B0604020202020204" pitchFamily="34" charset="0"/>
              </a:rPr>
              <a:t>Backbone</a:t>
            </a:r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acpd-panel">
            <a:extLst>
              <a:ext uri="{FF2B5EF4-FFF2-40B4-BE49-F238E27FC236}">
                <a16:creationId xmlns:a16="http://schemas.microsoft.com/office/drawing/2014/main" id="{A2155D56-28E1-958E-A5A3-D64E324C80C1}"/>
              </a:ext>
            </a:extLst>
          </p:cNvPr>
          <p:cNvSpPr>
            <a:spLocks noGrp="1"/>
          </p:cNvSpPr>
          <p:nvPr/>
        </p:nvSpPr>
        <p:spPr>
          <a:xfrm>
            <a:off x="2299112" y="2377597"/>
            <a:ext cx="1561235" cy="750028"/>
          </a:xfrm>
          <a:prstGeom prst="roundRect">
            <a:avLst>
              <a:gd name="adj" fmla="val 22044"/>
            </a:avLst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7454BE95-DCA8-AE51-E7D6-E8884E16EA5A}"/>
              </a:ext>
            </a:extLst>
          </p:cNvPr>
          <p:cNvSpPr txBox="1"/>
          <p:nvPr/>
        </p:nvSpPr>
        <p:spPr>
          <a:xfrm>
            <a:off x="1619843" y="2430539"/>
            <a:ext cx="2945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>
                <a:latin typeface="Arial" panose="020B0604020202020204" pitchFamily="34" charset="0"/>
                <a:cs typeface="Arial" panose="020B0604020202020204" pitchFamily="34" charset="0"/>
              </a:rPr>
              <a:t>Language/</a:t>
            </a:r>
          </a:p>
          <a:p>
            <a:pPr algn="ctr"/>
            <a:r>
              <a:rPr kumimoji="1" lang="en-US" altLang="zh-CN">
                <a:latin typeface="Arial" panose="020B0604020202020204" pitchFamily="34" charset="0"/>
                <a:cs typeface="Arial" panose="020B0604020202020204" pitchFamily="34" charset="0"/>
              </a:rPr>
              <a:t>State</a:t>
            </a:r>
            <a:r>
              <a:rPr kumimoji="1"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>
                <a:latin typeface="Arial" panose="020B0604020202020204" pitchFamily="34" charset="0"/>
                <a:cs typeface="Arial" panose="020B0604020202020204" pitchFamily="34" charset="0"/>
              </a:rPr>
              <a:t>Encoder</a:t>
            </a:r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6" name="图片 85">
            <a:extLst>
              <a:ext uri="{FF2B5EF4-FFF2-40B4-BE49-F238E27FC236}">
                <a16:creationId xmlns:a16="http://schemas.microsoft.com/office/drawing/2014/main" id="{F38F9D80-7A15-3E06-8307-2BF683FB772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491" y="1758719"/>
            <a:ext cx="634475" cy="634475"/>
          </a:xfrm>
          <a:prstGeom prst="rect">
            <a:avLst/>
          </a:prstGeom>
        </p:spPr>
      </p:pic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9D9F10D7-BAF2-CEA0-D045-4D65A4C77AFA}"/>
              </a:ext>
            </a:extLst>
          </p:cNvPr>
          <p:cNvCxnSpPr/>
          <p:nvPr/>
        </p:nvCxnSpPr>
        <p:spPr>
          <a:xfrm>
            <a:off x="1834874" y="1346359"/>
            <a:ext cx="44677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线箭头连接符 89">
            <a:extLst>
              <a:ext uri="{FF2B5EF4-FFF2-40B4-BE49-F238E27FC236}">
                <a16:creationId xmlns:a16="http://schemas.microsoft.com/office/drawing/2014/main" id="{0DE5F71E-A165-1525-460E-07C899269578}"/>
              </a:ext>
            </a:extLst>
          </p:cNvPr>
          <p:cNvCxnSpPr/>
          <p:nvPr/>
        </p:nvCxnSpPr>
        <p:spPr>
          <a:xfrm>
            <a:off x="1843293" y="2768258"/>
            <a:ext cx="44677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0" name="组合 179">
            <a:extLst>
              <a:ext uri="{FF2B5EF4-FFF2-40B4-BE49-F238E27FC236}">
                <a16:creationId xmlns:a16="http://schemas.microsoft.com/office/drawing/2014/main" id="{CE81D7AB-E813-11C8-7D9C-4BED6A3DB13E}"/>
              </a:ext>
            </a:extLst>
          </p:cNvPr>
          <p:cNvGrpSpPr/>
          <p:nvPr/>
        </p:nvGrpSpPr>
        <p:grpSpPr>
          <a:xfrm>
            <a:off x="3986348" y="1066572"/>
            <a:ext cx="190577" cy="1950749"/>
            <a:chOff x="3986348" y="1066572"/>
            <a:chExt cx="190577" cy="1950749"/>
          </a:xfrm>
        </p:grpSpPr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158C0B52-12A7-E663-099B-B7F7DA85CD48}"/>
                </a:ext>
              </a:extLst>
            </p:cNvPr>
            <p:cNvSpPr/>
            <p:nvPr/>
          </p:nvSpPr>
          <p:spPr>
            <a:xfrm>
              <a:off x="3990773" y="1066572"/>
              <a:ext cx="180000" cy="1800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rgbClr val="1856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FB14C853-30A8-4269-9290-E59ABD986DEE}"/>
                </a:ext>
              </a:extLst>
            </p:cNvPr>
            <p:cNvSpPr/>
            <p:nvPr/>
          </p:nvSpPr>
          <p:spPr>
            <a:xfrm>
              <a:off x="3990773" y="1343772"/>
              <a:ext cx="180000" cy="1800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rgbClr val="1856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77B01AE8-DF35-5332-9641-78F7AE0A9423}"/>
                </a:ext>
              </a:extLst>
            </p:cNvPr>
            <p:cNvSpPr/>
            <p:nvPr/>
          </p:nvSpPr>
          <p:spPr>
            <a:xfrm>
              <a:off x="3990773" y="1620972"/>
              <a:ext cx="180000" cy="1800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rgbClr val="1856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1A3ACB61-D4EA-F18B-3BCD-6AB090B926BF}"/>
                </a:ext>
              </a:extLst>
            </p:cNvPr>
            <p:cNvSpPr/>
            <p:nvPr/>
          </p:nvSpPr>
          <p:spPr>
            <a:xfrm>
              <a:off x="3990773" y="2259750"/>
              <a:ext cx="180000" cy="180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A83490D9-D2D4-4690-45AF-57901693E1D5}"/>
                </a:ext>
              </a:extLst>
            </p:cNvPr>
            <p:cNvSpPr/>
            <p:nvPr/>
          </p:nvSpPr>
          <p:spPr>
            <a:xfrm>
              <a:off x="3990773" y="2540112"/>
              <a:ext cx="180000" cy="180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EEC77AAD-36C1-FF6B-14E4-6D6CC5519D1B}"/>
                </a:ext>
              </a:extLst>
            </p:cNvPr>
            <p:cNvSpPr/>
            <p:nvPr/>
          </p:nvSpPr>
          <p:spPr>
            <a:xfrm>
              <a:off x="3996925" y="2837321"/>
              <a:ext cx="180000" cy="180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114" name="图形 113">
              <a:extLst>
                <a:ext uri="{FF2B5EF4-FFF2-40B4-BE49-F238E27FC236}">
                  <a16:creationId xmlns:a16="http://schemas.microsoft.com/office/drawing/2014/main" id="{75C05ED7-17DF-3DF2-1B57-1C3D5BD1360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16200000">
              <a:off x="3829202" y="1927451"/>
              <a:ext cx="502868" cy="188576"/>
            </a:xfrm>
            <a:prstGeom prst="rect">
              <a:avLst/>
            </a:prstGeom>
          </p:spPr>
        </p:pic>
      </p:grpSp>
      <p:grpSp>
        <p:nvGrpSpPr>
          <p:cNvPr id="181" name="组合 180">
            <a:extLst>
              <a:ext uri="{FF2B5EF4-FFF2-40B4-BE49-F238E27FC236}">
                <a16:creationId xmlns:a16="http://schemas.microsoft.com/office/drawing/2014/main" id="{4F7332B6-0D92-4CF8-A2D6-815FF90DC6B3}"/>
              </a:ext>
            </a:extLst>
          </p:cNvPr>
          <p:cNvGrpSpPr/>
          <p:nvPr/>
        </p:nvGrpSpPr>
        <p:grpSpPr>
          <a:xfrm>
            <a:off x="5754754" y="1050981"/>
            <a:ext cx="190440" cy="1950749"/>
            <a:chOff x="5754754" y="1050981"/>
            <a:chExt cx="190440" cy="1950749"/>
          </a:xfrm>
        </p:grpSpPr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12E6ED36-CEF3-FDCC-FEB8-87F1DB7C48E2}"/>
                </a:ext>
              </a:extLst>
            </p:cNvPr>
            <p:cNvSpPr/>
            <p:nvPr/>
          </p:nvSpPr>
          <p:spPr>
            <a:xfrm>
              <a:off x="5759042" y="1050981"/>
              <a:ext cx="180000" cy="18000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73E8CC0C-F96B-3528-89B6-D3620CA95D3C}"/>
                </a:ext>
              </a:extLst>
            </p:cNvPr>
            <p:cNvSpPr/>
            <p:nvPr/>
          </p:nvSpPr>
          <p:spPr>
            <a:xfrm>
              <a:off x="5759042" y="1328181"/>
              <a:ext cx="180000" cy="18000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99589278-E7B9-3269-5DB0-1A454510CF4C}"/>
                </a:ext>
              </a:extLst>
            </p:cNvPr>
            <p:cNvSpPr/>
            <p:nvPr/>
          </p:nvSpPr>
          <p:spPr>
            <a:xfrm>
              <a:off x="5759042" y="1605381"/>
              <a:ext cx="180000" cy="18000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B7AE569D-2EFF-4D9B-01C9-36864619E3D0}"/>
                </a:ext>
              </a:extLst>
            </p:cNvPr>
            <p:cNvSpPr/>
            <p:nvPr/>
          </p:nvSpPr>
          <p:spPr>
            <a:xfrm>
              <a:off x="5759042" y="2244159"/>
              <a:ext cx="180000" cy="18000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68457DEC-0D14-CD34-ABD6-530D4EAE16EC}"/>
                </a:ext>
              </a:extLst>
            </p:cNvPr>
            <p:cNvSpPr/>
            <p:nvPr/>
          </p:nvSpPr>
          <p:spPr>
            <a:xfrm>
              <a:off x="5759042" y="2524521"/>
              <a:ext cx="180000" cy="18000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F5A940A3-8D51-6222-2945-357DAD49CCD9}"/>
                </a:ext>
              </a:extLst>
            </p:cNvPr>
            <p:cNvSpPr/>
            <p:nvPr/>
          </p:nvSpPr>
          <p:spPr>
            <a:xfrm>
              <a:off x="5765194" y="2821730"/>
              <a:ext cx="180000" cy="180000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116" name="图形 115">
              <a:extLst>
                <a:ext uri="{FF2B5EF4-FFF2-40B4-BE49-F238E27FC236}">
                  <a16:creationId xmlns:a16="http://schemas.microsoft.com/office/drawing/2014/main" id="{9DE2D1A6-C1AB-B45A-0B29-147E59BE05A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16200000">
              <a:off x="5597608" y="1923210"/>
              <a:ext cx="502868" cy="188576"/>
            </a:xfrm>
            <a:prstGeom prst="rect">
              <a:avLst/>
            </a:prstGeom>
          </p:spPr>
        </p:pic>
      </p:grpSp>
      <p:sp>
        <p:nvSpPr>
          <p:cNvPr id="117" name="acpd-panel">
            <a:extLst>
              <a:ext uri="{FF2B5EF4-FFF2-40B4-BE49-F238E27FC236}">
                <a16:creationId xmlns:a16="http://schemas.microsoft.com/office/drawing/2014/main" id="{0200E27B-1324-5D76-E19B-9ECBF9384C35}"/>
              </a:ext>
            </a:extLst>
          </p:cNvPr>
          <p:cNvSpPr>
            <a:spLocks noGrp="1"/>
          </p:cNvSpPr>
          <p:nvPr/>
        </p:nvSpPr>
        <p:spPr>
          <a:xfrm>
            <a:off x="6058235" y="971346"/>
            <a:ext cx="1643844" cy="2156279"/>
          </a:xfrm>
          <a:prstGeom prst="roundRect">
            <a:avLst>
              <a:gd name="adj" fmla="val 22044"/>
            </a:avLst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57E1185D-92E1-703D-4FBA-D788F9F7BEE3}"/>
              </a:ext>
            </a:extLst>
          </p:cNvPr>
          <p:cNvSpPr txBox="1"/>
          <p:nvPr/>
        </p:nvSpPr>
        <p:spPr>
          <a:xfrm>
            <a:off x="5771974" y="1029172"/>
            <a:ext cx="2165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>
                <a:latin typeface="Arial" panose="020B0604020202020204" pitchFamily="34" charset="0"/>
                <a:cs typeface="Arial" panose="020B0604020202020204" pitchFamily="34" charset="0"/>
              </a:rPr>
              <a:t>Action</a:t>
            </a:r>
            <a:r>
              <a:rPr kumimoji="1"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>
                <a:latin typeface="Arial" panose="020B0604020202020204" pitchFamily="34" charset="0"/>
                <a:cs typeface="Arial" panose="020B0604020202020204" pitchFamily="34" charset="0"/>
              </a:rPr>
              <a:t>Head</a:t>
            </a:r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4" name="组合 153">
            <a:extLst>
              <a:ext uri="{FF2B5EF4-FFF2-40B4-BE49-F238E27FC236}">
                <a16:creationId xmlns:a16="http://schemas.microsoft.com/office/drawing/2014/main" id="{B3194D90-FB2B-9C66-FFD1-737856EF56D2}"/>
              </a:ext>
            </a:extLst>
          </p:cNvPr>
          <p:cNvGrpSpPr/>
          <p:nvPr/>
        </p:nvGrpSpPr>
        <p:grpSpPr>
          <a:xfrm>
            <a:off x="6203229" y="1489525"/>
            <a:ext cx="1304622" cy="180000"/>
            <a:chOff x="6232281" y="1494639"/>
            <a:chExt cx="1304622" cy="180000"/>
          </a:xfrm>
        </p:grpSpPr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61AC00F3-5CE1-6F4B-3432-09CD3D82FE13}"/>
                </a:ext>
              </a:extLst>
            </p:cNvPr>
            <p:cNvSpPr/>
            <p:nvPr/>
          </p:nvSpPr>
          <p:spPr>
            <a:xfrm rot="16200000">
              <a:off x="6232281" y="1494639"/>
              <a:ext cx="180000" cy="180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9637721C-174E-7E20-2DA4-F4A3EA10BB39}"/>
                </a:ext>
              </a:extLst>
            </p:cNvPr>
            <p:cNvSpPr/>
            <p:nvPr/>
          </p:nvSpPr>
          <p:spPr>
            <a:xfrm rot="16200000">
              <a:off x="6509481" y="1494639"/>
              <a:ext cx="180000" cy="180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9FF93C2F-A4A5-BF82-CE07-40F599573A84}"/>
                </a:ext>
              </a:extLst>
            </p:cNvPr>
            <p:cNvSpPr/>
            <p:nvPr/>
          </p:nvSpPr>
          <p:spPr>
            <a:xfrm rot="16200000">
              <a:off x="6786681" y="1494639"/>
              <a:ext cx="180000" cy="180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39B94ECE-0033-F025-291F-6ACF5706F112}"/>
                </a:ext>
              </a:extLst>
            </p:cNvPr>
            <p:cNvSpPr/>
            <p:nvPr/>
          </p:nvSpPr>
          <p:spPr>
            <a:xfrm rot="16200000">
              <a:off x="7076541" y="1494639"/>
              <a:ext cx="180000" cy="180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3" name="矩形 122">
              <a:extLst>
                <a:ext uri="{FF2B5EF4-FFF2-40B4-BE49-F238E27FC236}">
                  <a16:creationId xmlns:a16="http://schemas.microsoft.com/office/drawing/2014/main" id="{BA2304E1-56DB-AE6B-68D3-81FD7BF3FE7E}"/>
                </a:ext>
              </a:extLst>
            </p:cNvPr>
            <p:cNvSpPr/>
            <p:nvPr/>
          </p:nvSpPr>
          <p:spPr>
            <a:xfrm rot="16200000">
              <a:off x="7356903" y="1494639"/>
              <a:ext cx="180000" cy="180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124" name="图形 123">
            <a:extLst>
              <a:ext uri="{FF2B5EF4-FFF2-40B4-BE49-F238E27FC236}">
                <a16:creationId xmlns:a16="http://schemas.microsoft.com/office/drawing/2014/main" id="{7451C3D3-BD02-CC2B-4851-3447E2E873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0800000">
            <a:off x="6604486" y="2452734"/>
            <a:ext cx="502868" cy="188576"/>
          </a:xfrm>
          <a:prstGeom prst="rect">
            <a:avLst/>
          </a:prstGeom>
        </p:spPr>
      </p:pic>
      <p:grpSp>
        <p:nvGrpSpPr>
          <p:cNvPr id="161" name="组合 160">
            <a:extLst>
              <a:ext uri="{FF2B5EF4-FFF2-40B4-BE49-F238E27FC236}">
                <a16:creationId xmlns:a16="http://schemas.microsoft.com/office/drawing/2014/main" id="{191938E3-CFDB-1D5E-2C38-6A6D2C744CEC}"/>
              </a:ext>
            </a:extLst>
          </p:cNvPr>
          <p:cNvGrpSpPr/>
          <p:nvPr/>
        </p:nvGrpSpPr>
        <p:grpSpPr>
          <a:xfrm>
            <a:off x="6195318" y="1854830"/>
            <a:ext cx="1304622" cy="180000"/>
            <a:chOff x="6232281" y="1494639"/>
            <a:chExt cx="1304622" cy="180000"/>
          </a:xfrm>
          <a:solidFill>
            <a:schemeClr val="tx2">
              <a:lumMod val="25000"/>
              <a:lumOff val="75000"/>
            </a:schemeClr>
          </a:solidFill>
        </p:grpSpPr>
        <p:sp>
          <p:nvSpPr>
            <p:cNvPr id="162" name="矩形 161">
              <a:extLst>
                <a:ext uri="{FF2B5EF4-FFF2-40B4-BE49-F238E27FC236}">
                  <a16:creationId xmlns:a16="http://schemas.microsoft.com/office/drawing/2014/main" id="{7499BFCB-C0B5-5C22-641B-6833C7E085F0}"/>
                </a:ext>
              </a:extLst>
            </p:cNvPr>
            <p:cNvSpPr/>
            <p:nvPr/>
          </p:nvSpPr>
          <p:spPr>
            <a:xfrm rot="16200000">
              <a:off x="6232281" y="1494639"/>
              <a:ext cx="180000" cy="180000"/>
            </a:xfrm>
            <a:prstGeom prst="rect">
              <a:avLst/>
            </a:prstGeom>
            <a:grpFill/>
            <a:ln w="28575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3" name="矩形 162">
              <a:extLst>
                <a:ext uri="{FF2B5EF4-FFF2-40B4-BE49-F238E27FC236}">
                  <a16:creationId xmlns:a16="http://schemas.microsoft.com/office/drawing/2014/main" id="{4CDEF8AE-D6F6-5376-99B6-5D788DBD9223}"/>
                </a:ext>
              </a:extLst>
            </p:cNvPr>
            <p:cNvSpPr/>
            <p:nvPr/>
          </p:nvSpPr>
          <p:spPr>
            <a:xfrm rot="16200000">
              <a:off x="6509481" y="1494639"/>
              <a:ext cx="180000" cy="180000"/>
            </a:xfrm>
            <a:prstGeom prst="rect">
              <a:avLst/>
            </a:prstGeom>
            <a:grpFill/>
            <a:ln w="28575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4" name="矩形 163">
              <a:extLst>
                <a:ext uri="{FF2B5EF4-FFF2-40B4-BE49-F238E27FC236}">
                  <a16:creationId xmlns:a16="http://schemas.microsoft.com/office/drawing/2014/main" id="{4753EC70-56E2-441E-9E88-A382006A3C55}"/>
                </a:ext>
              </a:extLst>
            </p:cNvPr>
            <p:cNvSpPr/>
            <p:nvPr/>
          </p:nvSpPr>
          <p:spPr>
            <a:xfrm rot="16200000">
              <a:off x="6786681" y="1494639"/>
              <a:ext cx="180000" cy="180000"/>
            </a:xfrm>
            <a:prstGeom prst="rect">
              <a:avLst/>
            </a:prstGeom>
            <a:grpFill/>
            <a:ln w="28575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5" name="矩形 164">
              <a:extLst>
                <a:ext uri="{FF2B5EF4-FFF2-40B4-BE49-F238E27FC236}">
                  <a16:creationId xmlns:a16="http://schemas.microsoft.com/office/drawing/2014/main" id="{A722AD4E-354F-4184-DCCD-E336AE191C1B}"/>
                </a:ext>
              </a:extLst>
            </p:cNvPr>
            <p:cNvSpPr/>
            <p:nvPr/>
          </p:nvSpPr>
          <p:spPr>
            <a:xfrm rot="16200000">
              <a:off x="7076541" y="1494639"/>
              <a:ext cx="180000" cy="180000"/>
            </a:xfrm>
            <a:prstGeom prst="rect">
              <a:avLst/>
            </a:prstGeom>
            <a:grpFill/>
            <a:ln w="28575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6" name="矩形 165">
              <a:extLst>
                <a:ext uri="{FF2B5EF4-FFF2-40B4-BE49-F238E27FC236}">
                  <a16:creationId xmlns:a16="http://schemas.microsoft.com/office/drawing/2014/main" id="{7EFE3040-68A2-DA92-FF93-17ACF5679719}"/>
                </a:ext>
              </a:extLst>
            </p:cNvPr>
            <p:cNvSpPr/>
            <p:nvPr/>
          </p:nvSpPr>
          <p:spPr>
            <a:xfrm rot="16200000">
              <a:off x="7356903" y="1494639"/>
              <a:ext cx="180000" cy="180000"/>
            </a:xfrm>
            <a:prstGeom prst="rect">
              <a:avLst/>
            </a:prstGeom>
            <a:grpFill/>
            <a:ln w="28575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67" name="组合 166">
            <a:extLst>
              <a:ext uri="{FF2B5EF4-FFF2-40B4-BE49-F238E27FC236}">
                <a16:creationId xmlns:a16="http://schemas.microsoft.com/office/drawing/2014/main" id="{5221A196-639C-08E5-95BC-937CB6E1BD86}"/>
              </a:ext>
            </a:extLst>
          </p:cNvPr>
          <p:cNvGrpSpPr/>
          <p:nvPr/>
        </p:nvGrpSpPr>
        <p:grpSpPr>
          <a:xfrm>
            <a:off x="6194506" y="2200075"/>
            <a:ext cx="1304622" cy="180000"/>
            <a:chOff x="6232281" y="1494639"/>
            <a:chExt cx="1304622" cy="180000"/>
          </a:xfrm>
        </p:grpSpPr>
        <p:sp>
          <p:nvSpPr>
            <p:cNvPr id="168" name="矩形 167">
              <a:extLst>
                <a:ext uri="{FF2B5EF4-FFF2-40B4-BE49-F238E27FC236}">
                  <a16:creationId xmlns:a16="http://schemas.microsoft.com/office/drawing/2014/main" id="{2284EDBB-12E4-9585-6709-B211148A51BA}"/>
                </a:ext>
              </a:extLst>
            </p:cNvPr>
            <p:cNvSpPr/>
            <p:nvPr/>
          </p:nvSpPr>
          <p:spPr>
            <a:xfrm rot="16200000">
              <a:off x="6232281" y="1494639"/>
              <a:ext cx="180000" cy="180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9" name="矩形 168">
              <a:extLst>
                <a:ext uri="{FF2B5EF4-FFF2-40B4-BE49-F238E27FC236}">
                  <a16:creationId xmlns:a16="http://schemas.microsoft.com/office/drawing/2014/main" id="{F512B859-7316-4D0F-17C6-DBD474A87E14}"/>
                </a:ext>
              </a:extLst>
            </p:cNvPr>
            <p:cNvSpPr/>
            <p:nvPr/>
          </p:nvSpPr>
          <p:spPr>
            <a:xfrm rot="16200000">
              <a:off x="6509481" y="1494639"/>
              <a:ext cx="180000" cy="180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0" name="矩形 169">
              <a:extLst>
                <a:ext uri="{FF2B5EF4-FFF2-40B4-BE49-F238E27FC236}">
                  <a16:creationId xmlns:a16="http://schemas.microsoft.com/office/drawing/2014/main" id="{EF1AB070-EDBB-3E91-5D57-A25D39C86749}"/>
                </a:ext>
              </a:extLst>
            </p:cNvPr>
            <p:cNvSpPr/>
            <p:nvPr/>
          </p:nvSpPr>
          <p:spPr>
            <a:xfrm rot="16200000">
              <a:off x="6786681" y="1494639"/>
              <a:ext cx="180000" cy="180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1" name="矩形 170">
              <a:extLst>
                <a:ext uri="{FF2B5EF4-FFF2-40B4-BE49-F238E27FC236}">
                  <a16:creationId xmlns:a16="http://schemas.microsoft.com/office/drawing/2014/main" id="{0573A63F-A160-6413-E9D8-40F104F6A0D6}"/>
                </a:ext>
              </a:extLst>
            </p:cNvPr>
            <p:cNvSpPr/>
            <p:nvPr/>
          </p:nvSpPr>
          <p:spPr>
            <a:xfrm rot="16200000">
              <a:off x="7076541" y="1494639"/>
              <a:ext cx="180000" cy="180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2" name="矩形 171">
              <a:extLst>
                <a:ext uri="{FF2B5EF4-FFF2-40B4-BE49-F238E27FC236}">
                  <a16:creationId xmlns:a16="http://schemas.microsoft.com/office/drawing/2014/main" id="{F7281F7E-587A-0ABF-56B7-5850F0C2C3A8}"/>
                </a:ext>
              </a:extLst>
            </p:cNvPr>
            <p:cNvSpPr/>
            <p:nvPr/>
          </p:nvSpPr>
          <p:spPr>
            <a:xfrm rot="16200000">
              <a:off x="7356903" y="1494639"/>
              <a:ext cx="180000" cy="180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73" name="组合 172">
            <a:extLst>
              <a:ext uri="{FF2B5EF4-FFF2-40B4-BE49-F238E27FC236}">
                <a16:creationId xmlns:a16="http://schemas.microsoft.com/office/drawing/2014/main" id="{3129E119-5E91-7032-8C0F-DAD0C9EA2ECF}"/>
              </a:ext>
            </a:extLst>
          </p:cNvPr>
          <p:cNvGrpSpPr/>
          <p:nvPr/>
        </p:nvGrpSpPr>
        <p:grpSpPr>
          <a:xfrm>
            <a:off x="6214013" y="2699083"/>
            <a:ext cx="1304622" cy="180000"/>
            <a:chOff x="6232281" y="1494639"/>
            <a:chExt cx="1304622" cy="180000"/>
          </a:xfrm>
        </p:grpSpPr>
        <p:sp>
          <p:nvSpPr>
            <p:cNvPr id="174" name="矩形 173">
              <a:extLst>
                <a:ext uri="{FF2B5EF4-FFF2-40B4-BE49-F238E27FC236}">
                  <a16:creationId xmlns:a16="http://schemas.microsoft.com/office/drawing/2014/main" id="{2419E67D-9E6C-83BB-FCD6-418CA11BA4E3}"/>
                </a:ext>
              </a:extLst>
            </p:cNvPr>
            <p:cNvSpPr/>
            <p:nvPr/>
          </p:nvSpPr>
          <p:spPr>
            <a:xfrm rot="16200000">
              <a:off x="6232281" y="1494639"/>
              <a:ext cx="180000" cy="180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5" name="矩形 174">
              <a:extLst>
                <a:ext uri="{FF2B5EF4-FFF2-40B4-BE49-F238E27FC236}">
                  <a16:creationId xmlns:a16="http://schemas.microsoft.com/office/drawing/2014/main" id="{AA8B4199-1F1D-1531-ADD2-0FB90032AFE4}"/>
                </a:ext>
              </a:extLst>
            </p:cNvPr>
            <p:cNvSpPr/>
            <p:nvPr/>
          </p:nvSpPr>
          <p:spPr>
            <a:xfrm rot="16200000">
              <a:off x="6509481" y="1494639"/>
              <a:ext cx="180000" cy="180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6" name="矩形 175">
              <a:extLst>
                <a:ext uri="{FF2B5EF4-FFF2-40B4-BE49-F238E27FC236}">
                  <a16:creationId xmlns:a16="http://schemas.microsoft.com/office/drawing/2014/main" id="{0A495DFD-8808-3836-EF03-700EF3FBADAC}"/>
                </a:ext>
              </a:extLst>
            </p:cNvPr>
            <p:cNvSpPr/>
            <p:nvPr/>
          </p:nvSpPr>
          <p:spPr>
            <a:xfrm rot="16200000">
              <a:off x="6786681" y="1494639"/>
              <a:ext cx="180000" cy="180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7" name="矩形 176">
              <a:extLst>
                <a:ext uri="{FF2B5EF4-FFF2-40B4-BE49-F238E27FC236}">
                  <a16:creationId xmlns:a16="http://schemas.microsoft.com/office/drawing/2014/main" id="{BD8751AE-5EE9-69C2-0CF6-468A3DE3EC90}"/>
                </a:ext>
              </a:extLst>
            </p:cNvPr>
            <p:cNvSpPr/>
            <p:nvPr/>
          </p:nvSpPr>
          <p:spPr>
            <a:xfrm rot="16200000">
              <a:off x="7076541" y="1494639"/>
              <a:ext cx="180000" cy="180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8" name="矩形 177">
              <a:extLst>
                <a:ext uri="{FF2B5EF4-FFF2-40B4-BE49-F238E27FC236}">
                  <a16:creationId xmlns:a16="http://schemas.microsoft.com/office/drawing/2014/main" id="{9052536E-079D-75A4-B510-AC85B19C6B50}"/>
                </a:ext>
              </a:extLst>
            </p:cNvPr>
            <p:cNvSpPr/>
            <p:nvPr/>
          </p:nvSpPr>
          <p:spPr>
            <a:xfrm rot="16200000">
              <a:off x="7356903" y="1494639"/>
              <a:ext cx="180000" cy="180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82" name="acpd-panel">
            <a:extLst>
              <a:ext uri="{FF2B5EF4-FFF2-40B4-BE49-F238E27FC236}">
                <a16:creationId xmlns:a16="http://schemas.microsoft.com/office/drawing/2014/main" id="{2D716849-1F25-D2C5-4C88-2D5468E7083B}"/>
              </a:ext>
            </a:extLst>
          </p:cNvPr>
          <p:cNvSpPr>
            <a:spLocks noGrp="1"/>
          </p:cNvSpPr>
          <p:nvPr/>
        </p:nvSpPr>
        <p:spPr>
          <a:xfrm>
            <a:off x="2322483" y="4080381"/>
            <a:ext cx="1578697" cy="750028"/>
          </a:xfrm>
          <a:prstGeom prst="roundRect">
            <a:avLst>
              <a:gd name="adj" fmla="val 22044"/>
            </a:avLst>
          </a:prstGeom>
          <a:solidFill>
            <a:schemeClr val="bg1"/>
          </a:solidFill>
          <a:ln w="38100">
            <a:solidFill>
              <a:srgbClr val="FE5512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3" name="文本框 182">
            <a:extLst>
              <a:ext uri="{FF2B5EF4-FFF2-40B4-BE49-F238E27FC236}">
                <a16:creationId xmlns:a16="http://schemas.microsoft.com/office/drawing/2014/main" id="{69C1A30A-DC8D-DFB8-3E8B-5279E981B504}"/>
              </a:ext>
            </a:extLst>
          </p:cNvPr>
          <p:cNvSpPr txBox="1"/>
          <p:nvPr/>
        </p:nvSpPr>
        <p:spPr>
          <a:xfrm>
            <a:off x="2460117" y="4132229"/>
            <a:ext cx="1347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>
                <a:latin typeface="Arial" panose="020B0604020202020204" pitchFamily="34" charset="0"/>
                <a:cs typeface="Arial" panose="020B0604020202020204" pitchFamily="34" charset="0"/>
              </a:rPr>
              <a:t>Visual</a:t>
            </a:r>
          </a:p>
          <a:p>
            <a:pPr algn="ctr"/>
            <a:r>
              <a:rPr kumimoji="1" lang="en-US" altLang="zh-CN">
                <a:latin typeface="Arial" panose="020B0604020202020204" pitchFamily="34" charset="0"/>
                <a:cs typeface="Arial" panose="020B0604020202020204" pitchFamily="34" charset="0"/>
              </a:rPr>
              <a:t>Backbone</a:t>
            </a:r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4" name="acpd-panel">
            <a:extLst>
              <a:ext uri="{FF2B5EF4-FFF2-40B4-BE49-F238E27FC236}">
                <a16:creationId xmlns:a16="http://schemas.microsoft.com/office/drawing/2014/main" id="{F17EEF03-F1E1-AEE9-7B6B-67F9733656C0}"/>
              </a:ext>
            </a:extLst>
          </p:cNvPr>
          <p:cNvSpPr>
            <a:spLocks noGrp="1"/>
          </p:cNvSpPr>
          <p:nvPr/>
        </p:nvSpPr>
        <p:spPr>
          <a:xfrm>
            <a:off x="4392394" y="4080381"/>
            <a:ext cx="1265483" cy="2156279"/>
          </a:xfrm>
          <a:prstGeom prst="roundRect">
            <a:avLst>
              <a:gd name="adj" fmla="val 22044"/>
            </a:avLst>
          </a:prstGeom>
          <a:solidFill>
            <a:schemeClr val="bg1"/>
          </a:solidFill>
          <a:ln w="38100">
            <a:solidFill>
              <a:srgbClr val="FE5512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68032FBA-5AD7-CE98-F7A3-38C382D75861}"/>
              </a:ext>
            </a:extLst>
          </p:cNvPr>
          <p:cNvSpPr txBox="1"/>
          <p:nvPr/>
        </p:nvSpPr>
        <p:spPr>
          <a:xfrm>
            <a:off x="4358265" y="4836654"/>
            <a:ext cx="1347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>
                <a:latin typeface="Arial" panose="020B0604020202020204" pitchFamily="34" charset="0"/>
                <a:cs typeface="Arial" panose="020B0604020202020204" pitchFamily="34" charset="0"/>
              </a:rPr>
              <a:t>Policy</a:t>
            </a:r>
          </a:p>
          <a:p>
            <a:pPr algn="ctr"/>
            <a:r>
              <a:rPr kumimoji="1" lang="en-US" altLang="zh-CN">
                <a:latin typeface="Arial" panose="020B0604020202020204" pitchFamily="34" charset="0"/>
                <a:cs typeface="Arial" panose="020B0604020202020204" pitchFamily="34" charset="0"/>
              </a:rPr>
              <a:t>Backbone</a:t>
            </a:r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6" name="acpd-panel">
            <a:extLst>
              <a:ext uri="{FF2B5EF4-FFF2-40B4-BE49-F238E27FC236}">
                <a16:creationId xmlns:a16="http://schemas.microsoft.com/office/drawing/2014/main" id="{36191A82-1038-2EF8-A0D0-CC842A6A2764}"/>
              </a:ext>
            </a:extLst>
          </p:cNvPr>
          <p:cNvSpPr>
            <a:spLocks noGrp="1"/>
          </p:cNvSpPr>
          <p:nvPr/>
        </p:nvSpPr>
        <p:spPr>
          <a:xfrm>
            <a:off x="2339945" y="5486632"/>
            <a:ext cx="1561235" cy="750028"/>
          </a:xfrm>
          <a:prstGeom prst="roundRect">
            <a:avLst>
              <a:gd name="adj" fmla="val 22044"/>
            </a:avLst>
          </a:prstGeom>
          <a:solidFill>
            <a:schemeClr val="bg1"/>
          </a:solidFill>
          <a:ln w="38100">
            <a:solidFill>
              <a:srgbClr val="FE5512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87" name="图片 186">
            <a:extLst>
              <a:ext uri="{FF2B5EF4-FFF2-40B4-BE49-F238E27FC236}">
                <a16:creationId xmlns:a16="http://schemas.microsoft.com/office/drawing/2014/main" id="{22B88514-2928-27CA-8864-D865F8632D7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3324" y="4867754"/>
            <a:ext cx="634475" cy="634475"/>
          </a:xfrm>
          <a:prstGeom prst="rect">
            <a:avLst/>
          </a:prstGeom>
        </p:spPr>
      </p:pic>
      <p:cxnSp>
        <p:nvCxnSpPr>
          <p:cNvPr id="188" name="直线箭头连接符 187">
            <a:extLst>
              <a:ext uri="{FF2B5EF4-FFF2-40B4-BE49-F238E27FC236}">
                <a16:creationId xmlns:a16="http://schemas.microsoft.com/office/drawing/2014/main" id="{BF478718-30E3-AA4C-0736-38ECB5C15B7C}"/>
              </a:ext>
            </a:extLst>
          </p:cNvPr>
          <p:cNvCxnSpPr/>
          <p:nvPr/>
        </p:nvCxnSpPr>
        <p:spPr>
          <a:xfrm>
            <a:off x="1875707" y="4455394"/>
            <a:ext cx="44677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线箭头连接符 188">
            <a:extLst>
              <a:ext uri="{FF2B5EF4-FFF2-40B4-BE49-F238E27FC236}">
                <a16:creationId xmlns:a16="http://schemas.microsoft.com/office/drawing/2014/main" id="{9EE00ED0-A546-58E3-86FA-F60811FFF297}"/>
              </a:ext>
            </a:extLst>
          </p:cNvPr>
          <p:cNvCxnSpPr/>
          <p:nvPr/>
        </p:nvCxnSpPr>
        <p:spPr>
          <a:xfrm>
            <a:off x="1884126" y="5877293"/>
            <a:ext cx="44677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0" name="组合 189">
            <a:extLst>
              <a:ext uri="{FF2B5EF4-FFF2-40B4-BE49-F238E27FC236}">
                <a16:creationId xmlns:a16="http://schemas.microsoft.com/office/drawing/2014/main" id="{04DE7F9D-00B7-C7E0-93BC-7D27FDC72CC6}"/>
              </a:ext>
            </a:extLst>
          </p:cNvPr>
          <p:cNvGrpSpPr/>
          <p:nvPr/>
        </p:nvGrpSpPr>
        <p:grpSpPr>
          <a:xfrm>
            <a:off x="4027181" y="4175607"/>
            <a:ext cx="190577" cy="1950749"/>
            <a:chOff x="3986348" y="1066572"/>
            <a:chExt cx="190577" cy="1950749"/>
          </a:xfrm>
        </p:grpSpPr>
        <p:sp>
          <p:nvSpPr>
            <p:cNvPr id="191" name="矩形 190">
              <a:extLst>
                <a:ext uri="{FF2B5EF4-FFF2-40B4-BE49-F238E27FC236}">
                  <a16:creationId xmlns:a16="http://schemas.microsoft.com/office/drawing/2014/main" id="{D9ADD7EC-4F06-3B3D-FCEE-F067ED64033C}"/>
                </a:ext>
              </a:extLst>
            </p:cNvPr>
            <p:cNvSpPr/>
            <p:nvPr/>
          </p:nvSpPr>
          <p:spPr>
            <a:xfrm>
              <a:off x="3990773" y="1066572"/>
              <a:ext cx="180000" cy="180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FE551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2" name="矩形 191">
              <a:extLst>
                <a:ext uri="{FF2B5EF4-FFF2-40B4-BE49-F238E27FC236}">
                  <a16:creationId xmlns:a16="http://schemas.microsoft.com/office/drawing/2014/main" id="{3A70C228-389F-14D5-5A3C-02F6E339F3E2}"/>
                </a:ext>
              </a:extLst>
            </p:cNvPr>
            <p:cNvSpPr/>
            <p:nvPr/>
          </p:nvSpPr>
          <p:spPr>
            <a:xfrm>
              <a:off x="3990773" y="1343772"/>
              <a:ext cx="180000" cy="180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FE551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3" name="矩形 192">
              <a:extLst>
                <a:ext uri="{FF2B5EF4-FFF2-40B4-BE49-F238E27FC236}">
                  <a16:creationId xmlns:a16="http://schemas.microsoft.com/office/drawing/2014/main" id="{B97E00ED-D3B6-C94F-FA7B-57647AB3C3F7}"/>
                </a:ext>
              </a:extLst>
            </p:cNvPr>
            <p:cNvSpPr/>
            <p:nvPr/>
          </p:nvSpPr>
          <p:spPr>
            <a:xfrm>
              <a:off x="3990773" y="1620972"/>
              <a:ext cx="180000" cy="180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FE551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4" name="矩形 193">
              <a:extLst>
                <a:ext uri="{FF2B5EF4-FFF2-40B4-BE49-F238E27FC236}">
                  <a16:creationId xmlns:a16="http://schemas.microsoft.com/office/drawing/2014/main" id="{BFF8A4BF-884B-B460-23FB-E134C9AC1D0D}"/>
                </a:ext>
              </a:extLst>
            </p:cNvPr>
            <p:cNvSpPr/>
            <p:nvPr/>
          </p:nvSpPr>
          <p:spPr>
            <a:xfrm>
              <a:off x="3990773" y="2259750"/>
              <a:ext cx="180000" cy="180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5" name="矩形 194">
              <a:extLst>
                <a:ext uri="{FF2B5EF4-FFF2-40B4-BE49-F238E27FC236}">
                  <a16:creationId xmlns:a16="http://schemas.microsoft.com/office/drawing/2014/main" id="{DE83BCC8-4708-621A-C7AD-0B3CC9B88FC3}"/>
                </a:ext>
              </a:extLst>
            </p:cNvPr>
            <p:cNvSpPr/>
            <p:nvPr/>
          </p:nvSpPr>
          <p:spPr>
            <a:xfrm>
              <a:off x="3990773" y="2540112"/>
              <a:ext cx="180000" cy="180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6" name="矩形 195">
              <a:extLst>
                <a:ext uri="{FF2B5EF4-FFF2-40B4-BE49-F238E27FC236}">
                  <a16:creationId xmlns:a16="http://schemas.microsoft.com/office/drawing/2014/main" id="{638D0BFF-D774-2CE5-8786-351C67F7DBED}"/>
                </a:ext>
              </a:extLst>
            </p:cNvPr>
            <p:cNvSpPr/>
            <p:nvPr/>
          </p:nvSpPr>
          <p:spPr>
            <a:xfrm>
              <a:off x="3996925" y="2837321"/>
              <a:ext cx="180000" cy="180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197" name="图形 196">
              <a:extLst>
                <a:ext uri="{FF2B5EF4-FFF2-40B4-BE49-F238E27FC236}">
                  <a16:creationId xmlns:a16="http://schemas.microsoft.com/office/drawing/2014/main" id="{0F42D6A0-9D91-9774-C266-27C0B5C4DE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16200000">
              <a:off x="3829202" y="1927451"/>
              <a:ext cx="502868" cy="188576"/>
            </a:xfrm>
            <a:prstGeom prst="rect">
              <a:avLst/>
            </a:prstGeom>
          </p:spPr>
        </p:pic>
      </p:grpSp>
      <p:grpSp>
        <p:nvGrpSpPr>
          <p:cNvPr id="198" name="组合 197">
            <a:extLst>
              <a:ext uri="{FF2B5EF4-FFF2-40B4-BE49-F238E27FC236}">
                <a16:creationId xmlns:a16="http://schemas.microsoft.com/office/drawing/2014/main" id="{C12AB96E-3B5F-B1E8-7CC5-D90E4483979B}"/>
              </a:ext>
            </a:extLst>
          </p:cNvPr>
          <p:cNvGrpSpPr/>
          <p:nvPr/>
        </p:nvGrpSpPr>
        <p:grpSpPr>
          <a:xfrm>
            <a:off x="5795587" y="4160016"/>
            <a:ext cx="190440" cy="1950749"/>
            <a:chOff x="5754754" y="1050981"/>
            <a:chExt cx="190440" cy="1950749"/>
          </a:xfrm>
        </p:grpSpPr>
        <p:sp>
          <p:nvSpPr>
            <p:cNvPr id="199" name="矩形 198">
              <a:extLst>
                <a:ext uri="{FF2B5EF4-FFF2-40B4-BE49-F238E27FC236}">
                  <a16:creationId xmlns:a16="http://schemas.microsoft.com/office/drawing/2014/main" id="{EE70FE13-F4C7-5F12-60C4-25750662B31D}"/>
                </a:ext>
              </a:extLst>
            </p:cNvPr>
            <p:cNvSpPr/>
            <p:nvPr/>
          </p:nvSpPr>
          <p:spPr>
            <a:xfrm>
              <a:off x="5759042" y="1050981"/>
              <a:ext cx="180000" cy="18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0" name="矩形 199">
              <a:extLst>
                <a:ext uri="{FF2B5EF4-FFF2-40B4-BE49-F238E27FC236}">
                  <a16:creationId xmlns:a16="http://schemas.microsoft.com/office/drawing/2014/main" id="{6DB49F05-8011-BC67-5C4F-9174AFCAB1BC}"/>
                </a:ext>
              </a:extLst>
            </p:cNvPr>
            <p:cNvSpPr/>
            <p:nvPr/>
          </p:nvSpPr>
          <p:spPr>
            <a:xfrm>
              <a:off x="5759042" y="1328181"/>
              <a:ext cx="180000" cy="18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1" name="矩形 200">
              <a:extLst>
                <a:ext uri="{FF2B5EF4-FFF2-40B4-BE49-F238E27FC236}">
                  <a16:creationId xmlns:a16="http://schemas.microsoft.com/office/drawing/2014/main" id="{3CA502C8-BECC-DCD2-E444-98D744589CC2}"/>
                </a:ext>
              </a:extLst>
            </p:cNvPr>
            <p:cNvSpPr/>
            <p:nvPr/>
          </p:nvSpPr>
          <p:spPr>
            <a:xfrm>
              <a:off x="5759042" y="1605381"/>
              <a:ext cx="180000" cy="18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2" name="矩形 201">
              <a:extLst>
                <a:ext uri="{FF2B5EF4-FFF2-40B4-BE49-F238E27FC236}">
                  <a16:creationId xmlns:a16="http://schemas.microsoft.com/office/drawing/2014/main" id="{D6714BB5-F17E-1E87-6897-31DF0B58B2FA}"/>
                </a:ext>
              </a:extLst>
            </p:cNvPr>
            <p:cNvSpPr/>
            <p:nvPr/>
          </p:nvSpPr>
          <p:spPr>
            <a:xfrm>
              <a:off x="5759042" y="2244159"/>
              <a:ext cx="180000" cy="18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3" name="矩形 202">
              <a:extLst>
                <a:ext uri="{FF2B5EF4-FFF2-40B4-BE49-F238E27FC236}">
                  <a16:creationId xmlns:a16="http://schemas.microsoft.com/office/drawing/2014/main" id="{C6CE8E25-A369-2CF6-C591-A3EB6DC218B2}"/>
                </a:ext>
              </a:extLst>
            </p:cNvPr>
            <p:cNvSpPr/>
            <p:nvPr/>
          </p:nvSpPr>
          <p:spPr>
            <a:xfrm>
              <a:off x="5759042" y="2524521"/>
              <a:ext cx="180000" cy="18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4" name="矩形 203">
              <a:extLst>
                <a:ext uri="{FF2B5EF4-FFF2-40B4-BE49-F238E27FC236}">
                  <a16:creationId xmlns:a16="http://schemas.microsoft.com/office/drawing/2014/main" id="{2F2347B2-0E2B-845C-D44D-C1199D2A7D76}"/>
                </a:ext>
              </a:extLst>
            </p:cNvPr>
            <p:cNvSpPr/>
            <p:nvPr/>
          </p:nvSpPr>
          <p:spPr>
            <a:xfrm>
              <a:off x="5765194" y="2821730"/>
              <a:ext cx="180000" cy="18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205" name="图形 204">
              <a:extLst>
                <a:ext uri="{FF2B5EF4-FFF2-40B4-BE49-F238E27FC236}">
                  <a16:creationId xmlns:a16="http://schemas.microsoft.com/office/drawing/2014/main" id="{3D960A27-C1D8-CDD0-4D15-38E79916259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16200000">
              <a:off x="5597608" y="1923210"/>
              <a:ext cx="502868" cy="188576"/>
            </a:xfrm>
            <a:prstGeom prst="rect">
              <a:avLst/>
            </a:prstGeom>
          </p:spPr>
        </p:pic>
      </p:grpSp>
      <p:sp>
        <p:nvSpPr>
          <p:cNvPr id="206" name="acpd-panel">
            <a:extLst>
              <a:ext uri="{FF2B5EF4-FFF2-40B4-BE49-F238E27FC236}">
                <a16:creationId xmlns:a16="http://schemas.microsoft.com/office/drawing/2014/main" id="{71FBC85C-A525-ECC4-0A91-DAA559465082}"/>
              </a:ext>
            </a:extLst>
          </p:cNvPr>
          <p:cNvSpPr>
            <a:spLocks noGrp="1"/>
          </p:cNvSpPr>
          <p:nvPr/>
        </p:nvSpPr>
        <p:spPr>
          <a:xfrm>
            <a:off x="6099068" y="4080381"/>
            <a:ext cx="1643844" cy="2156279"/>
          </a:xfrm>
          <a:prstGeom prst="roundRect">
            <a:avLst>
              <a:gd name="adj" fmla="val 22044"/>
            </a:avLst>
          </a:prstGeom>
          <a:solidFill>
            <a:schemeClr val="bg1"/>
          </a:solidFill>
          <a:ln w="38100">
            <a:solidFill>
              <a:srgbClr val="FE5512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7" name="文本框 206">
            <a:extLst>
              <a:ext uri="{FF2B5EF4-FFF2-40B4-BE49-F238E27FC236}">
                <a16:creationId xmlns:a16="http://schemas.microsoft.com/office/drawing/2014/main" id="{BEBFFC72-F66A-C9EE-5F95-3A998E9339A0}"/>
              </a:ext>
            </a:extLst>
          </p:cNvPr>
          <p:cNvSpPr txBox="1"/>
          <p:nvPr/>
        </p:nvSpPr>
        <p:spPr>
          <a:xfrm>
            <a:off x="6090206" y="4138207"/>
            <a:ext cx="1643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>
                <a:latin typeface="Arial" panose="020B0604020202020204" pitchFamily="34" charset="0"/>
                <a:cs typeface="Arial" panose="020B0604020202020204" pitchFamily="34" charset="0"/>
              </a:rPr>
              <a:t>Action</a:t>
            </a:r>
            <a:r>
              <a:rPr kumimoji="1"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>
                <a:latin typeface="Arial" panose="020B0604020202020204" pitchFamily="34" charset="0"/>
                <a:cs typeface="Arial" panose="020B0604020202020204" pitchFamily="34" charset="0"/>
              </a:rPr>
              <a:t>Head</a:t>
            </a:r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8" name="组合 207">
            <a:extLst>
              <a:ext uri="{FF2B5EF4-FFF2-40B4-BE49-F238E27FC236}">
                <a16:creationId xmlns:a16="http://schemas.microsoft.com/office/drawing/2014/main" id="{011FD1D7-FA35-0D21-738A-875DEC6BD590}"/>
              </a:ext>
            </a:extLst>
          </p:cNvPr>
          <p:cNvGrpSpPr/>
          <p:nvPr/>
        </p:nvGrpSpPr>
        <p:grpSpPr>
          <a:xfrm>
            <a:off x="6244062" y="4598560"/>
            <a:ext cx="1304622" cy="180000"/>
            <a:chOff x="6232281" y="1494639"/>
            <a:chExt cx="1304622" cy="180000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09" name="矩形 208">
              <a:extLst>
                <a:ext uri="{FF2B5EF4-FFF2-40B4-BE49-F238E27FC236}">
                  <a16:creationId xmlns:a16="http://schemas.microsoft.com/office/drawing/2014/main" id="{5CC726B3-906A-3276-0913-11EF88626798}"/>
                </a:ext>
              </a:extLst>
            </p:cNvPr>
            <p:cNvSpPr/>
            <p:nvPr/>
          </p:nvSpPr>
          <p:spPr>
            <a:xfrm rot="16200000">
              <a:off x="6232281" y="1494639"/>
              <a:ext cx="180000" cy="180000"/>
            </a:xfrm>
            <a:prstGeom prst="rect">
              <a:avLst/>
            </a:pr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0" name="矩形 209">
              <a:extLst>
                <a:ext uri="{FF2B5EF4-FFF2-40B4-BE49-F238E27FC236}">
                  <a16:creationId xmlns:a16="http://schemas.microsoft.com/office/drawing/2014/main" id="{82877754-179E-C602-DAD4-0843512DB105}"/>
                </a:ext>
              </a:extLst>
            </p:cNvPr>
            <p:cNvSpPr/>
            <p:nvPr/>
          </p:nvSpPr>
          <p:spPr>
            <a:xfrm rot="16200000">
              <a:off x="6509481" y="1494639"/>
              <a:ext cx="180000" cy="180000"/>
            </a:xfrm>
            <a:prstGeom prst="rect">
              <a:avLst/>
            </a:pr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1" name="矩形 210">
              <a:extLst>
                <a:ext uri="{FF2B5EF4-FFF2-40B4-BE49-F238E27FC236}">
                  <a16:creationId xmlns:a16="http://schemas.microsoft.com/office/drawing/2014/main" id="{58CBEF53-C2FE-335F-9AFF-3C80D0E51804}"/>
                </a:ext>
              </a:extLst>
            </p:cNvPr>
            <p:cNvSpPr/>
            <p:nvPr/>
          </p:nvSpPr>
          <p:spPr>
            <a:xfrm rot="16200000">
              <a:off x="6786681" y="1494639"/>
              <a:ext cx="180000" cy="180000"/>
            </a:xfrm>
            <a:prstGeom prst="rect">
              <a:avLst/>
            </a:pr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2" name="矩形 211">
              <a:extLst>
                <a:ext uri="{FF2B5EF4-FFF2-40B4-BE49-F238E27FC236}">
                  <a16:creationId xmlns:a16="http://schemas.microsoft.com/office/drawing/2014/main" id="{C62867B0-66C0-9EC0-EB6C-1B37D823536B}"/>
                </a:ext>
              </a:extLst>
            </p:cNvPr>
            <p:cNvSpPr/>
            <p:nvPr/>
          </p:nvSpPr>
          <p:spPr>
            <a:xfrm rot="16200000">
              <a:off x="7076541" y="1494639"/>
              <a:ext cx="180000" cy="180000"/>
            </a:xfrm>
            <a:prstGeom prst="rect">
              <a:avLst/>
            </a:pr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3" name="矩形 212">
              <a:extLst>
                <a:ext uri="{FF2B5EF4-FFF2-40B4-BE49-F238E27FC236}">
                  <a16:creationId xmlns:a16="http://schemas.microsoft.com/office/drawing/2014/main" id="{2640CD4D-2AE3-8F6F-FAD7-4BB3E7BB9A87}"/>
                </a:ext>
              </a:extLst>
            </p:cNvPr>
            <p:cNvSpPr/>
            <p:nvPr/>
          </p:nvSpPr>
          <p:spPr>
            <a:xfrm rot="16200000">
              <a:off x="7356903" y="1494639"/>
              <a:ext cx="180000" cy="180000"/>
            </a:xfrm>
            <a:prstGeom prst="rect">
              <a:avLst/>
            </a:pr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214" name="图形 213">
            <a:extLst>
              <a:ext uri="{FF2B5EF4-FFF2-40B4-BE49-F238E27FC236}">
                <a16:creationId xmlns:a16="http://schemas.microsoft.com/office/drawing/2014/main" id="{B58FE8D8-F0D1-04FF-A5D2-C016C19028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0800000">
            <a:off x="6645319" y="5561769"/>
            <a:ext cx="502868" cy="188576"/>
          </a:xfrm>
          <a:prstGeom prst="rect">
            <a:avLst/>
          </a:prstGeom>
        </p:spPr>
      </p:pic>
      <p:grpSp>
        <p:nvGrpSpPr>
          <p:cNvPr id="215" name="组合 214">
            <a:extLst>
              <a:ext uri="{FF2B5EF4-FFF2-40B4-BE49-F238E27FC236}">
                <a16:creationId xmlns:a16="http://schemas.microsoft.com/office/drawing/2014/main" id="{9D1E0BB5-4C08-7CB1-200C-481360FE3602}"/>
              </a:ext>
            </a:extLst>
          </p:cNvPr>
          <p:cNvGrpSpPr/>
          <p:nvPr/>
        </p:nvGrpSpPr>
        <p:grpSpPr>
          <a:xfrm>
            <a:off x="6236151" y="4963865"/>
            <a:ext cx="1304622" cy="180000"/>
            <a:chOff x="6232281" y="1494639"/>
            <a:chExt cx="1304622" cy="180000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16" name="矩形 215">
              <a:extLst>
                <a:ext uri="{FF2B5EF4-FFF2-40B4-BE49-F238E27FC236}">
                  <a16:creationId xmlns:a16="http://schemas.microsoft.com/office/drawing/2014/main" id="{5FBA146F-C4CE-8995-5D6C-3A09861B3485}"/>
                </a:ext>
              </a:extLst>
            </p:cNvPr>
            <p:cNvSpPr/>
            <p:nvPr/>
          </p:nvSpPr>
          <p:spPr>
            <a:xfrm rot="16200000">
              <a:off x="6232281" y="1494639"/>
              <a:ext cx="180000" cy="180000"/>
            </a:xfrm>
            <a:prstGeom prst="rect">
              <a:avLst/>
            </a:prstGeom>
            <a:grpFill/>
            <a:ln w="28575">
              <a:solidFill>
                <a:srgbClr val="FE551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7" name="矩形 216">
              <a:extLst>
                <a:ext uri="{FF2B5EF4-FFF2-40B4-BE49-F238E27FC236}">
                  <a16:creationId xmlns:a16="http://schemas.microsoft.com/office/drawing/2014/main" id="{AD96BDAD-82A3-CD89-F697-53649615B554}"/>
                </a:ext>
              </a:extLst>
            </p:cNvPr>
            <p:cNvSpPr/>
            <p:nvPr/>
          </p:nvSpPr>
          <p:spPr>
            <a:xfrm rot="16200000">
              <a:off x="6509481" y="1494639"/>
              <a:ext cx="180000" cy="180000"/>
            </a:xfrm>
            <a:prstGeom prst="rect">
              <a:avLst/>
            </a:prstGeom>
            <a:grpFill/>
            <a:ln w="28575">
              <a:solidFill>
                <a:srgbClr val="FE551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8" name="矩形 217">
              <a:extLst>
                <a:ext uri="{FF2B5EF4-FFF2-40B4-BE49-F238E27FC236}">
                  <a16:creationId xmlns:a16="http://schemas.microsoft.com/office/drawing/2014/main" id="{EA80D3A3-BB5C-C0E6-EB52-5F995A16109A}"/>
                </a:ext>
              </a:extLst>
            </p:cNvPr>
            <p:cNvSpPr/>
            <p:nvPr/>
          </p:nvSpPr>
          <p:spPr>
            <a:xfrm rot="16200000">
              <a:off x="6786681" y="1494639"/>
              <a:ext cx="180000" cy="180000"/>
            </a:xfrm>
            <a:prstGeom prst="rect">
              <a:avLst/>
            </a:prstGeom>
            <a:grpFill/>
            <a:ln w="28575">
              <a:solidFill>
                <a:srgbClr val="FE551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9" name="矩形 218">
              <a:extLst>
                <a:ext uri="{FF2B5EF4-FFF2-40B4-BE49-F238E27FC236}">
                  <a16:creationId xmlns:a16="http://schemas.microsoft.com/office/drawing/2014/main" id="{F591D17F-A476-9DA3-CB7F-2ECA1DA44895}"/>
                </a:ext>
              </a:extLst>
            </p:cNvPr>
            <p:cNvSpPr/>
            <p:nvPr/>
          </p:nvSpPr>
          <p:spPr>
            <a:xfrm rot="16200000">
              <a:off x="7076541" y="1494639"/>
              <a:ext cx="180000" cy="180000"/>
            </a:xfrm>
            <a:prstGeom prst="rect">
              <a:avLst/>
            </a:prstGeom>
            <a:grpFill/>
            <a:ln w="28575">
              <a:solidFill>
                <a:srgbClr val="FE551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20" name="矩形 219">
              <a:extLst>
                <a:ext uri="{FF2B5EF4-FFF2-40B4-BE49-F238E27FC236}">
                  <a16:creationId xmlns:a16="http://schemas.microsoft.com/office/drawing/2014/main" id="{1264A1E0-4E42-906A-AE64-0FD0B078B37B}"/>
                </a:ext>
              </a:extLst>
            </p:cNvPr>
            <p:cNvSpPr/>
            <p:nvPr/>
          </p:nvSpPr>
          <p:spPr>
            <a:xfrm rot="16200000">
              <a:off x="7356903" y="1494639"/>
              <a:ext cx="180000" cy="180000"/>
            </a:xfrm>
            <a:prstGeom prst="rect">
              <a:avLst/>
            </a:prstGeom>
            <a:grpFill/>
            <a:ln w="28575">
              <a:solidFill>
                <a:srgbClr val="FE551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221" name="组合 220">
            <a:extLst>
              <a:ext uri="{FF2B5EF4-FFF2-40B4-BE49-F238E27FC236}">
                <a16:creationId xmlns:a16="http://schemas.microsoft.com/office/drawing/2014/main" id="{6729CCF2-0517-DC65-7A58-3A11EA1454A5}"/>
              </a:ext>
            </a:extLst>
          </p:cNvPr>
          <p:cNvGrpSpPr/>
          <p:nvPr/>
        </p:nvGrpSpPr>
        <p:grpSpPr>
          <a:xfrm>
            <a:off x="6235339" y="5309110"/>
            <a:ext cx="1304622" cy="180000"/>
            <a:chOff x="6232281" y="1494639"/>
            <a:chExt cx="1304622" cy="180000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22" name="矩形 221">
              <a:extLst>
                <a:ext uri="{FF2B5EF4-FFF2-40B4-BE49-F238E27FC236}">
                  <a16:creationId xmlns:a16="http://schemas.microsoft.com/office/drawing/2014/main" id="{8A5C1305-2065-06BC-F883-B6FF38A44F04}"/>
                </a:ext>
              </a:extLst>
            </p:cNvPr>
            <p:cNvSpPr/>
            <p:nvPr/>
          </p:nvSpPr>
          <p:spPr>
            <a:xfrm rot="16200000">
              <a:off x="6232281" y="1494639"/>
              <a:ext cx="180000" cy="180000"/>
            </a:xfrm>
            <a:prstGeom prst="rect">
              <a:avLst/>
            </a:pr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23" name="矩形 222">
              <a:extLst>
                <a:ext uri="{FF2B5EF4-FFF2-40B4-BE49-F238E27FC236}">
                  <a16:creationId xmlns:a16="http://schemas.microsoft.com/office/drawing/2014/main" id="{F4FB5B34-60DE-8D3B-FDCD-337245F08949}"/>
                </a:ext>
              </a:extLst>
            </p:cNvPr>
            <p:cNvSpPr/>
            <p:nvPr/>
          </p:nvSpPr>
          <p:spPr>
            <a:xfrm rot="16200000">
              <a:off x="6509481" y="1494639"/>
              <a:ext cx="180000" cy="180000"/>
            </a:xfrm>
            <a:prstGeom prst="rect">
              <a:avLst/>
            </a:pr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24" name="矩形 223">
              <a:extLst>
                <a:ext uri="{FF2B5EF4-FFF2-40B4-BE49-F238E27FC236}">
                  <a16:creationId xmlns:a16="http://schemas.microsoft.com/office/drawing/2014/main" id="{C2C51EF2-63DB-587E-9BEA-3CD61E6E4AC7}"/>
                </a:ext>
              </a:extLst>
            </p:cNvPr>
            <p:cNvSpPr/>
            <p:nvPr/>
          </p:nvSpPr>
          <p:spPr>
            <a:xfrm rot="16200000">
              <a:off x="6786681" y="1494639"/>
              <a:ext cx="180000" cy="180000"/>
            </a:xfrm>
            <a:prstGeom prst="rect">
              <a:avLst/>
            </a:pr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25" name="矩形 224">
              <a:extLst>
                <a:ext uri="{FF2B5EF4-FFF2-40B4-BE49-F238E27FC236}">
                  <a16:creationId xmlns:a16="http://schemas.microsoft.com/office/drawing/2014/main" id="{DB02556F-C2F0-3331-465B-7E637DBE8733}"/>
                </a:ext>
              </a:extLst>
            </p:cNvPr>
            <p:cNvSpPr/>
            <p:nvPr/>
          </p:nvSpPr>
          <p:spPr>
            <a:xfrm rot="16200000">
              <a:off x="7076541" y="1494639"/>
              <a:ext cx="180000" cy="180000"/>
            </a:xfrm>
            <a:prstGeom prst="rect">
              <a:avLst/>
            </a:pr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26" name="矩形 225">
              <a:extLst>
                <a:ext uri="{FF2B5EF4-FFF2-40B4-BE49-F238E27FC236}">
                  <a16:creationId xmlns:a16="http://schemas.microsoft.com/office/drawing/2014/main" id="{624B37E0-04E7-6043-1258-8281929EB361}"/>
                </a:ext>
              </a:extLst>
            </p:cNvPr>
            <p:cNvSpPr/>
            <p:nvPr/>
          </p:nvSpPr>
          <p:spPr>
            <a:xfrm rot="16200000">
              <a:off x="7356903" y="1494639"/>
              <a:ext cx="180000" cy="180000"/>
            </a:xfrm>
            <a:prstGeom prst="rect">
              <a:avLst/>
            </a:pr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227" name="组合 226">
            <a:extLst>
              <a:ext uri="{FF2B5EF4-FFF2-40B4-BE49-F238E27FC236}">
                <a16:creationId xmlns:a16="http://schemas.microsoft.com/office/drawing/2014/main" id="{5B9456F4-6F79-92F4-A6CC-0EB619428692}"/>
              </a:ext>
            </a:extLst>
          </p:cNvPr>
          <p:cNvGrpSpPr/>
          <p:nvPr/>
        </p:nvGrpSpPr>
        <p:grpSpPr>
          <a:xfrm>
            <a:off x="6254846" y="5808118"/>
            <a:ext cx="1304622" cy="180000"/>
            <a:chOff x="6232281" y="1494639"/>
            <a:chExt cx="1304622" cy="180000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28" name="矩形 227">
              <a:extLst>
                <a:ext uri="{FF2B5EF4-FFF2-40B4-BE49-F238E27FC236}">
                  <a16:creationId xmlns:a16="http://schemas.microsoft.com/office/drawing/2014/main" id="{423A1D32-9BD6-9365-EDF2-C48638408E87}"/>
                </a:ext>
              </a:extLst>
            </p:cNvPr>
            <p:cNvSpPr/>
            <p:nvPr/>
          </p:nvSpPr>
          <p:spPr>
            <a:xfrm rot="16200000">
              <a:off x="6232281" y="1494639"/>
              <a:ext cx="180000" cy="180000"/>
            </a:xfrm>
            <a:prstGeom prst="rect">
              <a:avLst/>
            </a:pr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29" name="矩形 228">
              <a:extLst>
                <a:ext uri="{FF2B5EF4-FFF2-40B4-BE49-F238E27FC236}">
                  <a16:creationId xmlns:a16="http://schemas.microsoft.com/office/drawing/2014/main" id="{79988BB9-C488-47CF-21B4-2226BCAD618D}"/>
                </a:ext>
              </a:extLst>
            </p:cNvPr>
            <p:cNvSpPr/>
            <p:nvPr/>
          </p:nvSpPr>
          <p:spPr>
            <a:xfrm rot="16200000">
              <a:off x="6509481" y="1494639"/>
              <a:ext cx="180000" cy="180000"/>
            </a:xfrm>
            <a:prstGeom prst="rect">
              <a:avLst/>
            </a:pr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0" name="矩形 229">
              <a:extLst>
                <a:ext uri="{FF2B5EF4-FFF2-40B4-BE49-F238E27FC236}">
                  <a16:creationId xmlns:a16="http://schemas.microsoft.com/office/drawing/2014/main" id="{202B7E4F-AFDE-16FB-361D-09FDFFF365A8}"/>
                </a:ext>
              </a:extLst>
            </p:cNvPr>
            <p:cNvSpPr/>
            <p:nvPr/>
          </p:nvSpPr>
          <p:spPr>
            <a:xfrm rot="16200000">
              <a:off x="6786681" y="1494639"/>
              <a:ext cx="180000" cy="180000"/>
            </a:xfrm>
            <a:prstGeom prst="rect">
              <a:avLst/>
            </a:pr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1" name="矩形 230">
              <a:extLst>
                <a:ext uri="{FF2B5EF4-FFF2-40B4-BE49-F238E27FC236}">
                  <a16:creationId xmlns:a16="http://schemas.microsoft.com/office/drawing/2014/main" id="{2E50F403-6A97-11B2-99E2-82DDAFF2F25A}"/>
                </a:ext>
              </a:extLst>
            </p:cNvPr>
            <p:cNvSpPr/>
            <p:nvPr/>
          </p:nvSpPr>
          <p:spPr>
            <a:xfrm rot="16200000">
              <a:off x="7076541" y="1494639"/>
              <a:ext cx="180000" cy="180000"/>
            </a:xfrm>
            <a:prstGeom prst="rect">
              <a:avLst/>
            </a:pr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2" name="矩形 231">
              <a:extLst>
                <a:ext uri="{FF2B5EF4-FFF2-40B4-BE49-F238E27FC236}">
                  <a16:creationId xmlns:a16="http://schemas.microsoft.com/office/drawing/2014/main" id="{8F61A8F9-FDC0-3340-D29F-C00B4E185880}"/>
                </a:ext>
              </a:extLst>
            </p:cNvPr>
            <p:cNvSpPr/>
            <p:nvPr/>
          </p:nvSpPr>
          <p:spPr>
            <a:xfrm rot="16200000">
              <a:off x="7356903" y="1494639"/>
              <a:ext cx="180000" cy="180000"/>
            </a:xfrm>
            <a:prstGeom prst="rect">
              <a:avLst/>
            </a:pr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33" name="文本框 232">
            <a:extLst>
              <a:ext uri="{FF2B5EF4-FFF2-40B4-BE49-F238E27FC236}">
                <a16:creationId xmlns:a16="http://schemas.microsoft.com/office/drawing/2014/main" id="{01F8BB33-3EAC-C784-843A-545D55607111}"/>
              </a:ext>
            </a:extLst>
          </p:cNvPr>
          <p:cNvSpPr txBox="1"/>
          <p:nvPr/>
        </p:nvSpPr>
        <p:spPr>
          <a:xfrm>
            <a:off x="2172345" y="5538480"/>
            <a:ext cx="18779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>
                <a:latin typeface="Arial" panose="020B0604020202020204" pitchFamily="34" charset="0"/>
                <a:cs typeface="Arial" panose="020B0604020202020204" pitchFamily="34" charset="0"/>
              </a:rPr>
              <a:t>Language/</a:t>
            </a:r>
          </a:p>
          <a:p>
            <a:pPr algn="ctr"/>
            <a:r>
              <a:rPr kumimoji="1" lang="en-US" altLang="zh-CN">
                <a:latin typeface="Arial" panose="020B0604020202020204" pitchFamily="34" charset="0"/>
                <a:cs typeface="Arial" panose="020B0604020202020204" pitchFamily="34" charset="0"/>
              </a:rPr>
              <a:t>State</a:t>
            </a:r>
            <a:r>
              <a:rPr kumimoji="1"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>
                <a:latin typeface="Arial" panose="020B0604020202020204" pitchFamily="34" charset="0"/>
                <a:cs typeface="Arial" panose="020B0604020202020204" pitchFamily="34" charset="0"/>
              </a:rPr>
              <a:t>Encoder</a:t>
            </a:r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4" name="acpd-panel">
            <a:extLst>
              <a:ext uri="{FF2B5EF4-FFF2-40B4-BE49-F238E27FC236}">
                <a16:creationId xmlns:a16="http://schemas.microsoft.com/office/drawing/2014/main" id="{E2401913-9D3F-C290-2D0C-EA49627D0E01}"/>
              </a:ext>
            </a:extLst>
          </p:cNvPr>
          <p:cNvSpPr>
            <a:spLocks noGrp="1"/>
          </p:cNvSpPr>
          <p:nvPr/>
        </p:nvSpPr>
        <p:spPr>
          <a:xfrm>
            <a:off x="134226" y="6430338"/>
            <a:ext cx="14127679" cy="2110422"/>
          </a:xfrm>
          <a:prstGeom prst="roundRect">
            <a:avLst>
              <a:gd name="adj" fmla="val 1813"/>
            </a:avLst>
          </a:prstGeom>
          <a:noFill/>
          <a:ln w="28575">
            <a:solidFill>
              <a:srgbClr val="3F059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35" name="矩形 234">
            <a:extLst>
              <a:ext uri="{FF2B5EF4-FFF2-40B4-BE49-F238E27FC236}">
                <a16:creationId xmlns:a16="http://schemas.microsoft.com/office/drawing/2014/main" id="{9A6CE979-51D1-EB40-992F-5C21CA489376}"/>
              </a:ext>
            </a:extLst>
          </p:cNvPr>
          <p:cNvSpPr/>
          <p:nvPr/>
        </p:nvSpPr>
        <p:spPr>
          <a:xfrm>
            <a:off x="8156568" y="5877292"/>
            <a:ext cx="6080713" cy="11598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38" name="直线连接符 237">
            <a:extLst>
              <a:ext uri="{FF2B5EF4-FFF2-40B4-BE49-F238E27FC236}">
                <a16:creationId xmlns:a16="http://schemas.microsoft.com/office/drawing/2014/main" id="{AFBAF905-A842-7593-7FC5-F9FC007C9B17}"/>
              </a:ext>
            </a:extLst>
          </p:cNvPr>
          <p:cNvCxnSpPr>
            <a:cxnSpLocks/>
          </p:cNvCxnSpPr>
          <p:nvPr/>
        </p:nvCxnSpPr>
        <p:spPr>
          <a:xfrm>
            <a:off x="8161284" y="5845627"/>
            <a:ext cx="1" cy="579923"/>
          </a:xfrm>
          <a:prstGeom prst="line">
            <a:avLst/>
          </a:prstGeom>
          <a:ln w="28575">
            <a:solidFill>
              <a:srgbClr val="39009E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acpd-panel">
            <a:extLst>
              <a:ext uri="{FF2B5EF4-FFF2-40B4-BE49-F238E27FC236}">
                <a16:creationId xmlns:a16="http://schemas.microsoft.com/office/drawing/2014/main" id="{989E1EAA-6051-48D1-9779-82F4AD764BCB}"/>
              </a:ext>
            </a:extLst>
          </p:cNvPr>
          <p:cNvSpPr>
            <a:spLocks noGrp="1"/>
          </p:cNvSpPr>
          <p:nvPr/>
        </p:nvSpPr>
        <p:spPr>
          <a:xfrm>
            <a:off x="8441312" y="5179694"/>
            <a:ext cx="2629454" cy="1155199"/>
          </a:xfrm>
          <a:prstGeom prst="roundRect">
            <a:avLst>
              <a:gd name="adj" fmla="val 22044"/>
            </a:avLst>
          </a:prstGeom>
          <a:solidFill>
            <a:schemeClr val="bg1"/>
          </a:solidFill>
          <a:ln w="38100">
            <a:solidFill>
              <a:srgbClr val="FE5512">
                <a:alpha val="39642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240" name="组合 239">
            <a:extLst>
              <a:ext uri="{FF2B5EF4-FFF2-40B4-BE49-F238E27FC236}">
                <a16:creationId xmlns:a16="http://schemas.microsoft.com/office/drawing/2014/main" id="{6A132A83-29D2-5DA5-6C62-E6F8FD8FC057}"/>
              </a:ext>
            </a:extLst>
          </p:cNvPr>
          <p:cNvGrpSpPr>
            <a:grpSpLocks noChangeAspect="1"/>
          </p:cNvGrpSpPr>
          <p:nvPr/>
        </p:nvGrpSpPr>
        <p:grpSpPr>
          <a:xfrm>
            <a:off x="8703739" y="5904988"/>
            <a:ext cx="2072283" cy="285915"/>
            <a:chOff x="6232281" y="1494639"/>
            <a:chExt cx="1304622" cy="180000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41" name="矩形 240">
              <a:extLst>
                <a:ext uri="{FF2B5EF4-FFF2-40B4-BE49-F238E27FC236}">
                  <a16:creationId xmlns:a16="http://schemas.microsoft.com/office/drawing/2014/main" id="{A60A4B68-4583-7B8B-F7FE-82FD11CB1C17}"/>
                </a:ext>
              </a:extLst>
            </p:cNvPr>
            <p:cNvSpPr/>
            <p:nvPr/>
          </p:nvSpPr>
          <p:spPr>
            <a:xfrm rot="16200000">
              <a:off x="6232281" y="1494639"/>
              <a:ext cx="180000" cy="180000"/>
            </a:xfrm>
            <a:prstGeom prst="rect">
              <a:avLst/>
            </a:prstGeom>
            <a:grpFill/>
            <a:ln w="28575">
              <a:solidFill>
                <a:srgbClr val="FE551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42" name="矩形 241">
              <a:extLst>
                <a:ext uri="{FF2B5EF4-FFF2-40B4-BE49-F238E27FC236}">
                  <a16:creationId xmlns:a16="http://schemas.microsoft.com/office/drawing/2014/main" id="{02E41B27-9C40-E962-4737-9BB973B97EBF}"/>
                </a:ext>
              </a:extLst>
            </p:cNvPr>
            <p:cNvSpPr/>
            <p:nvPr/>
          </p:nvSpPr>
          <p:spPr>
            <a:xfrm rot="16200000">
              <a:off x="6509481" y="1494639"/>
              <a:ext cx="180000" cy="180000"/>
            </a:xfrm>
            <a:prstGeom prst="rect">
              <a:avLst/>
            </a:prstGeom>
            <a:grpFill/>
            <a:ln w="28575">
              <a:solidFill>
                <a:srgbClr val="FE551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43" name="矩形 242">
              <a:extLst>
                <a:ext uri="{FF2B5EF4-FFF2-40B4-BE49-F238E27FC236}">
                  <a16:creationId xmlns:a16="http://schemas.microsoft.com/office/drawing/2014/main" id="{5859A910-6E34-247C-C505-183D5DB64325}"/>
                </a:ext>
              </a:extLst>
            </p:cNvPr>
            <p:cNvSpPr/>
            <p:nvPr/>
          </p:nvSpPr>
          <p:spPr>
            <a:xfrm rot="16200000">
              <a:off x="6786681" y="1494639"/>
              <a:ext cx="180000" cy="180000"/>
            </a:xfrm>
            <a:prstGeom prst="rect">
              <a:avLst/>
            </a:prstGeom>
            <a:grpFill/>
            <a:ln w="28575">
              <a:solidFill>
                <a:srgbClr val="FE551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44" name="矩形 243">
              <a:extLst>
                <a:ext uri="{FF2B5EF4-FFF2-40B4-BE49-F238E27FC236}">
                  <a16:creationId xmlns:a16="http://schemas.microsoft.com/office/drawing/2014/main" id="{0BC78F4D-515D-1DDB-8BBB-3D5CB81BC38C}"/>
                </a:ext>
              </a:extLst>
            </p:cNvPr>
            <p:cNvSpPr/>
            <p:nvPr/>
          </p:nvSpPr>
          <p:spPr>
            <a:xfrm rot="16200000">
              <a:off x="7076541" y="1494639"/>
              <a:ext cx="180000" cy="180000"/>
            </a:xfrm>
            <a:prstGeom prst="rect">
              <a:avLst/>
            </a:prstGeom>
            <a:grpFill/>
            <a:ln w="28575">
              <a:solidFill>
                <a:srgbClr val="FE551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45" name="矩形 244">
              <a:extLst>
                <a:ext uri="{FF2B5EF4-FFF2-40B4-BE49-F238E27FC236}">
                  <a16:creationId xmlns:a16="http://schemas.microsoft.com/office/drawing/2014/main" id="{EBD96D45-0155-9C4B-D735-06958C8461A9}"/>
                </a:ext>
              </a:extLst>
            </p:cNvPr>
            <p:cNvSpPr/>
            <p:nvPr/>
          </p:nvSpPr>
          <p:spPr>
            <a:xfrm rot="16200000">
              <a:off x="7356903" y="1494639"/>
              <a:ext cx="180000" cy="180000"/>
            </a:xfrm>
            <a:prstGeom prst="rect">
              <a:avLst/>
            </a:prstGeom>
            <a:grpFill/>
            <a:ln w="28575">
              <a:solidFill>
                <a:srgbClr val="FE551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46" name="文本框 245">
            <a:extLst>
              <a:ext uri="{FF2B5EF4-FFF2-40B4-BE49-F238E27FC236}">
                <a16:creationId xmlns:a16="http://schemas.microsoft.com/office/drawing/2014/main" id="{33A69B76-71EB-F6E0-5AD5-B08DA795CD1E}"/>
              </a:ext>
            </a:extLst>
          </p:cNvPr>
          <p:cNvSpPr txBox="1"/>
          <p:nvPr/>
        </p:nvSpPr>
        <p:spPr>
          <a:xfrm>
            <a:off x="8503811" y="5258657"/>
            <a:ext cx="2457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>
                <a:latin typeface="Arial" panose="020B0604020202020204" pitchFamily="34" charset="0"/>
                <a:cs typeface="Arial" panose="020B0604020202020204" pitchFamily="34" charset="0"/>
              </a:rPr>
              <a:t>Student</a:t>
            </a:r>
            <a:r>
              <a:rPr kumimoji="1"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>
                <a:latin typeface="Arial" panose="020B0604020202020204" pitchFamily="34" charset="0"/>
                <a:cs typeface="Arial" panose="020B0604020202020204" pitchFamily="34" charset="0"/>
              </a:rPr>
              <a:t>Hidden</a:t>
            </a:r>
            <a:r>
              <a:rPr kumimoji="1"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>
                <a:latin typeface="Arial" panose="020B0604020202020204" pitchFamily="34" charset="0"/>
                <a:cs typeface="Arial" panose="020B0604020202020204" pitchFamily="34" charset="0"/>
              </a:rPr>
              <a:t>State</a:t>
            </a:r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7" name="acpd-panel">
            <a:extLst>
              <a:ext uri="{FF2B5EF4-FFF2-40B4-BE49-F238E27FC236}">
                <a16:creationId xmlns:a16="http://schemas.microsoft.com/office/drawing/2014/main" id="{9B94B59E-D231-5490-9C0E-ABDEF5E0BB1A}"/>
              </a:ext>
            </a:extLst>
          </p:cNvPr>
          <p:cNvSpPr>
            <a:spLocks noGrp="1"/>
          </p:cNvSpPr>
          <p:nvPr/>
        </p:nvSpPr>
        <p:spPr>
          <a:xfrm>
            <a:off x="8409685" y="875742"/>
            <a:ext cx="5681871" cy="2143862"/>
          </a:xfrm>
          <a:prstGeom prst="roundRect">
            <a:avLst>
              <a:gd name="adj" fmla="val 7816"/>
            </a:avLst>
          </a:prstGeom>
          <a:solidFill>
            <a:srgbClr val="7030A0">
              <a:alpha val="18497"/>
            </a:srgbClr>
          </a:solidFill>
          <a:ln w="38100">
            <a:solidFill>
              <a:srgbClr val="39009E">
                <a:alpha val="40458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48" name="文本框 247">
            <a:extLst>
              <a:ext uri="{FF2B5EF4-FFF2-40B4-BE49-F238E27FC236}">
                <a16:creationId xmlns:a16="http://schemas.microsoft.com/office/drawing/2014/main" id="{BE951CF1-70CA-CDC4-4E1E-B621818793FB}"/>
              </a:ext>
            </a:extLst>
          </p:cNvPr>
          <p:cNvSpPr txBox="1"/>
          <p:nvPr/>
        </p:nvSpPr>
        <p:spPr>
          <a:xfrm>
            <a:off x="11646572" y="1570098"/>
            <a:ext cx="32923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Privileged</a:t>
            </a:r>
            <a:r>
              <a:rPr kumimoji="1" lang="zh-CN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1" lang="en-US" altLang="zh-CN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kumimoji="1"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Information</a:t>
            </a:r>
            <a:endParaRPr kumimoji="1" lang="zh-CN" alt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9" name="直线连接符 248">
            <a:extLst>
              <a:ext uri="{FF2B5EF4-FFF2-40B4-BE49-F238E27FC236}">
                <a16:creationId xmlns:a16="http://schemas.microsoft.com/office/drawing/2014/main" id="{DEDDCE25-E5BF-2BAE-4DE8-798E362F6CD9}"/>
              </a:ext>
            </a:extLst>
          </p:cNvPr>
          <p:cNvCxnSpPr>
            <a:cxnSpLocks/>
          </p:cNvCxnSpPr>
          <p:nvPr/>
        </p:nvCxnSpPr>
        <p:spPr>
          <a:xfrm>
            <a:off x="14273254" y="6236660"/>
            <a:ext cx="0" cy="220554"/>
          </a:xfrm>
          <a:prstGeom prst="line">
            <a:avLst/>
          </a:prstGeom>
          <a:ln w="28575">
            <a:solidFill>
              <a:srgbClr val="39009E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acpd-panel">
            <a:extLst>
              <a:ext uri="{FF2B5EF4-FFF2-40B4-BE49-F238E27FC236}">
                <a16:creationId xmlns:a16="http://schemas.microsoft.com/office/drawing/2014/main" id="{3B123CF9-F38B-AE8A-510F-0CAEB391EF1A}"/>
              </a:ext>
            </a:extLst>
          </p:cNvPr>
          <p:cNvSpPr>
            <a:spLocks noGrp="1"/>
          </p:cNvSpPr>
          <p:nvPr/>
        </p:nvSpPr>
        <p:spPr>
          <a:xfrm>
            <a:off x="8530595" y="1034027"/>
            <a:ext cx="3963329" cy="873750"/>
          </a:xfrm>
          <a:prstGeom prst="roundRect">
            <a:avLst>
              <a:gd name="adj" fmla="val 22044"/>
            </a:avLst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  <a:alpha val="30181"/>
              </a:schemeClr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270" name="组合 269">
            <a:extLst>
              <a:ext uri="{FF2B5EF4-FFF2-40B4-BE49-F238E27FC236}">
                <a16:creationId xmlns:a16="http://schemas.microsoft.com/office/drawing/2014/main" id="{C4504AD0-7038-6247-81B3-A5151F117E37}"/>
              </a:ext>
            </a:extLst>
          </p:cNvPr>
          <p:cNvGrpSpPr>
            <a:grpSpLocks noChangeAspect="1"/>
          </p:cNvGrpSpPr>
          <p:nvPr/>
        </p:nvGrpSpPr>
        <p:grpSpPr>
          <a:xfrm>
            <a:off x="9455957" y="1509884"/>
            <a:ext cx="2210434" cy="318003"/>
            <a:chOff x="8903964" y="2094125"/>
            <a:chExt cx="1298896" cy="186865"/>
          </a:xfrm>
        </p:grpSpPr>
        <p:sp>
          <p:nvSpPr>
            <p:cNvPr id="257" name="矩形 256">
              <a:extLst>
                <a:ext uri="{FF2B5EF4-FFF2-40B4-BE49-F238E27FC236}">
                  <a16:creationId xmlns:a16="http://schemas.microsoft.com/office/drawing/2014/main" id="{67910A6C-E91E-4EE4-E040-9EBC01148D33}"/>
                </a:ext>
              </a:extLst>
            </p:cNvPr>
            <p:cNvSpPr/>
            <p:nvPr/>
          </p:nvSpPr>
          <p:spPr>
            <a:xfrm>
              <a:off x="8903964" y="2094125"/>
              <a:ext cx="180000" cy="1800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rgbClr val="1856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8" name="矩形 257">
              <a:extLst>
                <a:ext uri="{FF2B5EF4-FFF2-40B4-BE49-F238E27FC236}">
                  <a16:creationId xmlns:a16="http://schemas.microsoft.com/office/drawing/2014/main" id="{6FC551D2-DF5C-FB8E-C46A-2242A3F0DEBC}"/>
                </a:ext>
              </a:extLst>
            </p:cNvPr>
            <p:cNvSpPr/>
            <p:nvPr/>
          </p:nvSpPr>
          <p:spPr>
            <a:xfrm>
              <a:off x="9162876" y="2094125"/>
              <a:ext cx="180000" cy="1800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rgbClr val="1856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9" name="矩形 258">
              <a:extLst>
                <a:ext uri="{FF2B5EF4-FFF2-40B4-BE49-F238E27FC236}">
                  <a16:creationId xmlns:a16="http://schemas.microsoft.com/office/drawing/2014/main" id="{DBACDC15-33B4-2D9E-2540-3F69E0D57A80}"/>
                </a:ext>
              </a:extLst>
            </p:cNvPr>
            <p:cNvSpPr/>
            <p:nvPr/>
          </p:nvSpPr>
          <p:spPr>
            <a:xfrm>
              <a:off x="9451125" y="2098524"/>
              <a:ext cx="180000" cy="1800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rgbClr val="1856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0" name="矩形 259">
              <a:extLst>
                <a:ext uri="{FF2B5EF4-FFF2-40B4-BE49-F238E27FC236}">
                  <a16:creationId xmlns:a16="http://schemas.microsoft.com/office/drawing/2014/main" id="{A14EB592-4CB5-BA0D-E1F5-ADCDFC6D126A}"/>
                </a:ext>
              </a:extLst>
            </p:cNvPr>
            <p:cNvSpPr/>
            <p:nvPr/>
          </p:nvSpPr>
          <p:spPr>
            <a:xfrm>
              <a:off x="9739374" y="2100990"/>
              <a:ext cx="180000" cy="1800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rgbClr val="1856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1" name="矩形 260">
              <a:extLst>
                <a:ext uri="{FF2B5EF4-FFF2-40B4-BE49-F238E27FC236}">
                  <a16:creationId xmlns:a16="http://schemas.microsoft.com/office/drawing/2014/main" id="{D38C5040-C88C-1BF4-BD5B-E9C8D34322B1}"/>
                </a:ext>
              </a:extLst>
            </p:cNvPr>
            <p:cNvSpPr/>
            <p:nvPr/>
          </p:nvSpPr>
          <p:spPr>
            <a:xfrm>
              <a:off x="10022860" y="2097581"/>
              <a:ext cx="180000" cy="1800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rgbClr val="1856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72" name="acpd-panel">
            <a:extLst>
              <a:ext uri="{FF2B5EF4-FFF2-40B4-BE49-F238E27FC236}">
                <a16:creationId xmlns:a16="http://schemas.microsoft.com/office/drawing/2014/main" id="{DE967578-97BB-E19C-6F2B-10CF47045857}"/>
              </a:ext>
            </a:extLst>
          </p:cNvPr>
          <p:cNvSpPr>
            <a:spLocks noGrp="1"/>
          </p:cNvSpPr>
          <p:nvPr/>
        </p:nvSpPr>
        <p:spPr>
          <a:xfrm>
            <a:off x="8562869" y="2036161"/>
            <a:ext cx="3931053" cy="873750"/>
          </a:xfrm>
          <a:prstGeom prst="roundRect">
            <a:avLst>
              <a:gd name="adj" fmla="val 22044"/>
            </a:avLst>
          </a:prstGeom>
          <a:solidFill>
            <a:schemeClr val="bg1"/>
          </a:solidFill>
          <a:ln w="38100">
            <a:solidFill>
              <a:schemeClr val="tx2">
                <a:lumMod val="75000"/>
                <a:lumOff val="25000"/>
                <a:alpha val="30181"/>
              </a:schemeClr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263" name="组合 262">
            <a:extLst>
              <a:ext uri="{FF2B5EF4-FFF2-40B4-BE49-F238E27FC236}">
                <a16:creationId xmlns:a16="http://schemas.microsoft.com/office/drawing/2014/main" id="{4948941F-6AF2-A39C-D6C9-B78015032C98}"/>
              </a:ext>
            </a:extLst>
          </p:cNvPr>
          <p:cNvGrpSpPr>
            <a:grpSpLocks noChangeAspect="1"/>
          </p:cNvGrpSpPr>
          <p:nvPr/>
        </p:nvGrpSpPr>
        <p:grpSpPr>
          <a:xfrm>
            <a:off x="9505149" y="2550103"/>
            <a:ext cx="2125745" cy="293291"/>
            <a:chOff x="6232281" y="1494639"/>
            <a:chExt cx="1304622" cy="180000"/>
          </a:xfrm>
          <a:solidFill>
            <a:schemeClr val="tx2">
              <a:lumMod val="25000"/>
              <a:lumOff val="75000"/>
            </a:schemeClr>
          </a:solidFill>
        </p:grpSpPr>
        <p:sp>
          <p:nvSpPr>
            <p:cNvPr id="264" name="矩形 263">
              <a:extLst>
                <a:ext uri="{FF2B5EF4-FFF2-40B4-BE49-F238E27FC236}">
                  <a16:creationId xmlns:a16="http://schemas.microsoft.com/office/drawing/2014/main" id="{BD6B7E0E-814A-FE0D-7616-42F3359A6AED}"/>
                </a:ext>
              </a:extLst>
            </p:cNvPr>
            <p:cNvSpPr/>
            <p:nvPr/>
          </p:nvSpPr>
          <p:spPr>
            <a:xfrm rot="16200000">
              <a:off x="6232281" y="1494639"/>
              <a:ext cx="180000" cy="180000"/>
            </a:xfrm>
            <a:prstGeom prst="rect">
              <a:avLst/>
            </a:prstGeom>
            <a:grpFill/>
            <a:ln w="28575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5" name="矩形 264">
              <a:extLst>
                <a:ext uri="{FF2B5EF4-FFF2-40B4-BE49-F238E27FC236}">
                  <a16:creationId xmlns:a16="http://schemas.microsoft.com/office/drawing/2014/main" id="{AE2C162B-FB61-5FA3-1350-6B65168759CA}"/>
                </a:ext>
              </a:extLst>
            </p:cNvPr>
            <p:cNvSpPr/>
            <p:nvPr/>
          </p:nvSpPr>
          <p:spPr>
            <a:xfrm rot="16200000">
              <a:off x="6509481" y="1494639"/>
              <a:ext cx="180000" cy="180000"/>
            </a:xfrm>
            <a:prstGeom prst="rect">
              <a:avLst/>
            </a:prstGeom>
            <a:grpFill/>
            <a:ln w="28575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6" name="矩形 265">
              <a:extLst>
                <a:ext uri="{FF2B5EF4-FFF2-40B4-BE49-F238E27FC236}">
                  <a16:creationId xmlns:a16="http://schemas.microsoft.com/office/drawing/2014/main" id="{A36E3387-18E5-3A58-4695-701C144E111F}"/>
                </a:ext>
              </a:extLst>
            </p:cNvPr>
            <p:cNvSpPr/>
            <p:nvPr/>
          </p:nvSpPr>
          <p:spPr>
            <a:xfrm rot="16200000">
              <a:off x="6786681" y="1494639"/>
              <a:ext cx="180000" cy="180000"/>
            </a:xfrm>
            <a:prstGeom prst="rect">
              <a:avLst/>
            </a:prstGeom>
            <a:grpFill/>
            <a:ln w="28575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7" name="矩形 266">
              <a:extLst>
                <a:ext uri="{FF2B5EF4-FFF2-40B4-BE49-F238E27FC236}">
                  <a16:creationId xmlns:a16="http://schemas.microsoft.com/office/drawing/2014/main" id="{AC93B3CF-48F2-D4B0-CE05-D0AA5B0DC7EC}"/>
                </a:ext>
              </a:extLst>
            </p:cNvPr>
            <p:cNvSpPr/>
            <p:nvPr/>
          </p:nvSpPr>
          <p:spPr>
            <a:xfrm rot="16200000">
              <a:off x="7076541" y="1494639"/>
              <a:ext cx="180000" cy="180000"/>
            </a:xfrm>
            <a:prstGeom prst="rect">
              <a:avLst/>
            </a:prstGeom>
            <a:grpFill/>
            <a:ln w="28575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8" name="矩形 267">
              <a:extLst>
                <a:ext uri="{FF2B5EF4-FFF2-40B4-BE49-F238E27FC236}">
                  <a16:creationId xmlns:a16="http://schemas.microsoft.com/office/drawing/2014/main" id="{2F150CBE-4EC0-FC1F-81CC-9EF1C52230A2}"/>
                </a:ext>
              </a:extLst>
            </p:cNvPr>
            <p:cNvSpPr/>
            <p:nvPr/>
          </p:nvSpPr>
          <p:spPr>
            <a:xfrm rot="16200000">
              <a:off x="7356903" y="1494639"/>
              <a:ext cx="180000" cy="180000"/>
            </a:xfrm>
            <a:prstGeom prst="rect">
              <a:avLst/>
            </a:prstGeom>
            <a:grpFill/>
            <a:ln w="28575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73" name="文本框 272">
            <a:extLst>
              <a:ext uri="{FF2B5EF4-FFF2-40B4-BE49-F238E27FC236}">
                <a16:creationId xmlns:a16="http://schemas.microsoft.com/office/drawing/2014/main" id="{6D20F1A1-E7B7-AEF2-3673-3A2924F70914}"/>
              </a:ext>
            </a:extLst>
          </p:cNvPr>
          <p:cNvSpPr txBox="1"/>
          <p:nvPr/>
        </p:nvSpPr>
        <p:spPr>
          <a:xfrm>
            <a:off x="8530594" y="1099339"/>
            <a:ext cx="3865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>
                <a:latin typeface="Arial" panose="020B0604020202020204" pitchFamily="34" charset="0"/>
                <a:cs typeface="Arial" panose="020B0604020202020204" pitchFamily="34" charset="0"/>
              </a:rPr>
              <a:t>Teacher</a:t>
            </a:r>
            <a:r>
              <a:rPr kumimoji="1"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>
                <a:latin typeface="Arial" panose="020B0604020202020204" pitchFamily="34" charset="0"/>
                <a:cs typeface="Arial" panose="020B0604020202020204" pitchFamily="34" charset="0"/>
              </a:rPr>
              <a:t>View</a:t>
            </a:r>
            <a:r>
              <a:rPr kumimoji="1"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>
                <a:latin typeface="Arial" panose="020B0604020202020204" pitchFamily="34" charset="0"/>
                <a:cs typeface="Arial" panose="020B0604020202020204" pitchFamily="34" charset="0"/>
              </a:rPr>
              <a:t>Backbone</a:t>
            </a:r>
            <a:r>
              <a:rPr kumimoji="1"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>
                <a:latin typeface="Arial" panose="020B0604020202020204" pitchFamily="34" charset="0"/>
                <a:cs typeface="Arial" panose="020B0604020202020204" pitchFamily="34" charset="0"/>
              </a:rPr>
              <a:t>Feature</a:t>
            </a:r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4" name="文本框 273">
            <a:extLst>
              <a:ext uri="{FF2B5EF4-FFF2-40B4-BE49-F238E27FC236}">
                <a16:creationId xmlns:a16="http://schemas.microsoft.com/office/drawing/2014/main" id="{EFFB3682-3C91-AD7C-46C9-1CBCC4C355CA}"/>
              </a:ext>
            </a:extLst>
          </p:cNvPr>
          <p:cNvSpPr txBox="1"/>
          <p:nvPr/>
        </p:nvSpPr>
        <p:spPr>
          <a:xfrm>
            <a:off x="8502806" y="2128308"/>
            <a:ext cx="3991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>
                <a:latin typeface="Arial" panose="020B0604020202020204" pitchFamily="34" charset="0"/>
                <a:cs typeface="Arial" panose="020B0604020202020204" pitchFamily="34" charset="0"/>
              </a:rPr>
              <a:t>Teacher</a:t>
            </a:r>
            <a:r>
              <a:rPr kumimoji="1"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>
                <a:latin typeface="Arial" panose="020B0604020202020204" pitchFamily="34" charset="0"/>
                <a:cs typeface="Arial" panose="020B0604020202020204" pitchFamily="34" charset="0"/>
              </a:rPr>
              <a:t>Action</a:t>
            </a:r>
            <a:r>
              <a:rPr kumimoji="1"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>
                <a:latin typeface="Arial" panose="020B0604020202020204" pitchFamily="34" charset="0"/>
                <a:cs typeface="Arial" panose="020B0604020202020204" pitchFamily="34" charset="0"/>
              </a:rPr>
              <a:t>Head</a:t>
            </a:r>
            <a:r>
              <a:rPr kumimoji="1"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>
                <a:latin typeface="Arial" panose="020B0604020202020204" pitchFamily="34" charset="0"/>
                <a:cs typeface="Arial" panose="020B0604020202020204" pitchFamily="34" charset="0"/>
              </a:rPr>
              <a:t>Hidden</a:t>
            </a:r>
            <a:r>
              <a:rPr kumimoji="1"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>
                <a:latin typeface="Arial" panose="020B0604020202020204" pitchFamily="34" charset="0"/>
                <a:cs typeface="Arial" panose="020B0604020202020204" pitchFamily="34" charset="0"/>
              </a:rPr>
              <a:t>State</a:t>
            </a:r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80" name="肘形连接符 279">
            <a:extLst>
              <a:ext uri="{FF2B5EF4-FFF2-40B4-BE49-F238E27FC236}">
                <a16:creationId xmlns:a16="http://schemas.microsoft.com/office/drawing/2014/main" id="{A176BBA7-1FA0-E54C-4080-357F17442973}"/>
              </a:ext>
            </a:extLst>
          </p:cNvPr>
          <p:cNvCxnSpPr>
            <a:cxnSpLocks/>
          </p:cNvCxnSpPr>
          <p:nvPr/>
        </p:nvCxnSpPr>
        <p:spPr>
          <a:xfrm>
            <a:off x="7545947" y="1915899"/>
            <a:ext cx="1016922" cy="640267"/>
          </a:xfrm>
          <a:prstGeom prst="bentConnector3">
            <a:avLst>
              <a:gd name="adj1" fmla="val 69268"/>
            </a:avLst>
          </a:prstGeom>
          <a:ln w="38100">
            <a:solidFill>
              <a:srgbClr val="1856F7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肘形连接符 294">
            <a:extLst>
              <a:ext uri="{FF2B5EF4-FFF2-40B4-BE49-F238E27FC236}">
                <a16:creationId xmlns:a16="http://schemas.microsoft.com/office/drawing/2014/main" id="{17E6DF2E-1CF3-60F4-4D24-F75323731554}"/>
              </a:ext>
            </a:extLst>
          </p:cNvPr>
          <p:cNvCxnSpPr>
            <a:cxnSpLocks/>
            <a:endCxn id="239" idx="1"/>
          </p:cNvCxnSpPr>
          <p:nvPr/>
        </p:nvCxnSpPr>
        <p:spPr>
          <a:xfrm>
            <a:off x="7580172" y="5028175"/>
            <a:ext cx="861140" cy="729119"/>
          </a:xfrm>
          <a:prstGeom prst="bentConnector3">
            <a:avLst>
              <a:gd name="adj1" fmla="val 38738"/>
            </a:avLst>
          </a:prstGeom>
          <a:ln w="38100">
            <a:solidFill>
              <a:srgbClr val="FE551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直线连接符 302">
            <a:extLst>
              <a:ext uri="{FF2B5EF4-FFF2-40B4-BE49-F238E27FC236}">
                <a16:creationId xmlns:a16="http://schemas.microsoft.com/office/drawing/2014/main" id="{3FBC2442-E968-D2E1-C64A-50F7CC6279E7}"/>
              </a:ext>
            </a:extLst>
          </p:cNvPr>
          <p:cNvCxnSpPr/>
          <p:nvPr/>
        </p:nvCxnSpPr>
        <p:spPr>
          <a:xfrm>
            <a:off x="3037229" y="680235"/>
            <a:ext cx="0" cy="277395"/>
          </a:xfrm>
          <a:prstGeom prst="line">
            <a:avLst/>
          </a:prstGeom>
          <a:ln w="38100">
            <a:solidFill>
              <a:srgbClr val="1856F7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肘形连接符 304">
            <a:extLst>
              <a:ext uri="{FF2B5EF4-FFF2-40B4-BE49-F238E27FC236}">
                <a16:creationId xmlns:a16="http://schemas.microsoft.com/office/drawing/2014/main" id="{EDA921A0-B458-BB0F-AC21-167014A36114}"/>
              </a:ext>
            </a:extLst>
          </p:cNvPr>
          <p:cNvCxnSpPr>
            <a:cxnSpLocks/>
            <a:endCxn id="271" idx="1"/>
          </p:cNvCxnSpPr>
          <p:nvPr/>
        </p:nvCxnSpPr>
        <p:spPr>
          <a:xfrm>
            <a:off x="3037229" y="598347"/>
            <a:ext cx="5493366" cy="872555"/>
          </a:xfrm>
          <a:prstGeom prst="bentConnector3">
            <a:avLst>
              <a:gd name="adj1" fmla="val 88047"/>
            </a:avLst>
          </a:prstGeom>
          <a:ln w="38100">
            <a:solidFill>
              <a:srgbClr val="1856F7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" name="acpd-panel">
            <a:extLst>
              <a:ext uri="{FF2B5EF4-FFF2-40B4-BE49-F238E27FC236}">
                <a16:creationId xmlns:a16="http://schemas.microsoft.com/office/drawing/2014/main" id="{98575786-8BD4-FD6A-116A-2D1552F25564}"/>
              </a:ext>
            </a:extLst>
          </p:cNvPr>
          <p:cNvSpPr>
            <a:spLocks noGrp="1"/>
          </p:cNvSpPr>
          <p:nvPr/>
        </p:nvSpPr>
        <p:spPr>
          <a:xfrm>
            <a:off x="11517140" y="5173861"/>
            <a:ext cx="1256714" cy="1148710"/>
          </a:xfrm>
          <a:prstGeom prst="roundRect">
            <a:avLst>
              <a:gd name="adj" fmla="val 7816"/>
            </a:avLst>
          </a:prstGeom>
          <a:solidFill>
            <a:schemeClr val="accent5">
              <a:lumMod val="40000"/>
              <a:lumOff val="60000"/>
              <a:alpha val="18497"/>
            </a:schemeClr>
          </a:solidFill>
          <a:ln w="38100">
            <a:solidFill>
              <a:schemeClr val="accent5">
                <a:lumMod val="75000"/>
                <a:alpha val="40458"/>
              </a:schemeClr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10" name="文本框 309">
            <a:extLst>
              <a:ext uri="{FF2B5EF4-FFF2-40B4-BE49-F238E27FC236}">
                <a16:creationId xmlns:a16="http://schemas.microsoft.com/office/drawing/2014/main" id="{8370DB3E-73C3-C868-3D7D-FDF291532271}"/>
              </a:ext>
            </a:extLst>
          </p:cNvPr>
          <p:cNvSpPr txBox="1"/>
          <p:nvPr/>
        </p:nvSpPr>
        <p:spPr>
          <a:xfrm>
            <a:off x="11353911" y="5389121"/>
            <a:ext cx="15489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Cue</a:t>
            </a:r>
            <a:r>
              <a:rPr kumimoji="1" lang="zh-CN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1" lang="en-US" altLang="zh-CN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kumimoji="1"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Predictor</a:t>
            </a:r>
            <a:endParaRPr kumimoji="1" lang="zh-CN" alt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1" name="acpd-panel">
            <a:extLst>
              <a:ext uri="{FF2B5EF4-FFF2-40B4-BE49-F238E27FC236}">
                <a16:creationId xmlns:a16="http://schemas.microsoft.com/office/drawing/2014/main" id="{34BB6690-1919-F93A-FFE1-B84539C054F5}"/>
              </a:ext>
            </a:extLst>
          </p:cNvPr>
          <p:cNvSpPr>
            <a:spLocks noGrp="1"/>
          </p:cNvSpPr>
          <p:nvPr/>
        </p:nvSpPr>
        <p:spPr>
          <a:xfrm>
            <a:off x="8834759" y="3571655"/>
            <a:ext cx="2014245" cy="1148710"/>
          </a:xfrm>
          <a:prstGeom prst="roundRect">
            <a:avLst>
              <a:gd name="adj" fmla="val 7816"/>
            </a:avLst>
          </a:prstGeom>
          <a:solidFill>
            <a:schemeClr val="accent5">
              <a:lumMod val="40000"/>
              <a:lumOff val="60000"/>
              <a:alpha val="18497"/>
            </a:schemeClr>
          </a:solidFill>
          <a:ln w="38100">
            <a:solidFill>
              <a:schemeClr val="accent5">
                <a:lumMod val="75000"/>
                <a:alpha val="40458"/>
              </a:schemeClr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12" name="文本框 311">
            <a:extLst>
              <a:ext uri="{FF2B5EF4-FFF2-40B4-BE49-F238E27FC236}">
                <a16:creationId xmlns:a16="http://schemas.microsoft.com/office/drawing/2014/main" id="{87626675-7C37-27A9-299B-28A97AEE2780}"/>
              </a:ext>
            </a:extLst>
          </p:cNvPr>
          <p:cNvSpPr txBox="1"/>
          <p:nvPr/>
        </p:nvSpPr>
        <p:spPr>
          <a:xfrm>
            <a:off x="8195714" y="3660416"/>
            <a:ext cx="32923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CrossAttn</a:t>
            </a:r>
          </a:p>
          <a:p>
            <a:pPr algn="ctr"/>
            <a:r>
              <a:rPr kumimoji="1"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Cue</a:t>
            </a:r>
          </a:p>
          <a:p>
            <a:pPr algn="ctr"/>
            <a:r>
              <a:rPr kumimoji="1"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Selector</a:t>
            </a:r>
            <a:endParaRPr kumimoji="1" lang="zh-CN" alt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18" name="直线箭头连接符 317">
            <a:extLst>
              <a:ext uri="{FF2B5EF4-FFF2-40B4-BE49-F238E27FC236}">
                <a16:creationId xmlns:a16="http://schemas.microsoft.com/office/drawing/2014/main" id="{ADB59B0F-85A6-0AB7-385E-40AE80124D2D}"/>
              </a:ext>
            </a:extLst>
          </p:cNvPr>
          <p:cNvCxnSpPr>
            <a:cxnSpLocks/>
          </p:cNvCxnSpPr>
          <p:nvPr/>
        </p:nvCxnSpPr>
        <p:spPr>
          <a:xfrm>
            <a:off x="9841881" y="3045737"/>
            <a:ext cx="0" cy="466236"/>
          </a:xfrm>
          <a:prstGeom prst="straightConnector1">
            <a:avLst/>
          </a:prstGeom>
          <a:ln w="38100">
            <a:solidFill>
              <a:srgbClr val="39009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文本框 318">
            <a:extLst>
              <a:ext uri="{FF2B5EF4-FFF2-40B4-BE49-F238E27FC236}">
                <a16:creationId xmlns:a16="http://schemas.microsoft.com/office/drawing/2014/main" id="{041527BD-5D9F-7AE3-95EB-AFBE41466A94}"/>
              </a:ext>
            </a:extLst>
          </p:cNvPr>
          <p:cNvSpPr txBox="1"/>
          <p:nvPr/>
        </p:nvSpPr>
        <p:spPr>
          <a:xfrm>
            <a:off x="9651014" y="3081243"/>
            <a:ext cx="1076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>
                <a:latin typeface="Arial" panose="020B0604020202020204" pitchFamily="34" charset="0"/>
                <a:cs typeface="Arial" panose="020B0604020202020204" pitchFamily="34" charset="0"/>
              </a:rPr>
              <a:t>k,</a:t>
            </a:r>
            <a:r>
              <a:rPr kumimoji="1"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1" name="直线箭头连接符 320">
            <a:extLst>
              <a:ext uri="{FF2B5EF4-FFF2-40B4-BE49-F238E27FC236}">
                <a16:creationId xmlns:a16="http://schemas.microsoft.com/office/drawing/2014/main" id="{521F80AC-B059-8742-2FB2-CE80A8699A27}"/>
              </a:ext>
            </a:extLst>
          </p:cNvPr>
          <p:cNvCxnSpPr>
            <a:cxnSpLocks/>
          </p:cNvCxnSpPr>
          <p:nvPr/>
        </p:nvCxnSpPr>
        <p:spPr>
          <a:xfrm flipV="1">
            <a:off x="9833154" y="4778918"/>
            <a:ext cx="0" cy="361069"/>
          </a:xfrm>
          <a:prstGeom prst="straightConnector1">
            <a:avLst/>
          </a:prstGeom>
          <a:ln w="38100">
            <a:solidFill>
              <a:srgbClr val="39009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2" name="文本框 321">
            <a:extLst>
              <a:ext uri="{FF2B5EF4-FFF2-40B4-BE49-F238E27FC236}">
                <a16:creationId xmlns:a16="http://schemas.microsoft.com/office/drawing/2014/main" id="{5AFB89C1-7243-1979-9BB7-EE3064F1450D}"/>
              </a:ext>
            </a:extLst>
          </p:cNvPr>
          <p:cNvSpPr txBox="1"/>
          <p:nvPr/>
        </p:nvSpPr>
        <p:spPr>
          <a:xfrm>
            <a:off x="9906968" y="4782702"/>
            <a:ext cx="639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endParaRPr kumimoji="1"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24" name="组合 323">
            <a:extLst>
              <a:ext uri="{FF2B5EF4-FFF2-40B4-BE49-F238E27FC236}">
                <a16:creationId xmlns:a16="http://schemas.microsoft.com/office/drawing/2014/main" id="{A039A3A1-A592-F573-C4B9-6A1444ACD261}"/>
              </a:ext>
            </a:extLst>
          </p:cNvPr>
          <p:cNvGrpSpPr/>
          <p:nvPr/>
        </p:nvGrpSpPr>
        <p:grpSpPr>
          <a:xfrm rot="16200000">
            <a:off x="12748414" y="3639134"/>
            <a:ext cx="188576" cy="1653540"/>
            <a:chOff x="5754754" y="1050981"/>
            <a:chExt cx="188576" cy="1653540"/>
          </a:xfrm>
        </p:grpSpPr>
        <p:sp>
          <p:nvSpPr>
            <p:cNvPr id="325" name="矩形 324">
              <a:extLst>
                <a:ext uri="{FF2B5EF4-FFF2-40B4-BE49-F238E27FC236}">
                  <a16:creationId xmlns:a16="http://schemas.microsoft.com/office/drawing/2014/main" id="{3A6AEAF5-AAFD-4F84-D6D1-327DECB847D1}"/>
                </a:ext>
              </a:extLst>
            </p:cNvPr>
            <p:cNvSpPr/>
            <p:nvPr/>
          </p:nvSpPr>
          <p:spPr>
            <a:xfrm>
              <a:off x="5759042" y="1050981"/>
              <a:ext cx="180000" cy="1800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39009E"/>
                </a:solidFill>
              </a:endParaRPr>
            </a:p>
          </p:txBody>
        </p:sp>
        <p:sp>
          <p:nvSpPr>
            <p:cNvPr id="326" name="矩形 325">
              <a:extLst>
                <a:ext uri="{FF2B5EF4-FFF2-40B4-BE49-F238E27FC236}">
                  <a16:creationId xmlns:a16="http://schemas.microsoft.com/office/drawing/2014/main" id="{0D6B2F21-2FD3-D12A-2593-2C38A23DA52C}"/>
                </a:ext>
              </a:extLst>
            </p:cNvPr>
            <p:cNvSpPr/>
            <p:nvPr/>
          </p:nvSpPr>
          <p:spPr>
            <a:xfrm>
              <a:off x="5759042" y="1328181"/>
              <a:ext cx="180000" cy="1800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39009E"/>
                </a:solidFill>
              </a:endParaRPr>
            </a:p>
          </p:txBody>
        </p:sp>
        <p:sp>
          <p:nvSpPr>
            <p:cNvPr id="327" name="矩形 326">
              <a:extLst>
                <a:ext uri="{FF2B5EF4-FFF2-40B4-BE49-F238E27FC236}">
                  <a16:creationId xmlns:a16="http://schemas.microsoft.com/office/drawing/2014/main" id="{F6889914-6A71-DE71-B617-1A3F841D671C}"/>
                </a:ext>
              </a:extLst>
            </p:cNvPr>
            <p:cNvSpPr/>
            <p:nvPr/>
          </p:nvSpPr>
          <p:spPr>
            <a:xfrm>
              <a:off x="5759042" y="1605381"/>
              <a:ext cx="180000" cy="1800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39009E"/>
                </a:solidFill>
              </a:endParaRPr>
            </a:p>
          </p:txBody>
        </p:sp>
        <p:sp>
          <p:nvSpPr>
            <p:cNvPr id="328" name="矩形 327">
              <a:extLst>
                <a:ext uri="{FF2B5EF4-FFF2-40B4-BE49-F238E27FC236}">
                  <a16:creationId xmlns:a16="http://schemas.microsoft.com/office/drawing/2014/main" id="{3758524B-3104-74CD-8F83-94F3AACDD087}"/>
                </a:ext>
              </a:extLst>
            </p:cNvPr>
            <p:cNvSpPr/>
            <p:nvPr/>
          </p:nvSpPr>
          <p:spPr>
            <a:xfrm>
              <a:off x="5759042" y="2244159"/>
              <a:ext cx="180000" cy="1800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39009E"/>
                </a:solidFill>
              </a:endParaRPr>
            </a:p>
          </p:txBody>
        </p:sp>
        <p:sp>
          <p:nvSpPr>
            <p:cNvPr id="329" name="矩形 328">
              <a:extLst>
                <a:ext uri="{FF2B5EF4-FFF2-40B4-BE49-F238E27FC236}">
                  <a16:creationId xmlns:a16="http://schemas.microsoft.com/office/drawing/2014/main" id="{75909C8F-3644-5F03-5D3F-7ABF635132FA}"/>
                </a:ext>
              </a:extLst>
            </p:cNvPr>
            <p:cNvSpPr/>
            <p:nvPr/>
          </p:nvSpPr>
          <p:spPr>
            <a:xfrm>
              <a:off x="5759042" y="2524521"/>
              <a:ext cx="180000" cy="1800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39009E"/>
                </a:solidFill>
              </a:endParaRPr>
            </a:p>
          </p:txBody>
        </p:sp>
        <p:pic>
          <p:nvPicPr>
            <p:cNvPr id="331" name="图形 330">
              <a:extLst>
                <a:ext uri="{FF2B5EF4-FFF2-40B4-BE49-F238E27FC236}">
                  <a16:creationId xmlns:a16="http://schemas.microsoft.com/office/drawing/2014/main" id="{666C2459-70BE-A0E4-CECF-41EA5A4350C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16200000">
              <a:off x="5597608" y="1923210"/>
              <a:ext cx="502868" cy="188576"/>
            </a:xfrm>
            <a:prstGeom prst="rect">
              <a:avLst/>
            </a:prstGeom>
          </p:spPr>
        </p:pic>
      </p:grpSp>
      <p:sp>
        <p:nvSpPr>
          <p:cNvPr id="332" name="acpd-panel">
            <a:extLst>
              <a:ext uri="{FF2B5EF4-FFF2-40B4-BE49-F238E27FC236}">
                <a16:creationId xmlns:a16="http://schemas.microsoft.com/office/drawing/2014/main" id="{61D1923C-8AB2-999E-36FA-25C835F7EDFE}"/>
              </a:ext>
            </a:extLst>
          </p:cNvPr>
          <p:cNvSpPr>
            <a:spLocks noGrp="1"/>
          </p:cNvSpPr>
          <p:nvPr/>
        </p:nvSpPr>
        <p:spPr>
          <a:xfrm flipV="1">
            <a:off x="11618844" y="3567959"/>
            <a:ext cx="2444966" cy="1176865"/>
          </a:xfrm>
          <a:prstGeom prst="roundRect">
            <a:avLst>
              <a:gd name="adj" fmla="val 7816"/>
            </a:avLst>
          </a:prstGeom>
          <a:solidFill>
            <a:srgbClr val="7030A0">
              <a:alpha val="18497"/>
            </a:srgbClr>
          </a:solidFill>
          <a:ln w="38100">
            <a:solidFill>
              <a:srgbClr val="39009E">
                <a:alpha val="40458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340" name="直线箭头连接符 339">
            <a:extLst>
              <a:ext uri="{FF2B5EF4-FFF2-40B4-BE49-F238E27FC236}">
                <a16:creationId xmlns:a16="http://schemas.microsoft.com/office/drawing/2014/main" id="{418C0E42-4419-B67B-9546-A62AADF3423D}"/>
              </a:ext>
            </a:extLst>
          </p:cNvPr>
          <p:cNvCxnSpPr>
            <a:cxnSpLocks/>
          </p:cNvCxnSpPr>
          <p:nvPr/>
        </p:nvCxnSpPr>
        <p:spPr>
          <a:xfrm>
            <a:off x="10863846" y="4166373"/>
            <a:ext cx="699656" cy="0"/>
          </a:xfrm>
          <a:prstGeom prst="straightConnector1">
            <a:avLst/>
          </a:prstGeom>
          <a:ln w="38100">
            <a:solidFill>
              <a:srgbClr val="39009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1" name="文本框 340">
            <a:extLst>
              <a:ext uri="{FF2B5EF4-FFF2-40B4-BE49-F238E27FC236}">
                <a16:creationId xmlns:a16="http://schemas.microsoft.com/office/drawing/2014/main" id="{D9CEB111-898C-4456-1D6A-62195F709058}"/>
              </a:ext>
            </a:extLst>
          </p:cNvPr>
          <p:cNvSpPr txBox="1"/>
          <p:nvPr/>
        </p:nvSpPr>
        <p:spPr>
          <a:xfrm>
            <a:off x="11219162" y="3649791"/>
            <a:ext cx="32923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Privileged</a:t>
            </a:r>
          </a:p>
          <a:p>
            <a:pPr algn="ctr"/>
            <a:r>
              <a:rPr kumimoji="1" lang="en-US" altLang="zh-CN" sz="2000" b="1">
                <a:latin typeface="Arial" panose="020B0604020202020204" pitchFamily="34" charset="0"/>
                <a:cs typeface="Arial" panose="020B0604020202020204" pitchFamily="34" charset="0"/>
              </a:rPr>
              <a:t>Cue</a:t>
            </a:r>
            <a:endParaRPr kumimoji="1" lang="zh-CN" alt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43" name="直线箭头连接符 342">
            <a:extLst>
              <a:ext uri="{FF2B5EF4-FFF2-40B4-BE49-F238E27FC236}">
                <a16:creationId xmlns:a16="http://schemas.microsoft.com/office/drawing/2014/main" id="{7CB86F8C-9DF5-8987-F2BA-5AA49F9FE33E}"/>
              </a:ext>
            </a:extLst>
          </p:cNvPr>
          <p:cNvCxnSpPr/>
          <p:nvPr/>
        </p:nvCxnSpPr>
        <p:spPr>
          <a:xfrm>
            <a:off x="11091654" y="5795404"/>
            <a:ext cx="397776" cy="0"/>
          </a:xfrm>
          <a:prstGeom prst="straightConnector1">
            <a:avLst/>
          </a:prstGeom>
          <a:ln w="38100">
            <a:solidFill>
              <a:srgbClr val="39009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肘形连接符 353">
            <a:extLst>
              <a:ext uri="{FF2B5EF4-FFF2-40B4-BE49-F238E27FC236}">
                <a16:creationId xmlns:a16="http://schemas.microsoft.com/office/drawing/2014/main" id="{67C44088-A629-5CBB-C895-4D342B60AA42}"/>
              </a:ext>
            </a:extLst>
          </p:cNvPr>
          <p:cNvCxnSpPr>
            <a:cxnSpLocks/>
          </p:cNvCxnSpPr>
          <p:nvPr/>
        </p:nvCxnSpPr>
        <p:spPr>
          <a:xfrm flipV="1">
            <a:off x="12852766" y="4817302"/>
            <a:ext cx="581161" cy="1007484"/>
          </a:xfrm>
          <a:prstGeom prst="bentConnector2">
            <a:avLst/>
          </a:prstGeom>
          <a:ln w="38100">
            <a:solidFill>
              <a:srgbClr val="39009E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5" name="文本框 354">
                <a:extLst>
                  <a:ext uri="{FF2B5EF4-FFF2-40B4-BE49-F238E27FC236}">
                    <a16:creationId xmlns:a16="http://schemas.microsoft.com/office/drawing/2014/main" id="{5B13AF52-1DA2-B95A-5BE5-DCB1FF2E0495}"/>
                  </a:ext>
                </a:extLst>
              </p:cNvPr>
              <p:cNvSpPr txBox="1"/>
              <p:nvPr/>
            </p:nvSpPr>
            <p:spPr>
              <a:xfrm>
                <a:off x="13393822" y="5255446"/>
                <a:ext cx="895799" cy="461665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2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kumimoji="1" lang="en-US" altLang="zh-CN" sz="2400" b="0" i="1">
                              <a:latin typeface="Cambria Math" panose="02040503050406030204" pitchFamily="18" charset="0"/>
                            </a:rPr>
                            <m:t>𝑐𝑢𝑒</m:t>
                          </m:r>
                        </m:sub>
                      </m:sSub>
                    </m:oMath>
                  </m:oMathPara>
                </a14:m>
                <a:endParaRPr kumimoji="1" lang="en-US" altLang="zh-CN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55" name="文本框 354">
                <a:extLst>
                  <a:ext uri="{FF2B5EF4-FFF2-40B4-BE49-F238E27FC236}">
                    <a16:creationId xmlns:a16="http://schemas.microsoft.com/office/drawing/2014/main" id="{5B13AF52-1DA2-B95A-5BE5-DCB1FF2E04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93822" y="5255446"/>
                <a:ext cx="895799" cy="4616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7" name="直线连接符 356">
            <a:extLst>
              <a:ext uri="{FF2B5EF4-FFF2-40B4-BE49-F238E27FC236}">
                <a16:creationId xmlns:a16="http://schemas.microsoft.com/office/drawing/2014/main" id="{E6B0A7F0-9B5B-B1DE-5738-80843C032448}"/>
              </a:ext>
            </a:extLst>
          </p:cNvPr>
          <p:cNvCxnSpPr>
            <a:cxnSpLocks/>
          </p:cNvCxnSpPr>
          <p:nvPr/>
        </p:nvCxnSpPr>
        <p:spPr>
          <a:xfrm>
            <a:off x="8168600" y="6433176"/>
            <a:ext cx="6080713" cy="13648"/>
          </a:xfrm>
          <a:prstGeom prst="line">
            <a:avLst/>
          </a:prstGeom>
          <a:ln w="28575">
            <a:solidFill>
              <a:srgbClr val="39009E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2" name="文本框 361">
            <a:extLst>
              <a:ext uri="{FF2B5EF4-FFF2-40B4-BE49-F238E27FC236}">
                <a16:creationId xmlns:a16="http://schemas.microsoft.com/office/drawing/2014/main" id="{A159C175-BEA2-06D7-C3C2-1C8A326BCA32}"/>
              </a:ext>
            </a:extLst>
          </p:cNvPr>
          <p:cNvSpPr txBox="1"/>
          <p:nvPr/>
        </p:nvSpPr>
        <p:spPr>
          <a:xfrm>
            <a:off x="8822265" y="6534682"/>
            <a:ext cx="29042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>
                <a:solidFill>
                  <a:srgbClr val="3900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</a:t>
            </a:r>
            <a:r>
              <a:rPr kumimoji="1" lang="zh-CN" altLang="en-US" sz="2400" b="1">
                <a:solidFill>
                  <a:srgbClr val="3900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b="1">
                <a:solidFill>
                  <a:srgbClr val="3900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  <a:endParaRPr kumimoji="1" lang="zh-CN" altLang="en-US" sz="2400" b="1">
              <a:solidFill>
                <a:srgbClr val="39009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5" name="文本框 364">
                <a:extLst>
                  <a:ext uri="{FF2B5EF4-FFF2-40B4-BE49-F238E27FC236}">
                    <a16:creationId xmlns:a16="http://schemas.microsoft.com/office/drawing/2014/main" id="{C797D0A8-2646-381C-20A2-F78F5BA91406}"/>
                  </a:ext>
                </a:extLst>
              </p:cNvPr>
              <p:cNvSpPr txBox="1"/>
              <p:nvPr/>
            </p:nvSpPr>
            <p:spPr>
              <a:xfrm>
                <a:off x="4384098" y="7427680"/>
                <a:ext cx="13932680" cy="4888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kumimoji="1" lang="en-US" altLang="zh-CN" sz="2400" i="0">
                              <a:latin typeface="Cambria Math" panose="02040503050406030204" pitchFamily="18" charset="0"/>
                            </a:rPr>
                            <m:t>flow</m:t>
                          </m:r>
                        </m:sub>
                      </m:sSub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kumimoji="1" lang="en-US" altLang="zh-CN" sz="2400" i="0">
                              <a:latin typeface="Cambria Math" panose="02040503050406030204" pitchFamily="18" charset="0"/>
                            </a:rPr>
                            <m:t>cue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kumimoji="1" lang="en-US" altLang="zh-CN" sz="2400" i="0">
                              <a:latin typeface="Cambria Math" panose="02040503050406030204" pitchFamily="18" charset="0"/>
                            </a:rPr>
                            <m:t>cue</m:t>
                          </m:r>
                        </m:sub>
                      </m:sSub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kumimoji="1" lang="en-US" altLang="zh-CN" sz="2400" i="0">
                              <a:latin typeface="Cambria Math" panose="02040503050406030204" pitchFamily="18" charset="0"/>
                            </a:rPr>
                            <m:t>ACL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kumimoji="1" lang="en-US" altLang="zh-CN" sz="2400" i="0">
                              <a:latin typeface="Cambria Math" panose="02040503050406030204" pitchFamily="18" charset="0"/>
                            </a:rPr>
                            <m:t>ACL</m:t>
                          </m:r>
                        </m:sub>
                      </m:sSub>
                    </m:oMath>
                  </m:oMathPara>
                </a14:m>
                <a:endParaRPr kumimoji="1" lang="zh-CN" altLang="en-US" sz="2400"/>
              </a:p>
            </p:txBody>
          </p:sp>
        </mc:Choice>
        <mc:Fallback xmlns="">
          <p:sp>
            <p:nvSpPr>
              <p:cNvPr id="365" name="文本框 364">
                <a:extLst>
                  <a:ext uri="{FF2B5EF4-FFF2-40B4-BE49-F238E27FC236}">
                    <a16:creationId xmlns:a16="http://schemas.microsoft.com/office/drawing/2014/main" id="{C797D0A8-2646-381C-20A2-F78F5BA91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4098" y="7427680"/>
                <a:ext cx="13932680" cy="488852"/>
              </a:xfrm>
              <a:prstGeom prst="rect">
                <a:avLst/>
              </a:prstGeom>
              <a:blipFill>
                <a:blip r:embed="rId15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67" name="图片 366">
            <a:extLst>
              <a:ext uri="{FF2B5EF4-FFF2-40B4-BE49-F238E27FC236}">
                <a16:creationId xmlns:a16="http://schemas.microsoft.com/office/drawing/2014/main" id="{995E4243-B6BB-C9C8-5B20-F60629898AA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76" t="14836" r="17725" b="21011"/>
          <a:stretch>
            <a:fillRect/>
          </a:stretch>
        </p:blipFill>
        <p:spPr>
          <a:xfrm>
            <a:off x="8314086" y="6552323"/>
            <a:ext cx="497565" cy="501115"/>
          </a:xfrm>
          <a:prstGeom prst="rect">
            <a:avLst/>
          </a:prstGeom>
        </p:spPr>
      </p:pic>
      <p:cxnSp>
        <p:nvCxnSpPr>
          <p:cNvPr id="369" name="直线连接符 368">
            <a:extLst>
              <a:ext uri="{FF2B5EF4-FFF2-40B4-BE49-F238E27FC236}">
                <a16:creationId xmlns:a16="http://schemas.microsoft.com/office/drawing/2014/main" id="{DD51DC1F-569C-3DB7-E317-FECA98C6B38D}"/>
              </a:ext>
            </a:extLst>
          </p:cNvPr>
          <p:cNvCxnSpPr>
            <a:stCxn id="235" idx="1"/>
          </p:cNvCxnSpPr>
          <p:nvPr/>
        </p:nvCxnSpPr>
        <p:spPr>
          <a:xfrm flipH="1">
            <a:off x="8149252" y="6457215"/>
            <a:ext cx="7316" cy="1948187"/>
          </a:xfrm>
          <a:prstGeom prst="line">
            <a:avLst/>
          </a:prstGeom>
          <a:ln w="28575">
            <a:solidFill>
              <a:srgbClr val="39009E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3" name="图片 372">
            <a:extLst>
              <a:ext uri="{FF2B5EF4-FFF2-40B4-BE49-F238E27FC236}">
                <a16:creationId xmlns:a16="http://schemas.microsoft.com/office/drawing/2014/main" id="{55871CA9-BE06-5F33-3450-E00BC8C9B08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3" t="6470" b="13258"/>
          <a:stretch>
            <a:fillRect/>
          </a:stretch>
        </p:blipFill>
        <p:spPr>
          <a:xfrm>
            <a:off x="1306653" y="6747782"/>
            <a:ext cx="6775719" cy="17735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75" name="文本框 374">
                <a:extLst>
                  <a:ext uri="{FF2B5EF4-FFF2-40B4-BE49-F238E27FC236}">
                    <a16:creationId xmlns:a16="http://schemas.microsoft.com/office/drawing/2014/main" id="{D640525A-57B2-F51B-16B3-77FB85817409}"/>
                  </a:ext>
                </a:extLst>
              </p:cNvPr>
              <p:cNvSpPr txBox="1"/>
              <p:nvPr/>
            </p:nvSpPr>
            <p:spPr>
              <a:xfrm>
                <a:off x="-647543" y="7382858"/>
                <a:ext cx="2267386" cy="4158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i="1"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kumimoji="1" lang="en-US" altLang="zh-CN" sz="2000" i="0">
                              <a:latin typeface="Cambria Math" panose="02040503050406030204" pitchFamily="18" charset="0"/>
                            </a:rPr>
                            <m:t>ACL</m:t>
                          </m:r>
                        </m:sub>
                      </m:sSub>
                    </m:oMath>
                  </m:oMathPara>
                </a14:m>
                <a:endParaRPr lang="zh-CN" altLang="en-US" sz="2400"/>
              </a:p>
            </p:txBody>
          </p:sp>
        </mc:Choice>
        <mc:Fallback xmlns="">
          <p:sp>
            <p:nvSpPr>
              <p:cNvPr id="375" name="文本框 374">
                <a:extLst>
                  <a:ext uri="{FF2B5EF4-FFF2-40B4-BE49-F238E27FC236}">
                    <a16:creationId xmlns:a16="http://schemas.microsoft.com/office/drawing/2014/main" id="{D640525A-57B2-F51B-16B3-77FB858174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47543" y="7382858"/>
                <a:ext cx="2267386" cy="415819"/>
              </a:xfrm>
              <a:prstGeom prst="rect">
                <a:avLst/>
              </a:prstGeom>
              <a:blipFill>
                <a:blip r:embed="rId18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7" name="左大括号 376">
            <a:extLst>
              <a:ext uri="{FF2B5EF4-FFF2-40B4-BE49-F238E27FC236}">
                <a16:creationId xmlns:a16="http://schemas.microsoft.com/office/drawing/2014/main" id="{8CA99FFE-78FF-6108-DC2D-67DF76895F6E}"/>
              </a:ext>
            </a:extLst>
          </p:cNvPr>
          <p:cNvSpPr/>
          <p:nvPr/>
        </p:nvSpPr>
        <p:spPr>
          <a:xfrm>
            <a:off x="868255" y="7053438"/>
            <a:ext cx="311155" cy="1218365"/>
          </a:xfrm>
          <a:prstGeom prst="leftBrace">
            <a:avLst/>
          </a:prstGeom>
          <a:ln w="38100">
            <a:solidFill>
              <a:srgbClr val="39009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7485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748790"/>
            <a:ext cx="15014448" cy="5056632"/>
          </a:xfrm>
          <a:prstGeom prst="rect">
            <a:avLst/>
          </a:prstGeom>
          <a:solidFill>
            <a:srgbClr val="FFFFFF"/>
          </a:solidFill>
          <a:ln w="11430">
            <a:solidFill>
              <a:srgbClr val="CAD8E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1785366"/>
            <a:ext cx="14941296" cy="2404872"/>
          </a:xfrm>
          <a:prstGeom prst="rect">
            <a:avLst/>
          </a:prstGeom>
          <a:solidFill>
            <a:srgbClr val="F4F8FD"/>
          </a:solidFill>
          <a:ln w="12700">
            <a:solidFill>
              <a:srgbClr val="F4F8F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" y="4190238"/>
            <a:ext cx="14941296" cy="2578608"/>
          </a:xfrm>
          <a:prstGeom prst="rect">
            <a:avLst/>
          </a:prstGeom>
          <a:solidFill>
            <a:srgbClr val="F1F8F5"/>
          </a:solidFill>
          <a:ln w="12700">
            <a:solidFill>
              <a:srgbClr val="F1F8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4190238"/>
            <a:ext cx="14904720" cy="0"/>
          </a:xfrm>
          <a:prstGeom prst="line">
            <a:avLst/>
          </a:prstGeom>
          <a:noFill/>
          <a:ln w="8890">
            <a:solidFill>
              <a:srgbClr val="D6E3E9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402336" y="1949958"/>
            <a:ext cx="5577840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567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Multi-view teacher (frozen)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402336" y="4345686"/>
            <a:ext cx="379476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87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Single-view student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11585448" y="2032254"/>
            <a:ext cx="301752" cy="0"/>
          </a:xfrm>
          <a:prstGeom prst="line">
            <a:avLst/>
          </a:prstGeom>
          <a:noFill/>
          <a:ln w="15240">
            <a:solidFill>
              <a:srgbClr val="26364B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11960352" y="1904238"/>
            <a:ext cx="97840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3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139928" y="2032254"/>
            <a:ext cx="301752" cy="0"/>
          </a:xfrm>
          <a:prstGeom prst="line">
            <a:avLst/>
          </a:prstGeom>
          <a:noFill/>
          <a:ln w="15240">
            <a:solidFill>
              <a:srgbClr val="7B53AC"/>
            </a:solidFill>
            <a:prstDash val="dash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3514832" y="1904238"/>
            <a:ext cx="134416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3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4048" y="2718054"/>
            <a:ext cx="768096" cy="768096"/>
          </a:xfrm>
          <a:prstGeom prst="rect">
            <a:avLst/>
          </a:prstGeom>
          <a:solidFill>
            <a:srgbClr val="FFFFFF"/>
          </a:solidFill>
          <a:ln w="11430">
            <a:solidFill>
              <a:srgbClr val="356796"/>
            </a:solidFill>
            <a:prstDash val="solid"/>
          </a:ln>
        </p:spPr>
      </p:sp>
      <p:pic>
        <p:nvPicPr>
          <p:cNvPr id="13" name="Image 0" descr="/home/liutong/Projects/openpi-5090/paper/Figures/ACPD_method_overview/assets/ag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2736342"/>
            <a:ext cx="731520" cy="7315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29184" y="3518154"/>
            <a:ext cx="8778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567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298448" y="2718054"/>
            <a:ext cx="768096" cy="768096"/>
          </a:xfrm>
          <a:prstGeom prst="rect">
            <a:avLst/>
          </a:prstGeom>
          <a:solidFill>
            <a:srgbClr val="FFFFFF"/>
          </a:solidFill>
          <a:ln w="11430">
            <a:solidFill>
              <a:srgbClr val="C79A45"/>
            </a:solidFill>
            <a:prstDash val="solid"/>
          </a:ln>
        </p:spPr>
      </p:sp>
      <p:pic>
        <p:nvPicPr>
          <p:cNvPr id="16" name="Image 1" descr="/home/liutong/Projects/openpi-5090/paper/Figures/ACPD_method_overview/assets/wr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736" y="2736342"/>
            <a:ext cx="731520" cy="7315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43584" y="3518154"/>
            <a:ext cx="87782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9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Wrist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2423160" y="2644902"/>
            <a:ext cx="1554480" cy="950976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35679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505456" y="2772918"/>
            <a:ext cx="1389888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3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63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4389120" y="2343150"/>
            <a:ext cx="2103120" cy="1664208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35679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498848" y="2452878"/>
            <a:ext cx="1883664" cy="585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63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Flow-matching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263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expert</a:t>
            </a:r>
            <a:endParaRPr lang="en-US" sz="2100" dirty="0"/>
          </a:p>
        </p:txBody>
      </p:sp>
      <p:sp>
        <p:nvSpPr>
          <p:cNvPr id="22" name="Shape 18"/>
          <p:cNvSpPr/>
          <p:nvPr/>
        </p:nvSpPr>
        <p:spPr>
          <a:xfrm>
            <a:off x="4535424" y="3239262"/>
            <a:ext cx="1810512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356796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599432" y="3280410"/>
            <a:ext cx="10058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567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10</a:t>
            </a:r>
            <a:endParaRPr lang="en-US" sz="1700" dirty="0"/>
          </a:p>
        </p:txBody>
      </p:sp>
      <p:sp>
        <p:nvSpPr>
          <p:cNvPr id="24" name="Shape 20"/>
          <p:cNvSpPr/>
          <p:nvPr/>
        </p:nvSpPr>
        <p:spPr>
          <a:xfrm>
            <a:off x="5660136" y="3316986"/>
            <a:ext cx="146304" cy="146304"/>
          </a:xfrm>
          <a:prstGeom prst="rect">
            <a:avLst/>
          </a:prstGeom>
          <a:solidFill>
            <a:srgbClr val="356796"/>
          </a:solidFill>
          <a:ln w="12700">
            <a:solidFill>
              <a:srgbClr val="356796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870448" y="3316986"/>
            <a:ext cx="146304" cy="146304"/>
          </a:xfrm>
          <a:prstGeom prst="rect">
            <a:avLst/>
          </a:prstGeom>
          <a:solidFill>
            <a:srgbClr val="356796"/>
          </a:solidFill>
          <a:ln w="12700">
            <a:solidFill>
              <a:srgbClr val="356796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080760" y="3316986"/>
            <a:ext cx="146304" cy="146304"/>
          </a:xfrm>
          <a:prstGeom prst="rect">
            <a:avLst/>
          </a:prstGeom>
          <a:solidFill>
            <a:srgbClr val="356796"/>
          </a:solidFill>
          <a:ln w="12700">
            <a:solidFill>
              <a:srgbClr val="35679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535424" y="3714750"/>
            <a:ext cx="181051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action states</a:t>
            </a:r>
            <a:endParaRPr lang="en-US" sz="1650" dirty="0"/>
          </a:p>
        </p:txBody>
      </p:sp>
      <p:sp>
        <p:nvSpPr>
          <p:cNvPr id="28" name="Shape 24"/>
          <p:cNvSpPr/>
          <p:nvPr/>
        </p:nvSpPr>
        <p:spPr>
          <a:xfrm>
            <a:off x="2103120" y="3120390"/>
            <a:ext cx="256032" cy="0"/>
          </a:xfrm>
          <a:prstGeom prst="line">
            <a:avLst/>
          </a:prstGeom>
          <a:noFill/>
          <a:ln w="19050">
            <a:solidFill>
              <a:srgbClr val="356796"/>
            </a:solidFill>
            <a:prstDash val="solid"/>
            <a:headEnd type="none"/>
            <a:tailEnd type="triangle"/>
          </a:ln>
        </p:spPr>
      </p:sp>
      <p:sp>
        <p:nvSpPr>
          <p:cNvPr id="29" name="Shape 25"/>
          <p:cNvSpPr/>
          <p:nvPr/>
        </p:nvSpPr>
        <p:spPr>
          <a:xfrm>
            <a:off x="4032504" y="3120390"/>
            <a:ext cx="292608" cy="0"/>
          </a:xfrm>
          <a:prstGeom prst="line">
            <a:avLst/>
          </a:prstGeom>
          <a:noFill/>
          <a:ln w="19050">
            <a:solidFill>
              <a:srgbClr val="356796"/>
            </a:solidFill>
            <a:prstDash val="solid"/>
            <a:headEnd type="none"/>
            <a:tailEnd type="triangle"/>
          </a:ln>
        </p:spPr>
      </p:sp>
      <p:sp>
        <p:nvSpPr>
          <p:cNvPr id="30" name="Shape 26"/>
          <p:cNvSpPr/>
          <p:nvPr/>
        </p:nvSpPr>
        <p:spPr>
          <a:xfrm>
            <a:off x="7004304" y="2434590"/>
            <a:ext cx="1984248" cy="160934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9D9E8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104888" y="2553462"/>
            <a:ext cx="178308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567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 extraction</a:t>
            </a:r>
            <a:endParaRPr lang="en-US" sz="2000" dirty="0"/>
          </a:p>
        </p:txBody>
      </p:sp>
      <p:sp>
        <p:nvSpPr>
          <p:cNvPr id="32" name="Shape 28"/>
          <p:cNvSpPr/>
          <p:nvPr/>
        </p:nvSpPr>
        <p:spPr>
          <a:xfrm>
            <a:off x="7214616" y="2974086"/>
            <a:ext cx="155448" cy="155448"/>
          </a:xfrm>
          <a:prstGeom prst="rect">
            <a:avLst/>
          </a:prstGeom>
          <a:solidFill>
            <a:srgbClr val="6E92B3"/>
          </a:solidFill>
          <a:ln w="12700">
            <a:solidFill>
              <a:srgbClr val="6E92B3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7397496" y="2974086"/>
            <a:ext cx="155448" cy="155448"/>
          </a:xfrm>
          <a:prstGeom prst="rect">
            <a:avLst/>
          </a:prstGeom>
          <a:solidFill>
            <a:srgbClr val="A6BCD1"/>
          </a:solidFill>
          <a:ln w="12700">
            <a:solidFill>
              <a:srgbClr val="A6BCD1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7580376" y="2974086"/>
            <a:ext cx="155448" cy="155448"/>
          </a:xfrm>
          <a:prstGeom prst="rect">
            <a:avLst/>
          </a:prstGeom>
          <a:solidFill>
            <a:srgbClr val="EFE3CB"/>
          </a:solidFill>
          <a:ln w="12700">
            <a:solidFill>
              <a:srgbClr val="EFE3CB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7763256" y="2974086"/>
            <a:ext cx="155448" cy="155448"/>
          </a:xfrm>
          <a:prstGeom prst="rect">
            <a:avLst/>
          </a:prstGeom>
          <a:solidFill>
            <a:srgbClr val="E0C799"/>
          </a:solidFill>
          <a:ln w="12700">
            <a:solidFill>
              <a:srgbClr val="E0C799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7946136" y="2974086"/>
            <a:ext cx="155448" cy="155448"/>
          </a:xfrm>
          <a:prstGeom prst="rect">
            <a:avLst/>
          </a:prstGeom>
          <a:solidFill>
            <a:srgbClr val="EEF0F2"/>
          </a:solidFill>
          <a:ln w="12700">
            <a:solidFill>
              <a:srgbClr val="EEF0F2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8129016" y="2974086"/>
            <a:ext cx="155448" cy="155448"/>
          </a:xfrm>
          <a:prstGeom prst="rect">
            <a:avLst/>
          </a:prstGeom>
          <a:solidFill>
            <a:srgbClr val="E7E9ED"/>
          </a:solidFill>
          <a:ln w="12700">
            <a:solidFill>
              <a:srgbClr val="E7E9ED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8311896" y="2974086"/>
            <a:ext cx="155448" cy="155448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8494776" y="2974086"/>
            <a:ext cx="155448" cy="155448"/>
          </a:xfrm>
          <a:prstGeom prst="rect">
            <a:avLst/>
          </a:prstGeom>
          <a:solidFill>
            <a:srgbClr val="EDEEF1"/>
          </a:solidFill>
          <a:ln w="12700">
            <a:solidFill>
              <a:srgbClr val="EDEEF1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7214616" y="3161538"/>
            <a:ext cx="155448" cy="155448"/>
          </a:xfrm>
          <a:prstGeom prst="rect">
            <a:avLst/>
          </a:prstGeom>
          <a:solidFill>
            <a:srgbClr val="B6C8D9"/>
          </a:solidFill>
          <a:ln w="12700">
            <a:solidFill>
              <a:srgbClr val="B6C8D9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7397496" y="3161538"/>
            <a:ext cx="155448" cy="155448"/>
          </a:xfrm>
          <a:prstGeom prst="rect">
            <a:avLst/>
          </a:prstGeom>
          <a:solidFill>
            <a:srgbClr val="82A1BE"/>
          </a:solidFill>
          <a:ln w="12700">
            <a:solidFill>
              <a:srgbClr val="82A1BE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7580376" y="3161538"/>
            <a:ext cx="155448" cy="155448"/>
          </a:xfrm>
          <a:prstGeom prst="rect">
            <a:avLst/>
          </a:prstGeom>
          <a:solidFill>
            <a:srgbClr val="D5B374"/>
          </a:solidFill>
          <a:ln w="12700">
            <a:solidFill>
              <a:srgbClr val="D5B374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7763256" y="3161538"/>
            <a:ext cx="155448" cy="155448"/>
          </a:xfrm>
          <a:prstGeom prst="rect">
            <a:avLst/>
          </a:prstGeom>
          <a:solidFill>
            <a:srgbClr val="E7D5B1"/>
          </a:solidFill>
          <a:ln w="12700">
            <a:solidFill>
              <a:srgbClr val="E7D5B1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7946136" y="3161538"/>
            <a:ext cx="155448" cy="155448"/>
          </a:xfrm>
          <a:prstGeom prst="rect">
            <a:avLst/>
          </a:prstGeom>
          <a:solidFill>
            <a:srgbClr val="E4E7EB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8129016" y="3161538"/>
            <a:ext cx="155448" cy="155448"/>
          </a:xfrm>
          <a:prstGeom prst="rect">
            <a:avLst/>
          </a:prstGeom>
          <a:solidFill>
            <a:srgbClr val="EEF0F2"/>
          </a:solidFill>
          <a:ln w="12700">
            <a:solidFill>
              <a:srgbClr val="EEF0F2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8311896" y="3161538"/>
            <a:ext cx="155448" cy="155448"/>
          </a:xfrm>
          <a:prstGeom prst="rect">
            <a:avLst/>
          </a:prstGeom>
          <a:solidFill>
            <a:srgbClr val="EAECEF"/>
          </a:solidFill>
          <a:ln w="12700">
            <a:solidFill>
              <a:srgbClr val="EAECEF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8494776" y="3161538"/>
            <a:ext cx="155448" cy="155448"/>
          </a:xfrm>
          <a:prstGeom prst="rect">
            <a:avLst/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7214616" y="3348990"/>
            <a:ext cx="155448" cy="155448"/>
          </a:xfrm>
          <a:prstGeom prst="rect">
            <a:avLst/>
          </a:prstGeom>
          <a:solidFill>
            <a:srgbClr val="8CA8C3"/>
          </a:solidFill>
          <a:ln w="12700">
            <a:solidFill>
              <a:srgbClr val="8CA8C3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7397496" y="3348990"/>
            <a:ext cx="155448" cy="155448"/>
          </a:xfrm>
          <a:prstGeom prst="rect">
            <a:avLst/>
          </a:prstGeom>
          <a:solidFill>
            <a:srgbClr val="D5DFE9"/>
          </a:solidFill>
          <a:ln w="12700">
            <a:solidFill>
              <a:srgbClr val="D5DFE9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7580376" y="3348990"/>
            <a:ext cx="155448" cy="155448"/>
          </a:xfrm>
          <a:prstGeom prst="rect">
            <a:avLst/>
          </a:prstGeom>
          <a:solidFill>
            <a:srgbClr val="EAD9B8"/>
          </a:solidFill>
          <a:ln w="12700">
            <a:solidFill>
              <a:srgbClr val="EAD9B8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7763256" y="3348990"/>
            <a:ext cx="155448" cy="155448"/>
          </a:xfrm>
          <a:prstGeom prst="rect">
            <a:avLst/>
          </a:prstGeom>
          <a:solidFill>
            <a:srgbClr val="D6B475"/>
          </a:solidFill>
          <a:ln w="12700">
            <a:solidFill>
              <a:srgbClr val="D6B475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7946136" y="3348990"/>
            <a:ext cx="155448" cy="155448"/>
          </a:xfrm>
          <a:prstGeom prst="rect">
            <a:avLst/>
          </a:prstGeom>
          <a:solidFill>
            <a:srgbClr val="EBEDF0"/>
          </a:solidFill>
          <a:ln w="12700">
            <a:solidFill>
              <a:srgbClr val="EBEDF0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8129016" y="3348990"/>
            <a:ext cx="155448" cy="155448"/>
          </a:xfrm>
          <a:prstGeom prst="rect">
            <a:avLst/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8311896" y="3348990"/>
            <a:ext cx="155448" cy="155448"/>
          </a:xfrm>
          <a:prstGeom prst="rect">
            <a:avLst/>
          </a:prstGeom>
          <a:solidFill>
            <a:srgbClr val="F4F5F7"/>
          </a:solidFill>
          <a:ln w="12700">
            <a:solidFill>
              <a:srgbClr val="F4F5F7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8494776" y="3348990"/>
            <a:ext cx="155448" cy="155448"/>
          </a:xfrm>
          <a:prstGeom prst="rect">
            <a:avLst/>
          </a:prstGeom>
          <a:solidFill>
            <a:srgbClr val="E8EBEE"/>
          </a:solidFill>
          <a:ln w="12700">
            <a:solidFill>
              <a:srgbClr val="E8EBEE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7095744" y="3577590"/>
            <a:ext cx="180136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× values</a:t>
            </a:r>
            <a:endParaRPr lang="en-US" sz="1650" dirty="0"/>
          </a:p>
        </p:txBody>
      </p:sp>
      <p:sp>
        <p:nvSpPr>
          <p:cNvPr id="57" name="Text 53"/>
          <p:cNvSpPr/>
          <p:nvPr/>
        </p:nvSpPr>
        <p:spPr>
          <a:xfrm>
            <a:off x="7077456" y="3815334"/>
            <a:ext cx="183794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3567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 + scaling</a:t>
            </a:r>
            <a:endParaRPr lang="en-US" sz="1550" dirty="0"/>
          </a:p>
        </p:txBody>
      </p:sp>
      <p:sp>
        <p:nvSpPr>
          <p:cNvPr id="58" name="Shape 54"/>
          <p:cNvSpPr/>
          <p:nvPr/>
        </p:nvSpPr>
        <p:spPr>
          <a:xfrm>
            <a:off x="6547104" y="3394710"/>
            <a:ext cx="393192" cy="0"/>
          </a:xfrm>
          <a:prstGeom prst="line">
            <a:avLst/>
          </a:prstGeom>
          <a:noFill/>
          <a:ln w="19050">
            <a:solidFill>
              <a:srgbClr val="356796"/>
            </a:solidFill>
            <a:prstDash val="solid"/>
            <a:headEnd type="none"/>
            <a:tailEnd type="triangle"/>
          </a:ln>
        </p:spPr>
      </p:sp>
      <p:sp>
        <p:nvSpPr>
          <p:cNvPr id="59" name="Shape 55"/>
          <p:cNvSpPr/>
          <p:nvPr/>
        </p:nvSpPr>
        <p:spPr>
          <a:xfrm>
            <a:off x="9354312" y="2544318"/>
            <a:ext cx="1764792" cy="1216152"/>
          </a:xfrm>
          <a:prstGeom prst="roundRect">
            <a:avLst/>
          </a:prstGeom>
          <a:solidFill>
            <a:srgbClr val="F7F9FC"/>
          </a:solidFill>
          <a:ln w="7620">
            <a:solidFill>
              <a:srgbClr val="E1E9F2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9445752" y="2635758"/>
            <a:ext cx="1581912" cy="41148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356796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9518904" y="2667762"/>
            <a:ext cx="76809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300" i="1" dirty="0">
                <a:solidFill>
                  <a:srgbClr val="2636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pPr indent="0" marL="0">
              <a:buNone/>
            </a:pPr>
            <a:r>
              <a:rPr lang="en-US" sz="1400" baseline="-40000" dirty="0">
                <a:solidFill>
                  <a:srgbClr val="263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2300" dirty="0"/>
          </a:p>
        </p:txBody>
      </p:sp>
      <p:sp>
        <p:nvSpPr>
          <p:cNvPr id="62" name="Shape 58"/>
          <p:cNvSpPr/>
          <p:nvPr/>
        </p:nvSpPr>
        <p:spPr>
          <a:xfrm>
            <a:off x="10323576" y="2772918"/>
            <a:ext cx="100584" cy="137160"/>
          </a:xfrm>
          <a:prstGeom prst="rect">
            <a:avLst/>
          </a:prstGeom>
          <a:solidFill>
            <a:srgbClr val="356796"/>
          </a:solidFill>
          <a:ln w="12700">
            <a:solidFill>
              <a:srgbClr val="356796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10469880" y="2772918"/>
            <a:ext cx="100584" cy="137160"/>
          </a:xfrm>
          <a:prstGeom prst="rect">
            <a:avLst/>
          </a:prstGeom>
          <a:solidFill>
            <a:srgbClr val="356796"/>
          </a:solidFill>
          <a:ln w="12700">
            <a:solidFill>
              <a:srgbClr val="356796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10616184" y="2772918"/>
            <a:ext cx="100584" cy="137160"/>
          </a:xfrm>
          <a:prstGeom prst="rect">
            <a:avLst/>
          </a:prstGeom>
          <a:solidFill>
            <a:srgbClr val="356796"/>
          </a:solidFill>
          <a:ln w="12700">
            <a:solidFill>
              <a:srgbClr val="356796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10762488" y="2772918"/>
            <a:ext cx="100584" cy="137160"/>
          </a:xfrm>
          <a:prstGeom prst="rect">
            <a:avLst/>
          </a:prstGeom>
          <a:solidFill>
            <a:srgbClr val="356796"/>
          </a:solidFill>
          <a:ln w="12700">
            <a:solidFill>
              <a:srgbClr val="356796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9445752" y="3220974"/>
            <a:ext cx="1581912" cy="41148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79A45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9518904" y="3252978"/>
            <a:ext cx="76809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300" i="1" dirty="0">
                <a:solidFill>
                  <a:srgbClr val="2636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pPr indent="0" marL="0">
              <a:buNone/>
            </a:pPr>
            <a:r>
              <a:rPr lang="en-US" sz="1400" baseline="-40000" dirty="0">
                <a:solidFill>
                  <a:srgbClr val="263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wrist</a:t>
            </a:r>
            <a:endParaRPr lang="en-US" sz="2300" dirty="0"/>
          </a:p>
        </p:txBody>
      </p:sp>
      <p:sp>
        <p:nvSpPr>
          <p:cNvPr id="68" name="Shape 64"/>
          <p:cNvSpPr/>
          <p:nvPr/>
        </p:nvSpPr>
        <p:spPr>
          <a:xfrm>
            <a:off x="10323576" y="3358134"/>
            <a:ext cx="100584" cy="137160"/>
          </a:xfrm>
          <a:prstGeom prst="rect">
            <a:avLst/>
          </a:prstGeom>
          <a:solidFill>
            <a:srgbClr val="C79A45"/>
          </a:solidFill>
          <a:ln w="12700">
            <a:solidFill>
              <a:srgbClr val="C79A45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10469880" y="3358134"/>
            <a:ext cx="100584" cy="137160"/>
          </a:xfrm>
          <a:prstGeom prst="rect">
            <a:avLst/>
          </a:prstGeom>
          <a:solidFill>
            <a:srgbClr val="C79A45"/>
          </a:solidFill>
          <a:ln w="12700">
            <a:solidFill>
              <a:srgbClr val="C79A45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10616184" y="3358134"/>
            <a:ext cx="100584" cy="137160"/>
          </a:xfrm>
          <a:prstGeom prst="rect">
            <a:avLst/>
          </a:prstGeom>
          <a:solidFill>
            <a:srgbClr val="C79A45"/>
          </a:solidFill>
          <a:ln w="12700">
            <a:solidFill>
              <a:srgbClr val="C79A45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10762488" y="3358134"/>
            <a:ext cx="100584" cy="137160"/>
          </a:xfrm>
          <a:prstGeom prst="rect">
            <a:avLst/>
          </a:prstGeom>
          <a:solidFill>
            <a:srgbClr val="C79A45"/>
          </a:solidFill>
          <a:ln w="12700">
            <a:solidFill>
              <a:srgbClr val="C79A45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9034272" y="3321558"/>
            <a:ext cx="146304" cy="0"/>
          </a:xfrm>
          <a:prstGeom prst="line">
            <a:avLst/>
          </a:prstGeom>
          <a:noFill/>
          <a:ln w="19050">
            <a:solidFill>
              <a:srgbClr val="356796"/>
            </a:solidFill>
            <a:prstDash val="solid"/>
            <a:headEnd type="none"/>
            <a:tailEnd type="none"/>
          </a:ln>
        </p:spPr>
      </p:sp>
      <p:sp>
        <p:nvSpPr>
          <p:cNvPr id="73" name="Shape 69"/>
          <p:cNvSpPr/>
          <p:nvPr/>
        </p:nvSpPr>
        <p:spPr>
          <a:xfrm flipV="1">
            <a:off x="9180576" y="2846070"/>
            <a:ext cx="0" cy="475488"/>
          </a:xfrm>
          <a:prstGeom prst="line">
            <a:avLst/>
          </a:prstGeom>
          <a:noFill/>
          <a:ln w="19050">
            <a:solidFill>
              <a:srgbClr val="356796"/>
            </a:solidFill>
            <a:prstDash val="solid"/>
            <a:headEnd type="none"/>
            <a:tailEnd type="none"/>
          </a:ln>
        </p:spPr>
      </p:sp>
      <p:sp>
        <p:nvSpPr>
          <p:cNvPr id="74" name="Shape 70"/>
          <p:cNvSpPr/>
          <p:nvPr/>
        </p:nvSpPr>
        <p:spPr>
          <a:xfrm>
            <a:off x="9180576" y="2846070"/>
            <a:ext cx="210312" cy="0"/>
          </a:xfrm>
          <a:prstGeom prst="line">
            <a:avLst/>
          </a:prstGeom>
          <a:noFill/>
          <a:ln w="19050">
            <a:solidFill>
              <a:srgbClr val="356796"/>
            </a:solidFill>
            <a:prstDash val="solid"/>
            <a:headEnd type="none"/>
            <a:tailEnd type="triangle"/>
          </a:ln>
        </p:spPr>
      </p:sp>
      <p:sp>
        <p:nvSpPr>
          <p:cNvPr id="75" name="Shape 71"/>
          <p:cNvSpPr/>
          <p:nvPr/>
        </p:nvSpPr>
        <p:spPr>
          <a:xfrm>
            <a:off x="9180576" y="3321558"/>
            <a:ext cx="0" cy="109728"/>
          </a:xfrm>
          <a:prstGeom prst="line">
            <a:avLst/>
          </a:prstGeom>
          <a:noFill/>
          <a:ln w="19050">
            <a:solidFill>
              <a:srgbClr val="C79A45"/>
            </a:solidFill>
            <a:prstDash val="solid"/>
            <a:headEnd type="none"/>
            <a:tailEnd type="none"/>
          </a:ln>
        </p:spPr>
      </p:sp>
      <p:sp>
        <p:nvSpPr>
          <p:cNvPr id="76" name="Shape 72"/>
          <p:cNvSpPr/>
          <p:nvPr/>
        </p:nvSpPr>
        <p:spPr>
          <a:xfrm>
            <a:off x="9180576" y="3431286"/>
            <a:ext cx="210312" cy="0"/>
          </a:xfrm>
          <a:prstGeom prst="line">
            <a:avLst/>
          </a:prstGeom>
          <a:noFill/>
          <a:ln w="19050">
            <a:solidFill>
              <a:srgbClr val="C79A45"/>
            </a:solidFill>
            <a:prstDash val="solid"/>
            <a:headEnd type="none"/>
            <a:tailEnd type="triangle"/>
          </a:ln>
        </p:spPr>
      </p:sp>
      <p:sp>
        <p:nvSpPr>
          <p:cNvPr id="77" name="Shape 73"/>
          <p:cNvSpPr/>
          <p:nvPr/>
        </p:nvSpPr>
        <p:spPr>
          <a:xfrm>
            <a:off x="6547104" y="2690622"/>
            <a:ext cx="201168" cy="0"/>
          </a:xfrm>
          <a:prstGeom prst="line">
            <a:avLst/>
          </a:prstGeom>
          <a:noFill/>
          <a:ln w="19050">
            <a:solidFill>
              <a:srgbClr val="356796"/>
            </a:solidFill>
            <a:prstDash val="solid"/>
            <a:headEnd type="none"/>
            <a:tailEnd type="none"/>
          </a:ln>
        </p:spPr>
      </p:sp>
      <p:sp>
        <p:nvSpPr>
          <p:cNvPr id="78" name="Shape 74"/>
          <p:cNvSpPr/>
          <p:nvPr/>
        </p:nvSpPr>
        <p:spPr>
          <a:xfrm flipV="1">
            <a:off x="6748272" y="2297430"/>
            <a:ext cx="0" cy="393192"/>
          </a:xfrm>
          <a:prstGeom prst="line">
            <a:avLst/>
          </a:prstGeom>
          <a:noFill/>
          <a:ln w="19050">
            <a:solidFill>
              <a:srgbClr val="356796"/>
            </a:solidFill>
            <a:prstDash val="solid"/>
            <a:headEnd type="none"/>
            <a:tailEnd type="none"/>
          </a:ln>
        </p:spPr>
      </p:sp>
      <p:sp>
        <p:nvSpPr>
          <p:cNvPr id="79" name="Shape 75"/>
          <p:cNvSpPr/>
          <p:nvPr/>
        </p:nvSpPr>
        <p:spPr>
          <a:xfrm>
            <a:off x="6748272" y="2297430"/>
            <a:ext cx="7306056" cy="0"/>
          </a:xfrm>
          <a:prstGeom prst="line">
            <a:avLst/>
          </a:prstGeom>
          <a:noFill/>
          <a:ln w="19050">
            <a:solidFill>
              <a:srgbClr val="356796"/>
            </a:solidFill>
            <a:prstDash val="solid"/>
            <a:headEnd type="none"/>
            <a:tailEnd type="none"/>
          </a:ln>
        </p:spPr>
      </p:sp>
      <p:sp>
        <p:nvSpPr>
          <p:cNvPr id="80" name="Shape 76"/>
          <p:cNvSpPr/>
          <p:nvPr/>
        </p:nvSpPr>
        <p:spPr>
          <a:xfrm>
            <a:off x="14054328" y="2297430"/>
            <a:ext cx="0" cy="301752"/>
          </a:xfrm>
          <a:prstGeom prst="line">
            <a:avLst/>
          </a:prstGeom>
          <a:noFill/>
          <a:ln w="19050">
            <a:solidFill>
              <a:srgbClr val="356796"/>
            </a:solidFill>
            <a:prstDash val="solid"/>
            <a:headEnd type="none"/>
            <a:tailEnd type="triangle"/>
          </a:ln>
        </p:spPr>
      </p:sp>
      <p:sp>
        <p:nvSpPr>
          <p:cNvPr id="81" name="Text 77"/>
          <p:cNvSpPr/>
          <p:nvPr/>
        </p:nvSpPr>
        <p:spPr>
          <a:xfrm>
            <a:off x="13761720" y="2663190"/>
            <a:ext cx="585216" cy="3931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3567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vᵗ</a:t>
            </a:r>
            <a:endParaRPr lang="en-US" sz="3000" dirty="0"/>
          </a:p>
        </p:txBody>
      </p:sp>
      <p:sp>
        <p:nvSpPr>
          <p:cNvPr id="82" name="Text 78"/>
          <p:cNvSpPr/>
          <p:nvPr/>
        </p:nvSpPr>
        <p:spPr>
          <a:xfrm>
            <a:off x="13112496" y="3092958"/>
            <a:ext cx="18196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567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velocity</a:t>
            </a:r>
            <a:endParaRPr lang="en-US" sz="1600" dirty="0"/>
          </a:p>
        </p:txBody>
      </p:sp>
      <p:sp>
        <p:nvSpPr>
          <p:cNvPr id="83" name="Shape 79"/>
          <p:cNvSpPr/>
          <p:nvPr/>
        </p:nvSpPr>
        <p:spPr>
          <a:xfrm>
            <a:off x="13441680" y="3531870"/>
            <a:ext cx="1234440" cy="448056"/>
          </a:xfrm>
          <a:prstGeom prst="roundRect">
            <a:avLst/>
          </a:prstGeom>
          <a:solidFill>
            <a:srgbClr val="FFF6E6"/>
          </a:solidFill>
          <a:ln w="11430">
            <a:solidFill>
              <a:srgbClr val="E6D4AF"/>
            </a:solidFill>
            <a:prstDash val="solid"/>
          </a:ln>
        </p:spPr>
      </p:sp>
      <p:sp>
        <p:nvSpPr>
          <p:cNvPr id="84" name="Text 80"/>
          <p:cNvSpPr/>
          <p:nvPr/>
        </p:nvSpPr>
        <p:spPr>
          <a:xfrm>
            <a:off x="13533120" y="3595878"/>
            <a:ext cx="105156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97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</a:t>
            </a:r>
            <a:endParaRPr lang="en-US" sz="2200" dirty="0"/>
          </a:p>
        </p:txBody>
      </p:sp>
      <p:sp>
        <p:nvSpPr>
          <p:cNvPr id="85" name="Shape 81"/>
          <p:cNvSpPr/>
          <p:nvPr/>
        </p:nvSpPr>
        <p:spPr>
          <a:xfrm>
            <a:off x="14054328" y="3376422"/>
            <a:ext cx="0" cy="100584"/>
          </a:xfrm>
          <a:prstGeom prst="line">
            <a:avLst/>
          </a:prstGeom>
          <a:noFill/>
          <a:ln w="19050">
            <a:solidFill>
              <a:srgbClr val="356796"/>
            </a:solidFill>
            <a:prstDash val="dash"/>
            <a:headEnd type="none"/>
            <a:tailEnd type="triangle"/>
          </a:ln>
        </p:spPr>
      </p:sp>
      <p:sp>
        <p:nvSpPr>
          <p:cNvPr id="86" name="Shape 82"/>
          <p:cNvSpPr/>
          <p:nvPr/>
        </p:nvSpPr>
        <p:spPr>
          <a:xfrm>
            <a:off x="11695176" y="3531870"/>
            <a:ext cx="1234440" cy="448056"/>
          </a:xfrm>
          <a:prstGeom prst="roundRect">
            <a:avLst/>
          </a:prstGeom>
          <a:solidFill>
            <a:srgbClr val="F5EFFB"/>
          </a:solidFill>
          <a:ln w="11430">
            <a:solidFill>
              <a:srgbClr val="DCCDEE"/>
            </a:solidFill>
            <a:prstDash val="solid"/>
          </a:ln>
        </p:spPr>
      </p:sp>
      <p:sp>
        <p:nvSpPr>
          <p:cNvPr id="87" name="Text 83"/>
          <p:cNvSpPr/>
          <p:nvPr/>
        </p:nvSpPr>
        <p:spPr>
          <a:xfrm>
            <a:off x="11786616" y="3595878"/>
            <a:ext cx="1051560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5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PCD</a:t>
            </a:r>
            <a:endParaRPr lang="en-US" sz="2200" dirty="0"/>
          </a:p>
        </p:txBody>
      </p:sp>
      <p:sp>
        <p:nvSpPr>
          <p:cNvPr id="88" name="Shape 84"/>
          <p:cNvSpPr/>
          <p:nvPr/>
        </p:nvSpPr>
        <p:spPr>
          <a:xfrm>
            <a:off x="11164824" y="3156966"/>
            <a:ext cx="246888" cy="0"/>
          </a:xfrm>
          <a:prstGeom prst="line">
            <a:avLst/>
          </a:prstGeom>
          <a:noFill/>
          <a:ln w="19050">
            <a:solidFill>
              <a:srgbClr val="7B53AC"/>
            </a:solidFill>
            <a:prstDash val="dash"/>
            <a:headEnd type="none"/>
            <a:tailEnd type="none"/>
          </a:ln>
        </p:spPr>
      </p:sp>
      <p:sp>
        <p:nvSpPr>
          <p:cNvPr id="89" name="Shape 85"/>
          <p:cNvSpPr/>
          <p:nvPr/>
        </p:nvSpPr>
        <p:spPr>
          <a:xfrm>
            <a:off x="11411712" y="3156966"/>
            <a:ext cx="0" cy="603504"/>
          </a:xfrm>
          <a:prstGeom prst="line">
            <a:avLst/>
          </a:prstGeom>
          <a:noFill/>
          <a:ln w="19050">
            <a:solidFill>
              <a:srgbClr val="7B53AC"/>
            </a:solidFill>
            <a:prstDash val="dash"/>
            <a:headEnd type="none"/>
            <a:tailEnd type="none"/>
          </a:ln>
        </p:spPr>
      </p:sp>
      <p:sp>
        <p:nvSpPr>
          <p:cNvPr id="90" name="Shape 86"/>
          <p:cNvSpPr/>
          <p:nvPr/>
        </p:nvSpPr>
        <p:spPr>
          <a:xfrm>
            <a:off x="11411712" y="3760470"/>
            <a:ext cx="228600" cy="0"/>
          </a:xfrm>
          <a:prstGeom prst="line">
            <a:avLst/>
          </a:prstGeom>
          <a:noFill/>
          <a:ln w="19050">
            <a:solidFill>
              <a:srgbClr val="7B53AC"/>
            </a:solidFill>
            <a:prstDash val="dash"/>
            <a:headEnd type="none"/>
            <a:tailEnd type="triangle"/>
          </a:ln>
        </p:spPr>
      </p:sp>
      <p:sp>
        <p:nvSpPr>
          <p:cNvPr id="91" name="Shape 87"/>
          <p:cNvSpPr/>
          <p:nvPr/>
        </p:nvSpPr>
        <p:spPr>
          <a:xfrm>
            <a:off x="11155680" y="4985766"/>
            <a:ext cx="109728" cy="0"/>
          </a:xfrm>
          <a:prstGeom prst="line">
            <a:avLst/>
          </a:prstGeom>
          <a:noFill/>
          <a:ln w="19050">
            <a:solidFill>
              <a:srgbClr val="7B53AC"/>
            </a:solidFill>
            <a:prstDash val="dash"/>
            <a:headEnd type="none"/>
            <a:tailEnd type="none"/>
          </a:ln>
        </p:spPr>
      </p:sp>
      <p:sp>
        <p:nvSpPr>
          <p:cNvPr id="92" name="Shape 88"/>
          <p:cNvSpPr/>
          <p:nvPr/>
        </p:nvSpPr>
        <p:spPr>
          <a:xfrm flipV="1">
            <a:off x="11265408" y="4080510"/>
            <a:ext cx="0" cy="905256"/>
          </a:xfrm>
          <a:prstGeom prst="line">
            <a:avLst/>
          </a:prstGeom>
          <a:noFill/>
          <a:ln w="19050">
            <a:solidFill>
              <a:srgbClr val="7B53AC"/>
            </a:solidFill>
            <a:prstDash val="dash"/>
            <a:headEnd type="none"/>
            <a:tailEnd type="none"/>
          </a:ln>
        </p:spPr>
      </p:sp>
      <p:sp>
        <p:nvSpPr>
          <p:cNvPr id="93" name="Shape 89"/>
          <p:cNvSpPr/>
          <p:nvPr/>
        </p:nvSpPr>
        <p:spPr>
          <a:xfrm>
            <a:off x="11265408" y="4080510"/>
            <a:ext cx="1051560" cy="0"/>
          </a:xfrm>
          <a:prstGeom prst="line">
            <a:avLst/>
          </a:prstGeom>
          <a:noFill/>
          <a:ln w="19050">
            <a:solidFill>
              <a:srgbClr val="7B53AC"/>
            </a:solidFill>
            <a:prstDash val="dash"/>
            <a:headEnd type="none"/>
            <a:tailEnd type="none"/>
          </a:ln>
        </p:spPr>
      </p:sp>
      <p:sp>
        <p:nvSpPr>
          <p:cNvPr id="94" name="Shape 90"/>
          <p:cNvSpPr/>
          <p:nvPr/>
        </p:nvSpPr>
        <p:spPr>
          <a:xfrm flipV="1">
            <a:off x="12316968" y="4025646"/>
            <a:ext cx="0" cy="54864"/>
          </a:xfrm>
          <a:prstGeom prst="line">
            <a:avLst/>
          </a:prstGeom>
          <a:noFill/>
          <a:ln w="19050">
            <a:solidFill>
              <a:srgbClr val="7B53AC"/>
            </a:solidFill>
            <a:prstDash val="dash"/>
            <a:headEnd type="none"/>
            <a:tailEnd type="triangle"/>
          </a:ln>
        </p:spPr>
      </p:sp>
      <p:sp>
        <p:nvSpPr>
          <p:cNvPr id="95" name="Shape 91"/>
          <p:cNvSpPr/>
          <p:nvPr/>
        </p:nvSpPr>
        <p:spPr>
          <a:xfrm>
            <a:off x="822960" y="4702302"/>
            <a:ext cx="987552" cy="987552"/>
          </a:xfrm>
          <a:prstGeom prst="rect">
            <a:avLst/>
          </a:prstGeom>
          <a:solidFill>
            <a:srgbClr val="FFFFFF"/>
          </a:solidFill>
          <a:ln w="11430">
            <a:solidFill>
              <a:srgbClr val="187C70"/>
            </a:solidFill>
            <a:prstDash val="solid"/>
          </a:ln>
        </p:spPr>
      </p:sp>
      <p:pic>
        <p:nvPicPr>
          <p:cNvPr id="96" name="Image 2" descr="/home/liutong/Projects/openpi-5090/paper/Figures/ACPD_method_overview/assets/ba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720590"/>
            <a:ext cx="950976" cy="950976"/>
          </a:xfrm>
          <a:prstGeom prst="rect">
            <a:avLst/>
          </a:prstGeom>
        </p:spPr>
      </p:pic>
      <p:sp>
        <p:nvSpPr>
          <p:cNvPr id="97" name="Text 92"/>
          <p:cNvSpPr/>
          <p:nvPr/>
        </p:nvSpPr>
        <p:spPr>
          <a:xfrm>
            <a:off x="768096" y="5721858"/>
            <a:ext cx="109728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87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view</a:t>
            </a:r>
            <a:endParaRPr lang="en-US" sz="1800" dirty="0"/>
          </a:p>
        </p:txBody>
      </p:sp>
      <p:sp>
        <p:nvSpPr>
          <p:cNvPr id="98" name="Shape 93"/>
          <p:cNvSpPr/>
          <p:nvPr/>
        </p:nvSpPr>
        <p:spPr>
          <a:xfrm>
            <a:off x="2423160" y="4720590"/>
            <a:ext cx="1554480" cy="950976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187C70"/>
            </a:solidFill>
            <a:prstDash val="solid"/>
          </a:ln>
        </p:spPr>
      </p:sp>
      <p:sp>
        <p:nvSpPr>
          <p:cNvPr id="99" name="Text 94"/>
          <p:cNvSpPr/>
          <p:nvPr/>
        </p:nvSpPr>
        <p:spPr>
          <a:xfrm>
            <a:off x="2505456" y="4848606"/>
            <a:ext cx="1389888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63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63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</a:t>
            </a:r>
            <a:endParaRPr lang="en-US" sz="2000" dirty="0"/>
          </a:p>
        </p:txBody>
      </p:sp>
      <p:sp>
        <p:nvSpPr>
          <p:cNvPr id="100" name="Shape 95"/>
          <p:cNvSpPr/>
          <p:nvPr/>
        </p:nvSpPr>
        <p:spPr>
          <a:xfrm>
            <a:off x="4389120" y="4491990"/>
            <a:ext cx="2103120" cy="1664208"/>
          </a:xfrm>
          <a:prstGeom prst="roundRect">
            <a:avLst/>
          </a:prstGeom>
          <a:solidFill>
            <a:srgbClr val="FFFFFF"/>
          </a:solidFill>
          <a:ln w="14605">
            <a:solidFill>
              <a:srgbClr val="187C70"/>
            </a:solidFill>
            <a:prstDash val="solid"/>
          </a:ln>
        </p:spPr>
      </p:sp>
      <p:sp>
        <p:nvSpPr>
          <p:cNvPr id="101" name="Text 96"/>
          <p:cNvSpPr/>
          <p:nvPr/>
        </p:nvSpPr>
        <p:spPr>
          <a:xfrm>
            <a:off x="4498848" y="4601718"/>
            <a:ext cx="1883664" cy="5852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63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Flow-matching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263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expert</a:t>
            </a:r>
            <a:endParaRPr lang="en-US" sz="2100" dirty="0"/>
          </a:p>
        </p:txBody>
      </p:sp>
      <p:sp>
        <p:nvSpPr>
          <p:cNvPr id="102" name="Shape 97"/>
          <p:cNvSpPr/>
          <p:nvPr/>
        </p:nvSpPr>
        <p:spPr>
          <a:xfrm>
            <a:off x="4535424" y="5388102"/>
            <a:ext cx="1810512" cy="310896"/>
          </a:xfrm>
          <a:prstGeom prst="rect">
            <a:avLst/>
          </a:prstGeom>
          <a:solidFill>
            <a:srgbClr val="FFFFFF"/>
          </a:solidFill>
          <a:ln w="7620">
            <a:solidFill>
              <a:srgbClr val="187C70"/>
            </a:solidFill>
            <a:prstDash val="solid"/>
          </a:ln>
        </p:spPr>
      </p:sp>
      <p:sp>
        <p:nvSpPr>
          <p:cNvPr id="103" name="Text 98"/>
          <p:cNvSpPr/>
          <p:nvPr/>
        </p:nvSpPr>
        <p:spPr>
          <a:xfrm>
            <a:off x="4599432" y="5429250"/>
            <a:ext cx="10058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7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10</a:t>
            </a:r>
            <a:endParaRPr lang="en-US" sz="1700" dirty="0"/>
          </a:p>
        </p:txBody>
      </p:sp>
      <p:sp>
        <p:nvSpPr>
          <p:cNvPr id="104" name="Shape 99"/>
          <p:cNvSpPr/>
          <p:nvPr/>
        </p:nvSpPr>
        <p:spPr>
          <a:xfrm>
            <a:off x="5660136" y="5465826"/>
            <a:ext cx="146304" cy="146304"/>
          </a:xfrm>
          <a:prstGeom prst="rect">
            <a:avLst/>
          </a:prstGeom>
          <a:solidFill>
            <a:srgbClr val="187C70"/>
          </a:solidFill>
          <a:ln w="12700">
            <a:solidFill>
              <a:srgbClr val="187C70"/>
            </a:solidFill>
            <a:prstDash val="solid"/>
          </a:ln>
        </p:spPr>
      </p:sp>
      <p:sp>
        <p:nvSpPr>
          <p:cNvPr id="105" name="Shape 100"/>
          <p:cNvSpPr/>
          <p:nvPr/>
        </p:nvSpPr>
        <p:spPr>
          <a:xfrm>
            <a:off x="5870448" y="5465826"/>
            <a:ext cx="146304" cy="146304"/>
          </a:xfrm>
          <a:prstGeom prst="rect">
            <a:avLst/>
          </a:prstGeom>
          <a:solidFill>
            <a:srgbClr val="187C70"/>
          </a:solidFill>
          <a:ln w="12700">
            <a:solidFill>
              <a:srgbClr val="187C70"/>
            </a:solidFill>
            <a:prstDash val="solid"/>
          </a:ln>
        </p:spPr>
      </p:sp>
      <p:sp>
        <p:nvSpPr>
          <p:cNvPr id="106" name="Shape 101"/>
          <p:cNvSpPr/>
          <p:nvPr/>
        </p:nvSpPr>
        <p:spPr>
          <a:xfrm>
            <a:off x="6080760" y="5465826"/>
            <a:ext cx="146304" cy="146304"/>
          </a:xfrm>
          <a:prstGeom prst="rect">
            <a:avLst/>
          </a:prstGeom>
          <a:solidFill>
            <a:srgbClr val="187C70"/>
          </a:solidFill>
          <a:ln w="12700">
            <a:solidFill>
              <a:srgbClr val="187C70"/>
            </a:solidFill>
            <a:prstDash val="solid"/>
          </a:ln>
        </p:spPr>
      </p:sp>
      <p:sp>
        <p:nvSpPr>
          <p:cNvPr id="107" name="Text 102"/>
          <p:cNvSpPr/>
          <p:nvPr/>
        </p:nvSpPr>
        <p:spPr>
          <a:xfrm>
            <a:off x="4535424" y="5863590"/>
            <a:ext cx="181051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5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action states</a:t>
            </a:r>
            <a:endParaRPr lang="en-US" sz="1650" dirty="0"/>
          </a:p>
        </p:txBody>
      </p:sp>
      <p:sp>
        <p:nvSpPr>
          <p:cNvPr id="108" name="Shape 103"/>
          <p:cNvSpPr/>
          <p:nvPr/>
        </p:nvSpPr>
        <p:spPr>
          <a:xfrm>
            <a:off x="1865376" y="5196078"/>
            <a:ext cx="493776" cy="0"/>
          </a:xfrm>
          <a:prstGeom prst="line">
            <a:avLst/>
          </a:prstGeom>
          <a:noFill/>
          <a:ln w="19050">
            <a:solidFill>
              <a:srgbClr val="187C70"/>
            </a:solidFill>
            <a:prstDash val="solid"/>
            <a:headEnd type="none"/>
            <a:tailEnd type="triangle"/>
          </a:ln>
        </p:spPr>
      </p:sp>
      <p:sp>
        <p:nvSpPr>
          <p:cNvPr id="109" name="Shape 104"/>
          <p:cNvSpPr/>
          <p:nvPr/>
        </p:nvSpPr>
        <p:spPr>
          <a:xfrm>
            <a:off x="4032504" y="5196078"/>
            <a:ext cx="292608" cy="0"/>
          </a:xfrm>
          <a:prstGeom prst="line">
            <a:avLst/>
          </a:prstGeom>
          <a:noFill/>
          <a:ln w="19050">
            <a:solidFill>
              <a:srgbClr val="187C70"/>
            </a:solidFill>
            <a:prstDash val="solid"/>
            <a:headEnd type="none"/>
            <a:tailEnd type="triangle"/>
          </a:ln>
        </p:spPr>
      </p:sp>
      <p:sp>
        <p:nvSpPr>
          <p:cNvPr id="110" name="Shape 105"/>
          <p:cNvSpPr/>
          <p:nvPr/>
        </p:nvSpPr>
        <p:spPr>
          <a:xfrm>
            <a:off x="7004304" y="5068062"/>
            <a:ext cx="1517904" cy="9326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B53AC"/>
            </a:solidFill>
            <a:prstDash val="solid"/>
          </a:ln>
        </p:spPr>
      </p:sp>
      <p:sp>
        <p:nvSpPr>
          <p:cNvPr id="111" name="Text 106"/>
          <p:cNvSpPr/>
          <p:nvPr/>
        </p:nvSpPr>
        <p:spPr>
          <a:xfrm>
            <a:off x="7095744" y="5196078"/>
            <a:ext cx="133502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B5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7B5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predictors</a:t>
            </a:r>
            <a:endParaRPr lang="en-US" sz="1900" dirty="0"/>
          </a:p>
        </p:txBody>
      </p:sp>
      <p:sp>
        <p:nvSpPr>
          <p:cNvPr id="112" name="Text 107"/>
          <p:cNvSpPr/>
          <p:nvPr/>
        </p:nvSpPr>
        <p:spPr>
          <a:xfrm>
            <a:off x="7086600" y="5753862"/>
            <a:ext cx="135331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 + affine</a:t>
            </a:r>
            <a:endParaRPr lang="en-US" sz="1600" dirty="0"/>
          </a:p>
        </p:txBody>
      </p:sp>
      <p:sp>
        <p:nvSpPr>
          <p:cNvPr id="113" name="Shape 108"/>
          <p:cNvSpPr/>
          <p:nvPr/>
        </p:nvSpPr>
        <p:spPr>
          <a:xfrm>
            <a:off x="6547104" y="5534406"/>
            <a:ext cx="393192" cy="0"/>
          </a:xfrm>
          <a:prstGeom prst="line">
            <a:avLst/>
          </a:prstGeom>
          <a:noFill/>
          <a:ln w="19050">
            <a:solidFill>
              <a:srgbClr val="7B53AC"/>
            </a:solidFill>
            <a:prstDash val="solid"/>
            <a:headEnd type="none"/>
            <a:tailEnd type="triangle"/>
          </a:ln>
        </p:spPr>
      </p:sp>
      <p:sp>
        <p:nvSpPr>
          <p:cNvPr id="114" name="Text 109"/>
          <p:cNvSpPr/>
          <p:nvPr/>
        </p:nvSpPr>
        <p:spPr>
          <a:xfrm>
            <a:off x="9336024" y="4519422"/>
            <a:ext cx="180136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B5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cues</a:t>
            </a:r>
            <a:endParaRPr lang="en-US" sz="1800" dirty="0"/>
          </a:p>
        </p:txBody>
      </p:sp>
      <p:sp>
        <p:nvSpPr>
          <p:cNvPr id="115" name="Shape 110"/>
          <p:cNvSpPr/>
          <p:nvPr/>
        </p:nvSpPr>
        <p:spPr>
          <a:xfrm>
            <a:off x="9354312" y="4857750"/>
            <a:ext cx="1764792" cy="1216152"/>
          </a:xfrm>
          <a:prstGeom prst="roundRect">
            <a:avLst/>
          </a:prstGeom>
          <a:solidFill>
            <a:srgbClr val="F5EFFB"/>
          </a:solidFill>
          <a:ln w="7620">
            <a:solidFill>
              <a:srgbClr val="E5D9F1"/>
            </a:solidFill>
            <a:prstDash val="solid"/>
          </a:ln>
        </p:spPr>
      </p:sp>
      <p:sp>
        <p:nvSpPr>
          <p:cNvPr id="116" name="Shape 111"/>
          <p:cNvSpPr/>
          <p:nvPr/>
        </p:nvSpPr>
        <p:spPr>
          <a:xfrm>
            <a:off x="9445752" y="4949190"/>
            <a:ext cx="1581912" cy="41148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7B53AC"/>
            </a:solidFill>
            <a:prstDash val="solid"/>
          </a:ln>
        </p:spPr>
      </p:sp>
      <p:sp>
        <p:nvSpPr>
          <p:cNvPr id="117" name="Text 112"/>
          <p:cNvSpPr/>
          <p:nvPr/>
        </p:nvSpPr>
        <p:spPr>
          <a:xfrm>
            <a:off x="9518904" y="4981194"/>
            <a:ext cx="76809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300" i="1" dirty="0">
                <a:solidFill>
                  <a:srgbClr val="2636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Ĉ</a:t>
            </a:r>
            <a:pPr indent="0" marL="0">
              <a:buNone/>
            </a:pPr>
            <a:r>
              <a:rPr lang="en-US" sz="1400" baseline="-40000" dirty="0">
                <a:solidFill>
                  <a:srgbClr val="263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2300" dirty="0"/>
          </a:p>
        </p:txBody>
      </p:sp>
      <p:sp>
        <p:nvSpPr>
          <p:cNvPr id="118" name="Shape 113"/>
          <p:cNvSpPr/>
          <p:nvPr/>
        </p:nvSpPr>
        <p:spPr>
          <a:xfrm>
            <a:off x="10323576" y="5086350"/>
            <a:ext cx="100584" cy="137160"/>
          </a:xfrm>
          <a:prstGeom prst="rect">
            <a:avLst/>
          </a:prstGeom>
          <a:solidFill>
            <a:srgbClr val="7B53AC"/>
          </a:solidFill>
          <a:ln w="12700">
            <a:solidFill>
              <a:srgbClr val="7B53AC"/>
            </a:solidFill>
            <a:prstDash val="solid"/>
          </a:ln>
        </p:spPr>
      </p:sp>
      <p:sp>
        <p:nvSpPr>
          <p:cNvPr id="119" name="Shape 114"/>
          <p:cNvSpPr/>
          <p:nvPr/>
        </p:nvSpPr>
        <p:spPr>
          <a:xfrm>
            <a:off x="10469880" y="5086350"/>
            <a:ext cx="100584" cy="137160"/>
          </a:xfrm>
          <a:prstGeom prst="rect">
            <a:avLst/>
          </a:prstGeom>
          <a:solidFill>
            <a:srgbClr val="7B53AC"/>
          </a:solidFill>
          <a:ln w="12700">
            <a:solidFill>
              <a:srgbClr val="7B53AC"/>
            </a:solidFill>
            <a:prstDash val="solid"/>
          </a:ln>
        </p:spPr>
      </p:sp>
      <p:sp>
        <p:nvSpPr>
          <p:cNvPr id="120" name="Shape 115"/>
          <p:cNvSpPr/>
          <p:nvPr/>
        </p:nvSpPr>
        <p:spPr>
          <a:xfrm>
            <a:off x="10616184" y="5086350"/>
            <a:ext cx="100584" cy="137160"/>
          </a:xfrm>
          <a:prstGeom prst="rect">
            <a:avLst/>
          </a:prstGeom>
          <a:solidFill>
            <a:srgbClr val="7B53AC"/>
          </a:solidFill>
          <a:ln w="12700">
            <a:solidFill>
              <a:srgbClr val="7B53AC"/>
            </a:solidFill>
            <a:prstDash val="solid"/>
          </a:ln>
        </p:spPr>
      </p:sp>
      <p:sp>
        <p:nvSpPr>
          <p:cNvPr id="121" name="Shape 116"/>
          <p:cNvSpPr/>
          <p:nvPr/>
        </p:nvSpPr>
        <p:spPr>
          <a:xfrm>
            <a:off x="10762488" y="5086350"/>
            <a:ext cx="100584" cy="137160"/>
          </a:xfrm>
          <a:prstGeom prst="rect">
            <a:avLst/>
          </a:prstGeom>
          <a:solidFill>
            <a:srgbClr val="7B53AC"/>
          </a:solidFill>
          <a:ln w="12700">
            <a:solidFill>
              <a:srgbClr val="7B53AC"/>
            </a:solidFill>
            <a:prstDash val="solid"/>
          </a:ln>
        </p:spPr>
      </p:sp>
      <p:sp>
        <p:nvSpPr>
          <p:cNvPr id="122" name="Shape 117"/>
          <p:cNvSpPr/>
          <p:nvPr/>
        </p:nvSpPr>
        <p:spPr>
          <a:xfrm>
            <a:off x="9445752" y="5534406"/>
            <a:ext cx="1581912" cy="41148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7B53AC"/>
            </a:solidFill>
            <a:prstDash val="solid"/>
          </a:ln>
        </p:spPr>
      </p:sp>
      <p:sp>
        <p:nvSpPr>
          <p:cNvPr id="123" name="Text 118"/>
          <p:cNvSpPr/>
          <p:nvPr/>
        </p:nvSpPr>
        <p:spPr>
          <a:xfrm>
            <a:off x="9518904" y="5566410"/>
            <a:ext cx="768096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300" i="1" dirty="0">
                <a:solidFill>
                  <a:srgbClr val="2636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Ĉ</a:t>
            </a:r>
            <a:pPr indent="0" marL="0">
              <a:buNone/>
            </a:pPr>
            <a:r>
              <a:rPr lang="en-US" sz="1400" baseline="-40000" dirty="0">
                <a:solidFill>
                  <a:srgbClr val="263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wrist</a:t>
            </a:r>
            <a:endParaRPr lang="en-US" sz="2300" dirty="0"/>
          </a:p>
        </p:txBody>
      </p:sp>
      <p:sp>
        <p:nvSpPr>
          <p:cNvPr id="124" name="Shape 119"/>
          <p:cNvSpPr/>
          <p:nvPr/>
        </p:nvSpPr>
        <p:spPr>
          <a:xfrm>
            <a:off x="10323576" y="5671566"/>
            <a:ext cx="100584" cy="137160"/>
          </a:xfrm>
          <a:prstGeom prst="rect">
            <a:avLst/>
          </a:prstGeom>
          <a:solidFill>
            <a:srgbClr val="7B53AC"/>
          </a:solidFill>
          <a:ln w="12700">
            <a:solidFill>
              <a:srgbClr val="7B53AC"/>
            </a:solidFill>
            <a:prstDash val="solid"/>
          </a:ln>
        </p:spPr>
      </p:sp>
      <p:sp>
        <p:nvSpPr>
          <p:cNvPr id="125" name="Shape 120"/>
          <p:cNvSpPr/>
          <p:nvPr/>
        </p:nvSpPr>
        <p:spPr>
          <a:xfrm>
            <a:off x="10469880" y="5671566"/>
            <a:ext cx="100584" cy="137160"/>
          </a:xfrm>
          <a:prstGeom prst="rect">
            <a:avLst/>
          </a:prstGeom>
          <a:solidFill>
            <a:srgbClr val="7B53AC"/>
          </a:solidFill>
          <a:ln w="12700">
            <a:solidFill>
              <a:srgbClr val="7B53AC"/>
            </a:solidFill>
            <a:prstDash val="solid"/>
          </a:ln>
        </p:spPr>
      </p:sp>
      <p:sp>
        <p:nvSpPr>
          <p:cNvPr id="126" name="Shape 121"/>
          <p:cNvSpPr/>
          <p:nvPr/>
        </p:nvSpPr>
        <p:spPr>
          <a:xfrm>
            <a:off x="10616184" y="5671566"/>
            <a:ext cx="100584" cy="137160"/>
          </a:xfrm>
          <a:prstGeom prst="rect">
            <a:avLst/>
          </a:prstGeom>
          <a:solidFill>
            <a:srgbClr val="7B53AC"/>
          </a:solidFill>
          <a:ln w="12700">
            <a:solidFill>
              <a:srgbClr val="7B53AC"/>
            </a:solidFill>
            <a:prstDash val="solid"/>
          </a:ln>
        </p:spPr>
      </p:sp>
      <p:sp>
        <p:nvSpPr>
          <p:cNvPr id="127" name="Shape 122"/>
          <p:cNvSpPr/>
          <p:nvPr/>
        </p:nvSpPr>
        <p:spPr>
          <a:xfrm>
            <a:off x="10762488" y="5671566"/>
            <a:ext cx="100584" cy="137160"/>
          </a:xfrm>
          <a:prstGeom prst="rect">
            <a:avLst/>
          </a:prstGeom>
          <a:solidFill>
            <a:srgbClr val="7B53AC"/>
          </a:solidFill>
          <a:ln w="12700">
            <a:solidFill>
              <a:srgbClr val="7B53AC"/>
            </a:solidFill>
            <a:prstDash val="solid"/>
          </a:ln>
        </p:spPr>
      </p:sp>
      <p:sp>
        <p:nvSpPr>
          <p:cNvPr id="128" name="Shape 123"/>
          <p:cNvSpPr/>
          <p:nvPr/>
        </p:nvSpPr>
        <p:spPr>
          <a:xfrm>
            <a:off x="8577072" y="5534406"/>
            <a:ext cx="457200" cy="0"/>
          </a:xfrm>
          <a:prstGeom prst="line">
            <a:avLst/>
          </a:prstGeom>
          <a:noFill/>
          <a:ln w="19050">
            <a:solidFill>
              <a:srgbClr val="7B53AC"/>
            </a:solidFill>
            <a:prstDash val="solid"/>
            <a:headEnd type="none"/>
            <a:tailEnd type="none"/>
          </a:ln>
        </p:spPr>
      </p:sp>
      <p:sp>
        <p:nvSpPr>
          <p:cNvPr id="129" name="Shape 124"/>
          <p:cNvSpPr/>
          <p:nvPr/>
        </p:nvSpPr>
        <p:spPr>
          <a:xfrm flipV="1">
            <a:off x="9034272" y="5159502"/>
            <a:ext cx="0" cy="374904"/>
          </a:xfrm>
          <a:prstGeom prst="line">
            <a:avLst/>
          </a:prstGeom>
          <a:noFill/>
          <a:ln w="19050">
            <a:solidFill>
              <a:srgbClr val="7B53AC"/>
            </a:solidFill>
            <a:prstDash val="solid"/>
            <a:headEnd type="none"/>
            <a:tailEnd type="none"/>
          </a:ln>
        </p:spPr>
      </p:sp>
      <p:sp>
        <p:nvSpPr>
          <p:cNvPr id="130" name="Shape 125"/>
          <p:cNvSpPr/>
          <p:nvPr/>
        </p:nvSpPr>
        <p:spPr>
          <a:xfrm>
            <a:off x="9034272" y="5159502"/>
            <a:ext cx="356616" cy="0"/>
          </a:xfrm>
          <a:prstGeom prst="line">
            <a:avLst/>
          </a:prstGeom>
          <a:noFill/>
          <a:ln w="19050">
            <a:solidFill>
              <a:srgbClr val="7B53AC"/>
            </a:solidFill>
            <a:prstDash val="solid"/>
            <a:headEnd type="none"/>
            <a:tailEnd type="triangle"/>
          </a:ln>
        </p:spPr>
      </p:sp>
      <p:sp>
        <p:nvSpPr>
          <p:cNvPr id="131" name="Shape 126"/>
          <p:cNvSpPr/>
          <p:nvPr/>
        </p:nvSpPr>
        <p:spPr>
          <a:xfrm>
            <a:off x="9034272" y="5534406"/>
            <a:ext cx="0" cy="210312"/>
          </a:xfrm>
          <a:prstGeom prst="line">
            <a:avLst/>
          </a:prstGeom>
          <a:noFill/>
          <a:ln w="19050">
            <a:solidFill>
              <a:srgbClr val="7B53AC"/>
            </a:solidFill>
            <a:prstDash val="solid"/>
            <a:headEnd type="none"/>
            <a:tailEnd type="none"/>
          </a:ln>
        </p:spPr>
      </p:sp>
      <p:sp>
        <p:nvSpPr>
          <p:cNvPr id="132" name="Shape 127"/>
          <p:cNvSpPr/>
          <p:nvPr/>
        </p:nvSpPr>
        <p:spPr>
          <a:xfrm>
            <a:off x="9034272" y="5744718"/>
            <a:ext cx="356616" cy="0"/>
          </a:xfrm>
          <a:prstGeom prst="line">
            <a:avLst/>
          </a:prstGeom>
          <a:noFill/>
          <a:ln w="19050">
            <a:solidFill>
              <a:srgbClr val="7B53AC"/>
            </a:solidFill>
            <a:prstDash val="solid"/>
            <a:headEnd type="none"/>
            <a:tailEnd type="triangle"/>
          </a:ln>
        </p:spPr>
      </p:sp>
      <p:sp>
        <p:nvSpPr>
          <p:cNvPr id="133" name="Text 128"/>
          <p:cNvSpPr/>
          <p:nvPr/>
        </p:nvSpPr>
        <p:spPr>
          <a:xfrm>
            <a:off x="11539728" y="4519422"/>
            <a:ext cx="202996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7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Gated cue fusion</a:t>
            </a:r>
            <a:endParaRPr lang="en-US" sz="1900" dirty="0"/>
          </a:p>
        </p:txBody>
      </p:sp>
      <p:sp>
        <p:nvSpPr>
          <p:cNvPr id="134" name="Shape 129"/>
          <p:cNvSpPr/>
          <p:nvPr/>
        </p:nvSpPr>
        <p:spPr>
          <a:xfrm>
            <a:off x="11082528" y="5159502"/>
            <a:ext cx="256032" cy="0"/>
          </a:xfrm>
          <a:prstGeom prst="line">
            <a:avLst/>
          </a:prstGeom>
          <a:noFill/>
          <a:ln w="19050">
            <a:solidFill>
              <a:srgbClr val="7B53AC"/>
            </a:solidFill>
            <a:prstDash val="solid"/>
            <a:headEnd type="none"/>
            <a:tailEnd type="none"/>
          </a:ln>
        </p:spPr>
      </p:sp>
      <p:sp>
        <p:nvSpPr>
          <p:cNvPr id="135" name="Shape 130"/>
          <p:cNvSpPr/>
          <p:nvPr/>
        </p:nvSpPr>
        <p:spPr>
          <a:xfrm>
            <a:off x="11338560" y="5159502"/>
            <a:ext cx="0" cy="292608"/>
          </a:xfrm>
          <a:prstGeom prst="line">
            <a:avLst/>
          </a:prstGeom>
          <a:noFill/>
          <a:ln w="19050">
            <a:solidFill>
              <a:srgbClr val="7B53AC"/>
            </a:solidFill>
            <a:prstDash val="solid"/>
            <a:headEnd type="none"/>
            <a:tailEnd type="none"/>
          </a:ln>
        </p:spPr>
      </p:sp>
      <p:sp>
        <p:nvSpPr>
          <p:cNvPr id="136" name="Shape 131"/>
          <p:cNvSpPr/>
          <p:nvPr/>
        </p:nvSpPr>
        <p:spPr>
          <a:xfrm>
            <a:off x="11082528" y="5744718"/>
            <a:ext cx="256032" cy="0"/>
          </a:xfrm>
          <a:prstGeom prst="line">
            <a:avLst/>
          </a:prstGeom>
          <a:noFill/>
          <a:ln w="19050">
            <a:solidFill>
              <a:srgbClr val="7B53AC"/>
            </a:solidFill>
            <a:prstDash val="solid"/>
            <a:headEnd type="none"/>
            <a:tailEnd type="none"/>
          </a:ln>
        </p:spPr>
      </p:sp>
      <p:sp>
        <p:nvSpPr>
          <p:cNvPr id="137" name="Shape 132"/>
          <p:cNvSpPr/>
          <p:nvPr/>
        </p:nvSpPr>
        <p:spPr>
          <a:xfrm flipV="1">
            <a:off x="11338560" y="5452110"/>
            <a:ext cx="0" cy="292608"/>
          </a:xfrm>
          <a:prstGeom prst="line">
            <a:avLst/>
          </a:prstGeom>
          <a:noFill/>
          <a:ln w="19050">
            <a:solidFill>
              <a:srgbClr val="7B53AC"/>
            </a:solidFill>
            <a:prstDash val="solid"/>
            <a:headEnd type="none"/>
            <a:tailEnd type="none"/>
          </a:ln>
        </p:spPr>
      </p:sp>
      <p:sp>
        <p:nvSpPr>
          <p:cNvPr id="138" name="Shape 133"/>
          <p:cNvSpPr/>
          <p:nvPr/>
        </p:nvSpPr>
        <p:spPr>
          <a:xfrm>
            <a:off x="11215116" y="5328666"/>
            <a:ext cx="246888" cy="24688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7B53AC"/>
            </a:solidFill>
            <a:prstDash val="solid"/>
          </a:ln>
        </p:spPr>
      </p:sp>
      <p:sp>
        <p:nvSpPr>
          <p:cNvPr id="139" name="Text 134"/>
          <p:cNvSpPr/>
          <p:nvPr/>
        </p:nvSpPr>
        <p:spPr>
          <a:xfrm>
            <a:off x="11247120" y="5360670"/>
            <a:ext cx="1828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B5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600" dirty="0"/>
          </a:p>
        </p:txBody>
      </p:sp>
      <p:sp>
        <p:nvSpPr>
          <p:cNvPr id="140" name="Shape 135"/>
          <p:cNvSpPr/>
          <p:nvPr/>
        </p:nvSpPr>
        <p:spPr>
          <a:xfrm>
            <a:off x="11484864" y="5452110"/>
            <a:ext cx="155448" cy="0"/>
          </a:xfrm>
          <a:prstGeom prst="line">
            <a:avLst/>
          </a:prstGeom>
          <a:noFill/>
          <a:ln w="19050">
            <a:solidFill>
              <a:srgbClr val="7B53AC"/>
            </a:solidFill>
            <a:prstDash val="solid"/>
            <a:headEnd type="none"/>
            <a:tailEnd type="triangle"/>
          </a:ln>
        </p:spPr>
      </p:sp>
      <p:sp>
        <p:nvSpPr>
          <p:cNvPr id="141" name="Shape 136"/>
          <p:cNvSpPr/>
          <p:nvPr/>
        </p:nvSpPr>
        <p:spPr>
          <a:xfrm>
            <a:off x="11704320" y="5250942"/>
            <a:ext cx="420624" cy="402336"/>
          </a:xfrm>
          <a:prstGeom prst="rect">
            <a:avLst/>
          </a:prstGeom>
          <a:solidFill>
            <a:srgbClr val="FFFFFF"/>
          </a:solidFill>
          <a:ln w="10160">
            <a:solidFill>
              <a:srgbClr val="AD94C6"/>
            </a:solidFill>
            <a:prstDash val="solid"/>
          </a:ln>
        </p:spPr>
      </p:sp>
      <p:sp>
        <p:nvSpPr>
          <p:cNvPr id="142" name="Text 137"/>
          <p:cNvSpPr/>
          <p:nvPr/>
        </p:nvSpPr>
        <p:spPr>
          <a:xfrm>
            <a:off x="11731752" y="5296662"/>
            <a:ext cx="36576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7B53A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sg</a:t>
            </a:r>
            <a:endParaRPr lang="en-US" sz="2000" dirty="0"/>
          </a:p>
        </p:txBody>
      </p:sp>
      <p:sp>
        <p:nvSpPr>
          <p:cNvPr id="143" name="Shape 138"/>
          <p:cNvSpPr/>
          <p:nvPr/>
        </p:nvSpPr>
        <p:spPr>
          <a:xfrm>
            <a:off x="12170664" y="5452110"/>
            <a:ext cx="146304" cy="0"/>
          </a:xfrm>
          <a:prstGeom prst="line">
            <a:avLst/>
          </a:prstGeom>
          <a:noFill/>
          <a:ln w="19050">
            <a:solidFill>
              <a:srgbClr val="7B53AC"/>
            </a:solidFill>
            <a:prstDash val="solid"/>
            <a:headEnd type="none"/>
            <a:tailEnd type="triangle"/>
          </a:ln>
        </p:spPr>
      </p:sp>
      <p:sp>
        <p:nvSpPr>
          <p:cNvPr id="144" name="Shape 139"/>
          <p:cNvSpPr/>
          <p:nvPr/>
        </p:nvSpPr>
        <p:spPr>
          <a:xfrm>
            <a:off x="12380976" y="5168646"/>
            <a:ext cx="859536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7C70"/>
            </a:solidFill>
            <a:prstDash val="solid"/>
          </a:ln>
        </p:spPr>
      </p:sp>
      <p:sp>
        <p:nvSpPr>
          <p:cNvPr id="145" name="Text 140"/>
          <p:cNvSpPr/>
          <p:nvPr/>
        </p:nvSpPr>
        <p:spPr>
          <a:xfrm>
            <a:off x="12444984" y="5305806"/>
            <a:ext cx="7315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87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2000" dirty="0"/>
          </a:p>
        </p:txBody>
      </p:sp>
      <p:sp>
        <p:nvSpPr>
          <p:cNvPr id="146" name="Shape 141"/>
          <p:cNvSpPr/>
          <p:nvPr/>
        </p:nvSpPr>
        <p:spPr>
          <a:xfrm>
            <a:off x="13295376" y="5452110"/>
            <a:ext cx="45720" cy="0"/>
          </a:xfrm>
          <a:prstGeom prst="line">
            <a:avLst/>
          </a:prstGeom>
          <a:noFill/>
          <a:ln w="19050">
            <a:solidFill>
              <a:srgbClr val="187C70"/>
            </a:solidFill>
            <a:prstDash val="solid"/>
            <a:headEnd type="none"/>
            <a:tailEnd type="none"/>
          </a:ln>
        </p:spPr>
      </p:sp>
      <p:sp>
        <p:nvSpPr>
          <p:cNvPr id="147" name="Shape 142"/>
          <p:cNvSpPr/>
          <p:nvPr/>
        </p:nvSpPr>
        <p:spPr>
          <a:xfrm>
            <a:off x="13341096" y="5452110"/>
            <a:ext cx="0" cy="521208"/>
          </a:xfrm>
          <a:prstGeom prst="line">
            <a:avLst/>
          </a:prstGeom>
          <a:noFill/>
          <a:ln w="19050">
            <a:solidFill>
              <a:srgbClr val="187C70"/>
            </a:solidFill>
            <a:prstDash val="solid"/>
            <a:headEnd type="none"/>
            <a:tailEnd type="none"/>
          </a:ln>
        </p:spPr>
      </p:sp>
      <p:sp>
        <p:nvSpPr>
          <p:cNvPr id="148" name="Shape 143"/>
          <p:cNvSpPr/>
          <p:nvPr/>
        </p:nvSpPr>
        <p:spPr>
          <a:xfrm flipH="1">
            <a:off x="13085064" y="5973318"/>
            <a:ext cx="256032" cy="0"/>
          </a:xfrm>
          <a:prstGeom prst="line">
            <a:avLst/>
          </a:prstGeom>
          <a:noFill/>
          <a:ln w="19050">
            <a:solidFill>
              <a:srgbClr val="187C70"/>
            </a:solidFill>
            <a:prstDash val="solid"/>
            <a:headEnd type="none"/>
            <a:tailEnd type="none"/>
          </a:ln>
        </p:spPr>
      </p:sp>
      <p:sp>
        <p:nvSpPr>
          <p:cNvPr id="149" name="Shape 144"/>
          <p:cNvSpPr/>
          <p:nvPr/>
        </p:nvSpPr>
        <p:spPr>
          <a:xfrm>
            <a:off x="13085064" y="5973318"/>
            <a:ext cx="0" cy="100584"/>
          </a:xfrm>
          <a:prstGeom prst="line">
            <a:avLst/>
          </a:prstGeom>
          <a:noFill/>
          <a:ln w="19050">
            <a:solidFill>
              <a:srgbClr val="187C70"/>
            </a:solidFill>
            <a:prstDash val="solid"/>
            <a:headEnd type="none"/>
            <a:tailEnd type="triangle"/>
          </a:ln>
        </p:spPr>
      </p:sp>
      <p:sp>
        <p:nvSpPr>
          <p:cNvPr id="150" name="Shape 145"/>
          <p:cNvSpPr/>
          <p:nvPr/>
        </p:nvSpPr>
        <p:spPr>
          <a:xfrm>
            <a:off x="6547104" y="5964174"/>
            <a:ext cx="210312" cy="0"/>
          </a:xfrm>
          <a:prstGeom prst="line">
            <a:avLst/>
          </a:prstGeom>
          <a:noFill/>
          <a:ln w="22860">
            <a:solidFill>
              <a:srgbClr val="187C70"/>
            </a:solidFill>
            <a:prstDash val="solid"/>
            <a:headEnd type="none"/>
            <a:tailEnd type="none"/>
          </a:ln>
        </p:spPr>
      </p:sp>
      <p:sp>
        <p:nvSpPr>
          <p:cNvPr id="151" name="Shape 146"/>
          <p:cNvSpPr/>
          <p:nvPr/>
        </p:nvSpPr>
        <p:spPr>
          <a:xfrm>
            <a:off x="6757416" y="5964174"/>
            <a:ext cx="0" cy="338328"/>
          </a:xfrm>
          <a:prstGeom prst="line">
            <a:avLst/>
          </a:prstGeom>
          <a:noFill/>
          <a:ln w="22860">
            <a:solidFill>
              <a:srgbClr val="187C70"/>
            </a:solidFill>
            <a:prstDash val="solid"/>
            <a:headEnd type="none"/>
            <a:tailEnd type="none"/>
          </a:ln>
        </p:spPr>
      </p:sp>
      <p:sp>
        <p:nvSpPr>
          <p:cNvPr id="152" name="Shape 147"/>
          <p:cNvSpPr/>
          <p:nvPr/>
        </p:nvSpPr>
        <p:spPr>
          <a:xfrm>
            <a:off x="6757416" y="6302502"/>
            <a:ext cx="6062472" cy="0"/>
          </a:xfrm>
          <a:prstGeom prst="line">
            <a:avLst/>
          </a:prstGeom>
          <a:noFill/>
          <a:ln w="22860">
            <a:solidFill>
              <a:srgbClr val="187C70"/>
            </a:solidFill>
            <a:prstDash val="solid"/>
            <a:headEnd type="none"/>
            <a:tailEnd type="triangle"/>
          </a:ln>
        </p:spPr>
      </p:sp>
      <p:sp>
        <p:nvSpPr>
          <p:cNvPr id="153" name="Text 148"/>
          <p:cNvSpPr/>
          <p:nvPr/>
        </p:nvSpPr>
        <p:spPr>
          <a:xfrm>
            <a:off x="7370064" y="6476238"/>
            <a:ext cx="458114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87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action representations</a:t>
            </a:r>
            <a:endParaRPr lang="en-US" sz="1800" dirty="0"/>
          </a:p>
        </p:txBody>
      </p:sp>
      <p:sp>
        <p:nvSpPr>
          <p:cNvPr id="154" name="Shape 149"/>
          <p:cNvSpPr/>
          <p:nvPr/>
        </p:nvSpPr>
        <p:spPr>
          <a:xfrm>
            <a:off x="12888468" y="6105906"/>
            <a:ext cx="393192" cy="39319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87C70"/>
            </a:solidFill>
            <a:prstDash val="solid"/>
          </a:ln>
        </p:spPr>
      </p:sp>
      <p:sp>
        <p:nvSpPr>
          <p:cNvPr id="155" name="Text 150"/>
          <p:cNvSpPr/>
          <p:nvPr/>
        </p:nvSpPr>
        <p:spPr>
          <a:xfrm>
            <a:off x="12920472" y="6137910"/>
            <a:ext cx="329184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87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400" dirty="0"/>
          </a:p>
        </p:txBody>
      </p:sp>
      <p:sp>
        <p:nvSpPr>
          <p:cNvPr id="156" name="Shape 151"/>
          <p:cNvSpPr/>
          <p:nvPr/>
        </p:nvSpPr>
        <p:spPr>
          <a:xfrm>
            <a:off x="13322808" y="6302502"/>
            <a:ext cx="146304" cy="0"/>
          </a:xfrm>
          <a:prstGeom prst="line">
            <a:avLst/>
          </a:prstGeom>
          <a:noFill/>
          <a:ln w="19050">
            <a:solidFill>
              <a:srgbClr val="187C70"/>
            </a:solidFill>
            <a:prstDash val="solid"/>
            <a:headEnd type="none"/>
            <a:tailEnd type="triangle"/>
          </a:ln>
        </p:spPr>
      </p:sp>
      <p:sp>
        <p:nvSpPr>
          <p:cNvPr id="157" name="Shape 152"/>
          <p:cNvSpPr/>
          <p:nvPr/>
        </p:nvSpPr>
        <p:spPr>
          <a:xfrm>
            <a:off x="13533120" y="5936742"/>
            <a:ext cx="905256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7C70"/>
            </a:solidFill>
            <a:prstDash val="solid"/>
          </a:ln>
        </p:spPr>
      </p:sp>
      <p:sp>
        <p:nvSpPr>
          <p:cNvPr id="158" name="Text 153"/>
          <p:cNvSpPr/>
          <p:nvPr/>
        </p:nvSpPr>
        <p:spPr>
          <a:xfrm>
            <a:off x="13587984" y="6064758"/>
            <a:ext cx="795528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263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750" dirty="0"/>
          </a:p>
          <a:p>
            <a:pPr algn="ctr" indent="0" marL="0">
              <a:buNone/>
            </a:pPr>
            <a:r>
              <a:rPr lang="en-US" sz="1750" b="1" dirty="0">
                <a:solidFill>
                  <a:srgbClr val="2636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750" dirty="0"/>
          </a:p>
        </p:txBody>
      </p:sp>
      <p:sp>
        <p:nvSpPr>
          <p:cNvPr id="159" name="Shape 154"/>
          <p:cNvSpPr/>
          <p:nvPr/>
        </p:nvSpPr>
        <p:spPr>
          <a:xfrm>
            <a:off x="14484096" y="6302502"/>
            <a:ext cx="109728" cy="0"/>
          </a:xfrm>
          <a:prstGeom prst="line">
            <a:avLst/>
          </a:prstGeom>
          <a:noFill/>
          <a:ln w="19050">
            <a:solidFill>
              <a:srgbClr val="187C70"/>
            </a:solidFill>
            <a:prstDash val="solid"/>
            <a:headEnd type="none"/>
            <a:tailEnd type="triangle"/>
          </a:ln>
        </p:spPr>
      </p:sp>
      <p:sp>
        <p:nvSpPr>
          <p:cNvPr id="160" name="Text 155"/>
          <p:cNvSpPr/>
          <p:nvPr/>
        </p:nvSpPr>
        <p:spPr>
          <a:xfrm>
            <a:off x="14630400" y="6101334"/>
            <a:ext cx="347472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900" i="1" dirty="0">
                <a:solidFill>
                  <a:srgbClr val="187C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vˢ</a:t>
            </a:r>
            <a:endParaRPr lang="en-US" sz="2900" dirty="0"/>
          </a:p>
        </p:txBody>
      </p:sp>
      <p:sp>
        <p:nvSpPr>
          <p:cNvPr id="161" name="Shape 156"/>
          <p:cNvSpPr/>
          <p:nvPr/>
        </p:nvSpPr>
        <p:spPr>
          <a:xfrm>
            <a:off x="14804136" y="6046470"/>
            <a:ext cx="164592" cy="0"/>
          </a:xfrm>
          <a:prstGeom prst="line">
            <a:avLst/>
          </a:prstGeom>
          <a:noFill/>
          <a:ln w="19050">
            <a:solidFill>
              <a:srgbClr val="187C70"/>
            </a:solidFill>
            <a:prstDash val="dash"/>
            <a:headEnd type="none"/>
            <a:tailEnd type="none"/>
          </a:ln>
        </p:spPr>
      </p:sp>
      <p:sp>
        <p:nvSpPr>
          <p:cNvPr id="162" name="Shape 157"/>
          <p:cNvSpPr/>
          <p:nvPr/>
        </p:nvSpPr>
        <p:spPr>
          <a:xfrm flipV="1">
            <a:off x="14968728" y="3760470"/>
            <a:ext cx="0" cy="2286000"/>
          </a:xfrm>
          <a:prstGeom prst="line">
            <a:avLst/>
          </a:prstGeom>
          <a:noFill/>
          <a:ln w="19050">
            <a:solidFill>
              <a:srgbClr val="187C70"/>
            </a:solidFill>
            <a:prstDash val="dash"/>
            <a:headEnd type="none"/>
            <a:tailEnd type="none"/>
          </a:ln>
        </p:spPr>
      </p:sp>
      <p:sp>
        <p:nvSpPr>
          <p:cNvPr id="163" name="Shape 158"/>
          <p:cNvSpPr/>
          <p:nvPr/>
        </p:nvSpPr>
        <p:spPr>
          <a:xfrm flipH="1">
            <a:off x="14740128" y="3760470"/>
            <a:ext cx="228600" cy="0"/>
          </a:xfrm>
          <a:prstGeom prst="line">
            <a:avLst/>
          </a:prstGeom>
          <a:noFill/>
          <a:ln w="19050">
            <a:solidFill>
              <a:srgbClr val="187C70"/>
            </a:solidFill>
            <a:prstDash val="dash"/>
            <a:headEnd type="none"/>
            <a:tailEnd type="triangle"/>
          </a:ln>
        </p:spPr>
      </p:sp>
    </p:spTree>
  </p:cSld>
  <p:clrMapOvr>
    <a:masterClrMapping/>
  </p:clrMapOvr>
</p:sld>
</file>

<file path=ppt/theme/acpdV3_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ns1="http://schemas.openxmlformats.org/officeDocument/2006/docPropsVTypes">
  <TotalTime>349</TotalTime>
  <Words>259</Words>
  <Application>Microsoft Macintosh PowerPoint</Application>
  <DocSecurity>0</DocSecurity>
  <PresentationFormat>自定义</PresentationFormat>
  <Paragraphs>91</Paragraphs>
  <Slides>3</Slides>
  <Notes>2</Notes>
  <HiddenSlides>0</HiddenSlides>
  <MMClips>0</MMClips>
  <ScaleCrop>false</ScaleCrop>
  <HeadingPairs>
    <ns1:vector size="6" baseType="variant">
      <ns1:variant>
        <ns1:lpstr>已用的字体</ns1:lpstr>
      </ns1:variant>
      <ns1:variant>
        <ns1:i4>3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2</ns1:i4>
      </ns1:variant>
    </ns1:vector>
  </HeadingPairs>
  <TitlesOfParts>
    <ns1:vector size="6" baseType="lpstr">
      <ns1:lpstr>Arial</ns1:lpstr>
      <ns1:lpstr>Calibri</ns1:lpstr>
      <ns1:lpstr>Cambria Math</ns1:lpstr>
      <ns1:lpstr>ChatGPT</ns1:lpstr>
      <ns1:lpstr>PowerPoint 演示文稿</ns1:lpstr>
      <ns1:lpstr>PowerPoint 演示文稿</ns1:lpstr>
    </ns1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Tong Liu</cp:lastModifiedBy>
  <cp:revision>1</cp:revision>
  <dcterms:created xsi:type="dcterms:W3CDTF">2026-07-28T20:17:16Z</dcterms:created>
  <dcterms:modified xsi:type="dcterms:W3CDTF">2026-07-29T04:45:32Z</dcterms:modified>
</cp:coreProperties>
</file>